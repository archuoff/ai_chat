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Override1.xml" ContentType="application/vnd.openxmlformats-officedocument.themeOverr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theme/themeOverride2.xml" ContentType="application/vnd.openxmlformats-officedocument.themeOverrid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6.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7.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8.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9.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10.xml" ContentType="application/vnd.openxmlformats-officedocument.theme+xml"/>
  <Override PartName="/ppt/theme/themeOverride3.xml" ContentType="application/vnd.openxmlformats-officedocument.themeOverrid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2" r:id="rId5"/>
    <p:sldMasterId id="2147483770" r:id="rId6"/>
    <p:sldMasterId id="2147483768" r:id="rId7"/>
    <p:sldMasterId id="2147483687" r:id="rId8"/>
    <p:sldMasterId id="2147483704" r:id="rId9"/>
    <p:sldMasterId id="2147483714" r:id="rId10"/>
    <p:sldMasterId id="2147483724" r:id="rId11"/>
    <p:sldMasterId id="2147483734" r:id="rId12"/>
    <p:sldMasterId id="2147483744" r:id="rId13"/>
    <p:sldMasterId id="2147483774" r:id="rId14"/>
    <p:sldMasterId id="2147483754" r:id="rId15"/>
  </p:sldMasterIdLst>
  <p:notesMasterIdLst>
    <p:notesMasterId r:id="rId30"/>
  </p:notesMasterIdLst>
  <p:handoutMasterIdLst>
    <p:handoutMasterId r:id="rId31"/>
  </p:handoutMasterIdLst>
  <p:sldIdLst>
    <p:sldId id="342" r:id="rId16"/>
    <p:sldId id="391" r:id="rId17"/>
    <p:sldId id="362" r:id="rId18"/>
    <p:sldId id="400" r:id="rId19"/>
    <p:sldId id="415" r:id="rId20"/>
    <p:sldId id="416" r:id="rId21"/>
    <p:sldId id="417" r:id="rId22"/>
    <p:sldId id="401" r:id="rId23"/>
    <p:sldId id="402" r:id="rId24"/>
    <p:sldId id="403" r:id="rId25"/>
    <p:sldId id="404" r:id="rId26"/>
    <p:sldId id="405" r:id="rId27"/>
    <p:sldId id="406" r:id="rId28"/>
    <p:sldId id="285" r:id="rId29"/>
  </p:sldIdLst>
  <p:sldSz cx="12192000" cy="6858000"/>
  <p:notesSz cx="6858000" cy="9144000"/>
  <p:defaultText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300" userDrawn="1">
          <p15:clr>
            <a:srgbClr val="A4A3A4"/>
          </p15:clr>
        </p15:guide>
        <p15:guide id="3" pos="189" userDrawn="1">
          <p15:clr>
            <a:srgbClr val="A4A3A4"/>
          </p15:clr>
        </p15:guide>
        <p15:guide id="4" pos="7469" userDrawn="1">
          <p15:clr>
            <a:srgbClr val="A4A3A4"/>
          </p15:clr>
        </p15:guide>
        <p15:guide id="5" orient="horz" pos="4320" userDrawn="1">
          <p15:clr>
            <a:srgbClr val="A4A3A4"/>
          </p15:clr>
        </p15:guide>
        <p15:guide id="6" orient="horz" pos="816" userDrawn="1">
          <p15:clr>
            <a:srgbClr val="A4A3A4"/>
          </p15:clr>
        </p15:guide>
        <p15:guide id="7" orient="horz" pos="5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EC70"/>
    <a:srgbClr val="FF1F36"/>
    <a:srgbClr val="C74EFF"/>
    <a:srgbClr val="628BFF"/>
    <a:srgbClr val="E75400"/>
    <a:srgbClr val="FF9C00"/>
    <a:srgbClr val="42E3E6"/>
    <a:srgbClr val="350FA2"/>
    <a:srgbClr val="0000B3"/>
    <a:srgbClr val="12C6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00"/>
        <p:guide pos="189"/>
        <p:guide pos="7469"/>
        <p:guide orient="horz" pos="4320"/>
        <p:guide orient="horz" pos="816"/>
        <p:guide orient="horz" pos="504"/>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9.xml"/><Relationship Id="rId18" Type="http://schemas.openxmlformats.org/officeDocument/2006/relationships/slide" Target="slides/slide3.xml"/><Relationship Id="rId26" Type="http://schemas.openxmlformats.org/officeDocument/2006/relationships/slide" Target="slides/slide11.xml"/><Relationship Id="rId3" Type="http://schemas.openxmlformats.org/officeDocument/2006/relationships/customXml" Target="../customXml/item3.xml"/><Relationship Id="rId21" Type="http://schemas.openxmlformats.org/officeDocument/2006/relationships/slide" Target="slides/slide6.xml"/><Relationship Id="rId34" Type="http://schemas.openxmlformats.org/officeDocument/2006/relationships/theme" Target="theme/theme1.xml"/><Relationship Id="rId7" Type="http://schemas.openxmlformats.org/officeDocument/2006/relationships/slideMaster" Target="slideMasters/slideMaster3.xml"/><Relationship Id="rId12" Type="http://schemas.openxmlformats.org/officeDocument/2006/relationships/slideMaster" Target="slideMasters/slideMaster8.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Master" Target="slideMasters/slideMaster7.xml"/><Relationship Id="rId24" Type="http://schemas.openxmlformats.org/officeDocument/2006/relationships/slide" Target="slides/slide9.xml"/><Relationship Id="rId32"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Master" Target="slideMasters/slideMaster11.xml"/><Relationship Id="rId23" Type="http://schemas.openxmlformats.org/officeDocument/2006/relationships/slide" Target="slides/slide8.xml"/><Relationship Id="rId28" Type="http://schemas.openxmlformats.org/officeDocument/2006/relationships/slide" Target="slides/slide13.xml"/><Relationship Id="rId36" Type="http://schemas.microsoft.com/office/2016/11/relationships/changesInfo" Target="changesInfos/changesInfo1.xml"/><Relationship Id="rId10" Type="http://schemas.openxmlformats.org/officeDocument/2006/relationships/slideMaster" Target="slideMasters/slideMaster6.xml"/><Relationship Id="rId19" Type="http://schemas.openxmlformats.org/officeDocument/2006/relationships/slide" Target="slides/slide4.xml"/><Relationship Id="rId31"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Master" Target="slideMasters/slideMaster10.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Master" Target="slideMasters/slideMaster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atangare, Rahul" userId="S::rpp915757@tatatechnologies.com::59b92133-1bbc-4956-a1ac-9d37b7d98d5c" providerId="AD" clId="Web-{CB45FE95-0F98-082D-80A5-1A58423EA7FF}"/>
    <pc:docChg chg="modSld">
      <pc:chgData name="Phatangare, Rahul" userId="S::rpp915757@tatatechnologies.com::59b92133-1bbc-4956-a1ac-9d37b7d98d5c" providerId="AD" clId="Web-{CB45FE95-0F98-082D-80A5-1A58423EA7FF}" dt="2025-12-22T05:14:43.887" v="18" actId="20577"/>
      <pc:docMkLst>
        <pc:docMk/>
      </pc:docMkLst>
      <pc:sldChg chg="modSp">
        <pc:chgData name="Phatangare, Rahul" userId="S::rpp915757@tatatechnologies.com::59b92133-1bbc-4956-a1ac-9d37b7d98d5c" providerId="AD" clId="Web-{CB45FE95-0F98-082D-80A5-1A58423EA7FF}" dt="2025-12-22T05:13:57.152" v="10" actId="20577"/>
        <pc:sldMkLst>
          <pc:docMk/>
          <pc:sldMk cId="967330687" sldId="342"/>
        </pc:sldMkLst>
        <pc:spChg chg="mod">
          <ac:chgData name="Phatangare, Rahul" userId="S::rpp915757@tatatechnologies.com::59b92133-1bbc-4956-a1ac-9d37b7d98d5c" providerId="AD" clId="Web-{CB45FE95-0F98-082D-80A5-1A58423EA7FF}" dt="2025-12-22T05:13:57.152" v="10" actId="20577"/>
          <ac:spMkLst>
            <pc:docMk/>
            <pc:sldMk cId="967330687" sldId="342"/>
            <ac:spMk id="6" creationId="{014214A2-B34C-F776-CFFC-E9F60AFBED37}"/>
          </ac:spMkLst>
        </pc:spChg>
      </pc:sldChg>
      <pc:sldChg chg="modSp">
        <pc:chgData name="Phatangare, Rahul" userId="S::rpp915757@tatatechnologies.com::59b92133-1bbc-4956-a1ac-9d37b7d98d5c" providerId="AD" clId="Web-{CB45FE95-0F98-082D-80A5-1A58423EA7FF}" dt="2025-12-22T05:14:43.887" v="18" actId="20577"/>
        <pc:sldMkLst>
          <pc:docMk/>
          <pc:sldMk cId="3699184043" sldId="406"/>
        </pc:sldMkLst>
        <pc:spChg chg="mod">
          <ac:chgData name="Phatangare, Rahul" userId="S::rpp915757@tatatechnologies.com::59b92133-1bbc-4956-a1ac-9d37b7d98d5c" providerId="AD" clId="Web-{CB45FE95-0F98-082D-80A5-1A58423EA7FF}" dt="2025-12-22T05:14:43.887" v="18" actId="20577"/>
          <ac:spMkLst>
            <pc:docMk/>
            <pc:sldMk cId="3699184043" sldId="406"/>
            <ac:spMk id="3" creationId="{54123780-4F8B-E038-0FF9-8066581FC6A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C193363-6FCC-722C-0A2B-64491A89AF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DF69BC5-0813-5DDF-264E-9B247818B3D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E1E399-66AE-584B-A751-EB6AD165607B}" type="datetimeFigureOut">
              <a:rPr lang="en-US" smtClean="0"/>
              <a:t>1/18/2026</a:t>
            </a:fld>
            <a:endParaRPr lang="en-US"/>
          </a:p>
        </p:txBody>
      </p:sp>
      <p:sp>
        <p:nvSpPr>
          <p:cNvPr id="4" name="Footer Placeholder 3">
            <a:extLst>
              <a:ext uri="{FF2B5EF4-FFF2-40B4-BE49-F238E27FC236}">
                <a16:creationId xmlns:a16="http://schemas.microsoft.com/office/drawing/2014/main" id="{52588079-15B7-CA0B-042A-E6EE50F520C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7A8237-78A9-BDF9-69A5-D417B7DD973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D04BB62-9152-D14F-AC55-BE1A67BE682E}" type="slidenum">
              <a:rPr lang="en-US" smtClean="0"/>
              <a:t>‹#›</a:t>
            </a:fld>
            <a:endParaRPr lang="en-US"/>
          </a:p>
        </p:txBody>
      </p:sp>
    </p:spTree>
    <p:extLst>
      <p:ext uri="{BB962C8B-B14F-4D97-AF65-F5344CB8AC3E}">
        <p14:creationId xmlns:p14="http://schemas.microsoft.com/office/powerpoint/2010/main" val="3434201894"/>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A049A5-8BAA-194A-B048-3B2766085FE9}" type="datetimeFigureOut">
              <a:rPr lang="en-US" smtClean="0"/>
              <a:t>1/18/2026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460511-9993-074B-8207-35CD91B8E31F}" type="slidenum">
              <a:rPr lang="en-US" smtClean="0"/>
              <a:t>‹#›</a:t>
            </a:fld>
            <a:endParaRPr lang="en-US"/>
          </a:p>
        </p:txBody>
      </p:sp>
    </p:spTree>
    <p:extLst>
      <p:ext uri="{BB962C8B-B14F-4D97-AF65-F5344CB8AC3E}">
        <p14:creationId xmlns:p14="http://schemas.microsoft.com/office/powerpoint/2010/main" val="584567476"/>
      </p:ext>
    </p:extLst>
  </p:cSld>
  <p:clrMap bg1="lt1" tx1="dk1" bg2="lt2" tx2="dk2" accent1="accent1" accent2="accent2" accent3="accent3" accent4="accent4" accent5="accent5" accent6="accent6" hlink="hlink" folHlink="folHlink"/>
  <p:hf hdr="0" ftr="0" dt="0"/>
  <p:notesStyle>
    <a:lvl1pPr marL="0" algn="l" defTabSz="914332" rtl="0" eaLnBrk="1" latinLnBrk="0" hangingPunct="1">
      <a:defRPr sz="1200" kern="1200">
        <a:solidFill>
          <a:schemeClr val="tx1"/>
        </a:solidFill>
        <a:latin typeface="+mn-lt"/>
        <a:ea typeface="+mn-ea"/>
        <a:cs typeface="+mn-cs"/>
      </a:defRPr>
    </a:lvl1pPr>
    <a:lvl2pPr marL="457167" algn="l" defTabSz="914332" rtl="0" eaLnBrk="1" latinLnBrk="0" hangingPunct="1">
      <a:defRPr sz="1200" kern="1200">
        <a:solidFill>
          <a:schemeClr val="tx1"/>
        </a:solidFill>
        <a:latin typeface="+mn-lt"/>
        <a:ea typeface="+mn-ea"/>
        <a:cs typeface="+mn-cs"/>
      </a:defRPr>
    </a:lvl2pPr>
    <a:lvl3pPr marL="914332" algn="l" defTabSz="914332" rtl="0" eaLnBrk="1" latinLnBrk="0" hangingPunct="1">
      <a:defRPr sz="1200" kern="1200">
        <a:solidFill>
          <a:schemeClr val="tx1"/>
        </a:solidFill>
        <a:latin typeface="+mn-lt"/>
        <a:ea typeface="+mn-ea"/>
        <a:cs typeface="+mn-cs"/>
      </a:defRPr>
    </a:lvl3pPr>
    <a:lvl4pPr marL="1371498" algn="l" defTabSz="914332" rtl="0" eaLnBrk="1" latinLnBrk="0" hangingPunct="1">
      <a:defRPr sz="1200" kern="1200">
        <a:solidFill>
          <a:schemeClr val="tx1"/>
        </a:solidFill>
        <a:latin typeface="+mn-lt"/>
        <a:ea typeface="+mn-ea"/>
        <a:cs typeface="+mn-cs"/>
      </a:defRPr>
    </a:lvl4pPr>
    <a:lvl5pPr marL="1828664" algn="l" defTabSz="914332" rtl="0" eaLnBrk="1" latinLnBrk="0" hangingPunct="1">
      <a:defRPr sz="1200" kern="1200">
        <a:solidFill>
          <a:schemeClr val="tx1"/>
        </a:solidFill>
        <a:latin typeface="+mn-lt"/>
        <a:ea typeface="+mn-ea"/>
        <a:cs typeface="+mn-cs"/>
      </a:defRPr>
    </a:lvl5pPr>
    <a:lvl6pPr marL="2285830" algn="l" defTabSz="914332" rtl="0" eaLnBrk="1" latinLnBrk="0" hangingPunct="1">
      <a:defRPr sz="1200" kern="1200">
        <a:solidFill>
          <a:schemeClr val="tx1"/>
        </a:solidFill>
        <a:latin typeface="+mn-lt"/>
        <a:ea typeface="+mn-ea"/>
        <a:cs typeface="+mn-cs"/>
      </a:defRPr>
    </a:lvl6pPr>
    <a:lvl7pPr marL="2742994" algn="l" defTabSz="914332" rtl="0" eaLnBrk="1" latinLnBrk="0" hangingPunct="1">
      <a:defRPr sz="1200" kern="1200">
        <a:solidFill>
          <a:schemeClr val="tx1"/>
        </a:solidFill>
        <a:latin typeface="+mn-lt"/>
        <a:ea typeface="+mn-ea"/>
        <a:cs typeface="+mn-cs"/>
      </a:defRPr>
    </a:lvl7pPr>
    <a:lvl8pPr marL="3200160" algn="l" defTabSz="914332" rtl="0" eaLnBrk="1" latinLnBrk="0" hangingPunct="1">
      <a:defRPr sz="1200" kern="1200">
        <a:solidFill>
          <a:schemeClr val="tx1"/>
        </a:solidFill>
        <a:latin typeface="+mn-lt"/>
        <a:ea typeface="+mn-ea"/>
        <a:cs typeface="+mn-cs"/>
      </a:defRPr>
    </a:lvl8pPr>
    <a:lvl9pPr marL="3657327" algn="l" defTabSz="91433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460511-9993-074B-8207-35CD91B8E31F}" type="slidenum">
              <a:rPr lang="en-US" smtClean="0"/>
              <a:t>2</a:t>
            </a:fld>
            <a:endParaRPr lang="en-US"/>
          </a:p>
        </p:txBody>
      </p:sp>
    </p:spTree>
    <p:extLst>
      <p:ext uri="{BB962C8B-B14F-4D97-AF65-F5344CB8AC3E}">
        <p14:creationId xmlns:p14="http://schemas.microsoft.com/office/powerpoint/2010/main" val="57253298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2.png"/><Relationship Id="rId7" Type="http://schemas.openxmlformats.org/officeDocument/2006/relationships/image" Target="../media/image6.emf"/><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emf"/><Relationship Id="rId5" Type="http://schemas.openxmlformats.org/officeDocument/2006/relationships/image" Target="../media/image4.svg"/><Relationship Id="rId10" Type="http://schemas.openxmlformats.org/officeDocument/2006/relationships/image" Target="../media/image9.emf"/><Relationship Id="rId4" Type="http://schemas.openxmlformats.org/officeDocument/2006/relationships/image" Target="../media/image3.png"/><Relationship Id="rId9" Type="http://schemas.openxmlformats.org/officeDocument/2006/relationships/image" Target="../media/image8.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slideMaster" Target="../slideMasters/slideMaster3.xml"/><Relationship Id="rId1" Type="http://schemas.openxmlformats.org/officeDocument/2006/relationships/themeOverride" Target="../theme/themeOverride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4.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5.svg"/><Relationship Id="rId2" Type="http://schemas.openxmlformats.org/officeDocument/2006/relationships/image" Target="../media/image11.png"/><Relationship Id="rId1" Type="http://schemas.openxmlformats.org/officeDocument/2006/relationships/slideMaster" Target="../slideMasters/slideMaster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2.png"/><Relationship Id="rId7" Type="http://schemas.openxmlformats.org/officeDocument/2006/relationships/image" Target="../media/image17.png"/><Relationship Id="rId2" Type="http://schemas.openxmlformats.org/officeDocument/2006/relationships/image" Target="../media/image11.png"/><Relationship Id="rId1" Type="http://schemas.openxmlformats.org/officeDocument/2006/relationships/slideMaster" Target="../slideMasters/slideMaster4.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2.png"/><Relationship Id="rId7"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22.svg"/><Relationship Id="rId13" Type="http://schemas.openxmlformats.org/officeDocument/2006/relationships/image" Target="../media/image27.png"/><Relationship Id="rId18" Type="http://schemas.openxmlformats.org/officeDocument/2006/relationships/hyperlink" Target="https://www.instagram.com/tatatechnologies/" TargetMode="External"/><Relationship Id="rId3" Type="http://schemas.openxmlformats.org/officeDocument/2006/relationships/image" Target="../media/image12.png"/><Relationship Id="rId21" Type="http://schemas.openxmlformats.org/officeDocument/2006/relationships/hyperlink" Target="https://www.facebook.com/TataTechnologies/" TargetMode="External"/><Relationship Id="rId7" Type="http://schemas.openxmlformats.org/officeDocument/2006/relationships/image" Target="../media/image21.png"/><Relationship Id="rId12" Type="http://schemas.openxmlformats.org/officeDocument/2006/relationships/image" Target="../media/image26.svg"/><Relationship Id="rId17" Type="http://schemas.openxmlformats.org/officeDocument/2006/relationships/hyperlink" Target="https://www.linkedin.com/company/tata-technologies" TargetMode="External"/><Relationship Id="rId2" Type="http://schemas.openxmlformats.org/officeDocument/2006/relationships/image" Target="../media/image11.png"/><Relationship Id="rId16" Type="http://schemas.openxmlformats.org/officeDocument/2006/relationships/hyperlink" Target="http://tatatechnologies.com/" TargetMode="External"/><Relationship Id="rId20" Type="http://schemas.openxmlformats.org/officeDocument/2006/relationships/hyperlink" Target="https://www.youtube.com/user/tatatechnologies" TargetMode="External"/><Relationship Id="rId1" Type="http://schemas.openxmlformats.org/officeDocument/2006/relationships/slideMaster" Target="../slideMasters/slideMaster4.xml"/><Relationship Id="rId6" Type="http://schemas.openxmlformats.org/officeDocument/2006/relationships/image" Target="../media/image15.svg"/><Relationship Id="rId11" Type="http://schemas.openxmlformats.org/officeDocument/2006/relationships/image" Target="../media/image25.png"/><Relationship Id="rId5" Type="http://schemas.openxmlformats.org/officeDocument/2006/relationships/image" Target="../media/image14.pn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hyperlink" Target="https://twitter.com/tatatech_news?s=11&amp;t=fgv6pWVIZCV4O0Z1gAQ2kQ" TargetMode="External"/><Relationship Id="rId4" Type="http://schemas.openxmlformats.org/officeDocument/2006/relationships/image" Target="../media/image13.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0.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slideMaster" Target="../slideMasters/slideMaster4.xml"/><Relationship Id="rId1" Type="http://schemas.openxmlformats.org/officeDocument/2006/relationships/themeOverride" Target="../theme/themeOverride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5.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Master" Target="../slideMasters/slideMaster5.xml"/><Relationship Id="rId6" Type="http://schemas.openxmlformats.org/officeDocument/2006/relationships/image" Target="../media/image13.png"/><Relationship Id="rId5" Type="http://schemas.openxmlformats.org/officeDocument/2006/relationships/image" Target="../media/image32.png"/><Relationship Id="rId4" Type="http://schemas.openxmlformats.org/officeDocument/2006/relationships/image" Target="../media/image31.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12.png"/><Relationship Id="rId7" Type="http://schemas.openxmlformats.org/officeDocument/2006/relationships/image" Target="../media/image33.png"/><Relationship Id="rId2" Type="http://schemas.openxmlformats.org/officeDocument/2006/relationships/image" Target="../media/image11.png"/><Relationship Id="rId1" Type="http://schemas.openxmlformats.org/officeDocument/2006/relationships/slideMaster" Target="../slideMasters/slideMaster5.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2.png"/><Relationship Id="rId7"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38.svg"/><Relationship Id="rId13" Type="http://schemas.openxmlformats.org/officeDocument/2006/relationships/image" Target="../media/image27.png"/><Relationship Id="rId18" Type="http://schemas.openxmlformats.org/officeDocument/2006/relationships/hyperlink" Target="https://www.instagram.com/tatatechnologies/" TargetMode="External"/><Relationship Id="rId3" Type="http://schemas.openxmlformats.org/officeDocument/2006/relationships/image" Target="../media/image12.png"/><Relationship Id="rId21" Type="http://schemas.openxmlformats.org/officeDocument/2006/relationships/hyperlink" Target="https://www.facebook.com/TataTechnologies/" TargetMode="External"/><Relationship Id="rId7" Type="http://schemas.openxmlformats.org/officeDocument/2006/relationships/image" Target="../media/image37.png"/><Relationship Id="rId12" Type="http://schemas.openxmlformats.org/officeDocument/2006/relationships/image" Target="../media/image26.svg"/><Relationship Id="rId17" Type="http://schemas.openxmlformats.org/officeDocument/2006/relationships/hyperlink" Target="https://www.linkedin.com/company/tata-technologies" TargetMode="External"/><Relationship Id="rId2" Type="http://schemas.openxmlformats.org/officeDocument/2006/relationships/image" Target="../media/image11.png"/><Relationship Id="rId16" Type="http://schemas.openxmlformats.org/officeDocument/2006/relationships/hyperlink" Target="http://tatatechnologies.com/" TargetMode="External"/><Relationship Id="rId20" Type="http://schemas.openxmlformats.org/officeDocument/2006/relationships/hyperlink" Target="https://www.youtube.com/user/tatatechnologies" TargetMode="External"/><Relationship Id="rId1" Type="http://schemas.openxmlformats.org/officeDocument/2006/relationships/slideMaster" Target="../slideMasters/slideMaster5.xml"/><Relationship Id="rId6" Type="http://schemas.openxmlformats.org/officeDocument/2006/relationships/image" Target="../media/image15.svg"/><Relationship Id="rId11" Type="http://schemas.openxmlformats.org/officeDocument/2006/relationships/image" Target="../media/image25.png"/><Relationship Id="rId5" Type="http://schemas.openxmlformats.org/officeDocument/2006/relationships/image" Target="../media/image14.pn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hyperlink" Target="https://twitter.com/tatatech_news?s=11&amp;t=fgv6pWVIZCV4O0Z1gAQ2kQ" TargetMode="External"/><Relationship Id="rId4" Type="http://schemas.openxmlformats.org/officeDocument/2006/relationships/image" Target="../media/image13.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0.em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6.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2.png"/><Relationship Id="rId7" Type="http://schemas.openxmlformats.org/officeDocument/2006/relationships/image" Target="../media/image42.png"/><Relationship Id="rId2" Type="http://schemas.openxmlformats.org/officeDocument/2006/relationships/image" Target="../media/image11.png"/><Relationship Id="rId1" Type="http://schemas.openxmlformats.org/officeDocument/2006/relationships/slideMaster" Target="../slideMasters/slideMaster6.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15.svg"/><Relationship Id="rId4" Type="http://schemas.openxmlformats.org/officeDocument/2006/relationships/image" Target="../media/image39.png"/><Relationship Id="rId9"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12.png"/><Relationship Id="rId7" Type="http://schemas.openxmlformats.org/officeDocument/2006/relationships/image" Target="../media/image43.png"/><Relationship Id="rId2" Type="http://schemas.openxmlformats.org/officeDocument/2006/relationships/image" Target="../media/image11.png"/><Relationship Id="rId1" Type="http://schemas.openxmlformats.org/officeDocument/2006/relationships/slideMaster" Target="../slideMasters/slideMaster6.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2.png"/><Relationship Id="rId7"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48.svg"/><Relationship Id="rId13" Type="http://schemas.openxmlformats.org/officeDocument/2006/relationships/image" Target="../media/image27.png"/><Relationship Id="rId18" Type="http://schemas.openxmlformats.org/officeDocument/2006/relationships/hyperlink" Target="https://www.instagram.com/tatatechnologies/" TargetMode="External"/><Relationship Id="rId3" Type="http://schemas.openxmlformats.org/officeDocument/2006/relationships/image" Target="../media/image12.png"/><Relationship Id="rId21" Type="http://schemas.openxmlformats.org/officeDocument/2006/relationships/hyperlink" Target="https://www.facebook.com/TataTechnologies/" TargetMode="External"/><Relationship Id="rId7" Type="http://schemas.openxmlformats.org/officeDocument/2006/relationships/image" Target="../media/image47.png"/><Relationship Id="rId12" Type="http://schemas.openxmlformats.org/officeDocument/2006/relationships/image" Target="../media/image26.svg"/><Relationship Id="rId17" Type="http://schemas.openxmlformats.org/officeDocument/2006/relationships/hyperlink" Target="https://www.linkedin.com/company/tata-technologies" TargetMode="External"/><Relationship Id="rId2" Type="http://schemas.openxmlformats.org/officeDocument/2006/relationships/image" Target="../media/image11.png"/><Relationship Id="rId16" Type="http://schemas.openxmlformats.org/officeDocument/2006/relationships/hyperlink" Target="http://tatatechnologies.com/" TargetMode="External"/><Relationship Id="rId20" Type="http://schemas.openxmlformats.org/officeDocument/2006/relationships/hyperlink" Target="https://www.youtube.com/user/tatatechnologies" TargetMode="External"/><Relationship Id="rId1" Type="http://schemas.openxmlformats.org/officeDocument/2006/relationships/slideMaster" Target="../slideMasters/slideMaster6.xml"/><Relationship Id="rId6" Type="http://schemas.openxmlformats.org/officeDocument/2006/relationships/image" Target="../media/image15.svg"/><Relationship Id="rId11" Type="http://schemas.openxmlformats.org/officeDocument/2006/relationships/image" Target="../media/image25.png"/><Relationship Id="rId5" Type="http://schemas.openxmlformats.org/officeDocument/2006/relationships/image" Target="../media/image14.pn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hyperlink" Target="https://twitter.com/tatatech_news?s=11&amp;t=fgv6pWVIZCV4O0Z1gAQ2kQ" TargetMode="External"/><Relationship Id="rId4" Type="http://schemas.openxmlformats.org/officeDocument/2006/relationships/image" Target="../media/image13.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0.emf"/></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image" Target="../media/image12.png"/><Relationship Id="rId7" Type="http://schemas.openxmlformats.org/officeDocument/2006/relationships/image" Target="../media/image49.png"/><Relationship Id="rId2" Type="http://schemas.openxmlformats.org/officeDocument/2006/relationships/image" Target="../media/image11.png"/><Relationship Id="rId1" Type="http://schemas.openxmlformats.org/officeDocument/2006/relationships/slideMaster" Target="../slideMasters/slideMaster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52.svg"/><Relationship Id="rId3" Type="http://schemas.openxmlformats.org/officeDocument/2006/relationships/image" Target="../media/image2.png"/><Relationship Id="rId7" Type="http://schemas.openxmlformats.org/officeDocument/2006/relationships/image" Target="../media/image51.png"/><Relationship Id="rId2" Type="http://schemas.openxmlformats.org/officeDocument/2006/relationships/image" Target="../media/image1.png"/><Relationship Id="rId1" Type="http://schemas.openxmlformats.org/officeDocument/2006/relationships/slideMaster" Target="../slideMasters/slideMaster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54.svg"/><Relationship Id="rId13" Type="http://schemas.openxmlformats.org/officeDocument/2006/relationships/image" Target="../media/image27.png"/><Relationship Id="rId18" Type="http://schemas.openxmlformats.org/officeDocument/2006/relationships/hyperlink" Target="https://www.instagram.com/tatatechnologies/" TargetMode="External"/><Relationship Id="rId3" Type="http://schemas.openxmlformats.org/officeDocument/2006/relationships/image" Target="../media/image12.png"/><Relationship Id="rId21" Type="http://schemas.openxmlformats.org/officeDocument/2006/relationships/hyperlink" Target="https://www.facebook.com/TataTechnologies/" TargetMode="External"/><Relationship Id="rId7" Type="http://schemas.openxmlformats.org/officeDocument/2006/relationships/image" Target="../media/image53.png"/><Relationship Id="rId12" Type="http://schemas.openxmlformats.org/officeDocument/2006/relationships/image" Target="../media/image26.svg"/><Relationship Id="rId17" Type="http://schemas.openxmlformats.org/officeDocument/2006/relationships/hyperlink" Target="https://www.linkedin.com/company/tata-technologies" TargetMode="External"/><Relationship Id="rId2" Type="http://schemas.openxmlformats.org/officeDocument/2006/relationships/image" Target="../media/image11.png"/><Relationship Id="rId16" Type="http://schemas.openxmlformats.org/officeDocument/2006/relationships/hyperlink" Target="http://tatatechnologies.com/" TargetMode="External"/><Relationship Id="rId20" Type="http://schemas.openxmlformats.org/officeDocument/2006/relationships/hyperlink" Target="https://www.youtube.com/user/tatatechnologies" TargetMode="External"/><Relationship Id="rId1" Type="http://schemas.openxmlformats.org/officeDocument/2006/relationships/slideMaster" Target="../slideMasters/slideMaster7.xml"/><Relationship Id="rId6" Type="http://schemas.openxmlformats.org/officeDocument/2006/relationships/image" Target="../media/image15.svg"/><Relationship Id="rId11" Type="http://schemas.openxmlformats.org/officeDocument/2006/relationships/image" Target="../media/image25.png"/><Relationship Id="rId5" Type="http://schemas.openxmlformats.org/officeDocument/2006/relationships/image" Target="../media/image14.pn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hyperlink" Target="https://twitter.com/tatatech_news?s=11&amp;t=fgv6pWVIZCV4O0Z1gAQ2kQ" TargetMode="External"/><Relationship Id="rId4" Type="http://schemas.openxmlformats.org/officeDocument/2006/relationships/image" Target="../media/image13.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0.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8.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8.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49.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12.png"/><Relationship Id="rId7" Type="http://schemas.openxmlformats.org/officeDocument/2006/relationships/image" Target="../media/image55.png"/><Relationship Id="rId2" Type="http://schemas.openxmlformats.org/officeDocument/2006/relationships/image" Target="../media/image11.png"/><Relationship Id="rId1" Type="http://schemas.openxmlformats.org/officeDocument/2006/relationships/slideMaster" Target="../slideMasters/slideMaster8.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50.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2.png"/><Relationship Id="rId7"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Master" Target="../slideMasters/slideMaster8.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8" Type="http://schemas.openxmlformats.org/officeDocument/2006/relationships/image" Target="../media/image60.svg"/><Relationship Id="rId13" Type="http://schemas.openxmlformats.org/officeDocument/2006/relationships/image" Target="../media/image27.png"/><Relationship Id="rId18" Type="http://schemas.openxmlformats.org/officeDocument/2006/relationships/hyperlink" Target="https://www.instagram.com/tatatechnologies/" TargetMode="External"/><Relationship Id="rId3" Type="http://schemas.openxmlformats.org/officeDocument/2006/relationships/image" Target="../media/image12.png"/><Relationship Id="rId21" Type="http://schemas.openxmlformats.org/officeDocument/2006/relationships/hyperlink" Target="https://www.facebook.com/TataTechnologies/" TargetMode="External"/><Relationship Id="rId7" Type="http://schemas.openxmlformats.org/officeDocument/2006/relationships/image" Target="../media/image59.png"/><Relationship Id="rId12" Type="http://schemas.openxmlformats.org/officeDocument/2006/relationships/image" Target="../media/image26.svg"/><Relationship Id="rId17" Type="http://schemas.openxmlformats.org/officeDocument/2006/relationships/hyperlink" Target="https://www.linkedin.com/company/tata-technologies" TargetMode="External"/><Relationship Id="rId2" Type="http://schemas.openxmlformats.org/officeDocument/2006/relationships/image" Target="../media/image11.png"/><Relationship Id="rId16" Type="http://schemas.openxmlformats.org/officeDocument/2006/relationships/hyperlink" Target="http://tatatechnologies.com/" TargetMode="External"/><Relationship Id="rId20" Type="http://schemas.openxmlformats.org/officeDocument/2006/relationships/hyperlink" Target="https://www.youtube.com/user/tatatechnologies" TargetMode="External"/><Relationship Id="rId1" Type="http://schemas.openxmlformats.org/officeDocument/2006/relationships/slideMaster" Target="../slideMasters/slideMaster8.xml"/><Relationship Id="rId6" Type="http://schemas.openxmlformats.org/officeDocument/2006/relationships/image" Target="../media/image15.svg"/><Relationship Id="rId11" Type="http://schemas.openxmlformats.org/officeDocument/2006/relationships/image" Target="../media/image25.png"/><Relationship Id="rId5" Type="http://schemas.openxmlformats.org/officeDocument/2006/relationships/image" Target="../media/image14.pn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hyperlink" Target="https://twitter.com/tatatech_news?s=11&amp;t=fgv6pWVIZCV4O0Z1gAQ2kQ" TargetMode="External"/><Relationship Id="rId4" Type="http://schemas.openxmlformats.org/officeDocument/2006/relationships/image" Target="../media/image13.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0.emf"/></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9.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9.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59.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12.png"/><Relationship Id="rId7" Type="http://schemas.openxmlformats.org/officeDocument/2006/relationships/image" Target="../media/image61.png"/><Relationship Id="rId2" Type="http://schemas.openxmlformats.org/officeDocument/2006/relationships/image" Target="../media/image11.png"/><Relationship Id="rId1" Type="http://schemas.openxmlformats.org/officeDocument/2006/relationships/slideMaster" Target="../slideMasters/slideMaster9.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60.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2.png"/><Relationship Id="rId7"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Master" Target="../slideMasters/slideMaster9.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65.xml.rels><?xml version="1.0" encoding="UTF-8" standalone="yes"?>
<Relationships xmlns="http://schemas.openxmlformats.org/package/2006/relationships"><Relationship Id="rId8" Type="http://schemas.openxmlformats.org/officeDocument/2006/relationships/image" Target="../media/image64.svg"/><Relationship Id="rId13" Type="http://schemas.openxmlformats.org/officeDocument/2006/relationships/image" Target="../media/image27.png"/><Relationship Id="rId18" Type="http://schemas.openxmlformats.org/officeDocument/2006/relationships/hyperlink" Target="https://www.instagram.com/tatatechnologies/" TargetMode="External"/><Relationship Id="rId3" Type="http://schemas.openxmlformats.org/officeDocument/2006/relationships/image" Target="../media/image12.png"/><Relationship Id="rId21" Type="http://schemas.openxmlformats.org/officeDocument/2006/relationships/hyperlink" Target="https://www.facebook.com/TataTechnologies/" TargetMode="External"/><Relationship Id="rId7" Type="http://schemas.openxmlformats.org/officeDocument/2006/relationships/image" Target="../media/image63.png"/><Relationship Id="rId12" Type="http://schemas.openxmlformats.org/officeDocument/2006/relationships/image" Target="../media/image26.svg"/><Relationship Id="rId17" Type="http://schemas.openxmlformats.org/officeDocument/2006/relationships/hyperlink" Target="https://www.linkedin.com/company/tata-technologies" TargetMode="External"/><Relationship Id="rId2" Type="http://schemas.openxmlformats.org/officeDocument/2006/relationships/image" Target="../media/image11.png"/><Relationship Id="rId16" Type="http://schemas.openxmlformats.org/officeDocument/2006/relationships/hyperlink" Target="http://tatatechnologies.com/" TargetMode="External"/><Relationship Id="rId20" Type="http://schemas.openxmlformats.org/officeDocument/2006/relationships/hyperlink" Target="https://www.youtube.com/user/tatatechnologies" TargetMode="External"/><Relationship Id="rId1" Type="http://schemas.openxmlformats.org/officeDocument/2006/relationships/slideMaster" Target="../slideMasters/slideMaster9.xml"/><Relationship Id="rId6" Type="http://schemas.openxmlformats.org/officeDocument/2006/relationships/image" Target="../media/image15.svg"/><Relationship Id="rId11" Type="http://schemas.openxmlformats.org/officeDocument/2006/relationships/image" Target="../media/image25.png"/><Relationship Id="rId5" Type="http://schemas.openxmlformats.org/officeDocument/2006/relationships/image" Target="../media/image14.pn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hyperlink" Target="https://twitter.com/tatatech_news?s=11&amp;t=fgv6pWVIZCV4O0Z1gAQ2kQ" TargetMode="External"/><Relationship Id="rId4" Type="http://schemas.openxmlformats.org/officeDocument/2006/relationships/image" Target="../media/image13.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0.emf"/></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0.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65.emf"/><Relationship Id="rId3" Type="http://schemas.openxmlformats.org/officeDocument/2006/relationships/image" Target="../media/image11.png"/><Relationship Id="rId7" Type="http://schemas.openxmlformats.org/officeDocument/2006/relationships/image" Target="../media/image15.svg"/><Relationship Id="rId2" Type="http://schemas.openxmlformats.org/officeDocument/2006/relationships/slideMaster" Target="../slideMasters/slideMaster10.xml"/><Relationship Id="rId1" Type="http://schemas.openxmlformats.org/officeDocument/2006/relationships/themeOverride" Target="../theme/themeOverride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Layouts/_rels/slideLayout69.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12.png"/><Relationship Id="rId7" Type="http://schemas.openxmlformats.org/officeDocument/2006/relationships/image" Target="../media/image66.png"/><Relationship Id="rId2" Type="http://schemas.openxmlformats.org/officeDocument/2006/relationships/image" Target="../media/image11.png"/><Relationship Id="rId1" Type="http://schemas.openxmlformats.org/officeDocument/2006/relationships/slideMaster" Target="../slideMasters/slideMaster10.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70.xml.rels><?xml version="1.0" encoding="UTF-8" standalone="yes"?>
<Relationships xmlns="http://schemas.openxmlformats.org/package/2006/relationships"><Relationship Id="rId8" Type="http://schemas.openxmlformats.org/officeDocument/2006/relationships/image" Target="../media/image69.svg"/><Relationship Id="rId3" Type="http://schemas.openxmlformats.org/officeDocument/2006/relationships/image" Target="../media/image2.png"/><Relationship Id="rId7"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Master" Target="../slideMasters/slideMaster10.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75.xml.rels><?xml version="1.0" encoding="UTF-8" standalone="yes"?>
<Relationships xmlns="http://schemas.openxmlformats.org/package/2006/relationships"><Relationship Id="rId8" Type="http://schemas.openxmlformats.org/officeDocument/2006/relationships/image" Target="../media/image71.svg"/><Relationship Id="rId13" Type="http://schemas.openxmlformats.org/officeDocument/2006/relationships/image" Target="../media/image27.png"/><Relationship Id="rId18" Type="http://schemas.openxmlformats.org/officeDocument/2006/relationships/hyperlink" Target="https://www.instagram.com/tatatechnologies/" TargetMode="External"/><Relationship Id="rId3" Type="http://schemas.openxmlformats.org/officeDocument/2006/relationships/image" Target="../media/image12.png"/><Relationship Id="rId21" Type="http://schemas.openxmlformats.org/officeDocument/2006/relationships/hyperlink" Target="https://www.facebook.com/TataTechnologies/" TargetMode="External"/><Relationship Id="rId7" Type="http://schemas.openxmlformats.org/officeDocument/2006/relationships/image" Target="../media/image70.png"/><Relationship Id="rId12" Type="http://schemas.openxmlformats.org/officeDocument/2006/relationships/image" Target="../media/image26.svg"/><Relationship Id="rId17" Type="http://schemas.openxmlformats.org/officeDocument/2006/relationships/hyperlink" Target="https://www.linkedin.com/company/tata-technologies" TargetMode="External"/><Relationship Id="rId2" Type="http://schemas.openxmlformats.org/officeDocument/2006/relationships/image" Target="../media/image11.png"/><Relationship Id="rId16" Type="http://schemas.openxmlformats.org/officeDocument/2006/relationships/hyperlink" Target="http://tatatechnologies.com/" TargetMode="External"/><Relationship Id="rId20" Type="http://schemas.openxmlformats.org/officeDocument/2006/relationships/hyperlink" Target="https://www.youtube.com/user/tatatechnologies" TargetMode="External"/><Relationship Id="rId1" Type="http://schemas.openxmlformats.org/officeDocument/2006/relationships/slideMaster" Target="../slideMasters/slideMaster10.xml"/><Relationship Id="rId6" Type="http://schemas.openxmlformats.org/officeDocument/2006/relationships/image" Target="../media/image15.svg"/><Relationship Id="rId11" Type="http://schemas.openxmlformats.org/officeDocument/2006/relationships/image" Target="../media/image25.png"/><Relationship Id="rId5" Type="http://schemas.openxmlformats.org/officeDocument/2006/relationships/image" Target="../media/image14.pn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hyperlink" Target="https://twitter.com/tatatech_news?s=11&amp;t=fgv6pWVIZCV4O0Z1gAQ2kQ" TargetMode="External"/><Relationship Id="rId4" Type="http://schemas.openxmlformats.org/officeDocument/2006/relationships/image" Target="../media/image13.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0.emf"/></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1.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72.emf"/><Relationship Id="rId2" Type="http://schemas.openxmlformats.org/officeDocument/2006/relationships/image" Target="../media/image11.png"/><Relationship Id="rId1" Type="http://schemas.openxmlformats.org/officeDocument/2006/relationships/slideMaster" Target="../slideMasters/slideMaster11.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79.xml.rels><?xml version="1.0" encoding="UTF-8" standalone="yes"?>
<Relationships xmlns="http://schemas.openxmlformats.org/package/2006/relationships"><Relationship Id="rId8" Type="http://schemas.openxmlformats.org/officeDocument/2006/relationships/image" Target="../media/image74.svg"/><Relationship Id="rId3" Type="http://schemas.openxmlformats.org/officeDocument/2006/relationships/image" Target="../media/image12.png"/><Relationship Id="rId7" Type="http://schemas.openxmlformats.org/officeDocument/2006/relationships/image" Target="../media/image73.png"/><Relationship Id="rId2" Type="http://schemas.openxmlformats.org/officeDocument/2006/relationships/image" Target="../media/image11.png"/><Relationship Id="rId1" Type="http://schemas.openxmlformats.org/officeDocument/2006/relationships/slideMaster" Target="../slideMasters/slideMaster11.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80.xml.rels><?xml version="1.0" encoding="UTF-8" standalone="yes"?>
<Relationships xmlns="http://schemas.openxmlformats.org/package/2006/relationships"><Relationship Id="rId8" Type="http://schemas.openxmlformats.org/officeDocument/2006/relationships/image" Target="../media/image76.svg"/><Relationship Id="rId3" Type="http://schemas.openxmlformats.org/officeDocument/2006/relationships/image" Target="../media/image2.png"/><Relationship Id="rId7" Type="http://schemas.openxmlformats.org/officeDocument/2006/relationships/image" Target="../media/image75.png"/><Relationship Id="rId2" Type="http://schemas.openxmlformats.org/officeDocument/2006/relationships/image" Target="../media/image1.png"/><Relationship Id="rId1" Type="http://schemas.openxmlformats.org/officeDocument/2006/relationships/slideMaster" Target="../slideMasters/slideMaster1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 Id="rId4" Type="http://schemas.openxmlformats.org/officeDocument/2006/relationships/image" Target="../media/image5.png"/></Relationships>
</file>

<file path=ppt/slideLayouts/_rels/slideLayout85.xml.rels><?xml version="1.0" encoding="UTF-8" standalone="yes"?>
<Relationships xmlns="http://schemas.openxmlformats.org/package/2006/relationships"><Relationship Id="rId8" Type="http://schemas.openxmlformats.org/officeDocument/2006/relationships/image" Target="../media/image78.svg"/><Relationship Id="rId13" Type="http://schemas.openxmlformats.org/officeDocument/2006/relationships/image" Target="../media/image27.png"/><Relationship Id="rId18" Type="http://schemas.openxmlformats.org/officeDocument/2006/relationships/hyperlink" Target="https://www.instagram.com/tatatechnologies/" TargetMode="External"/><Relationship Id="rId3" Type="http://schemas.openxmlformats.org/officeDocument/2006/relationships/image" Target="../media/image12.png"/><Relationship Id="rId21" Type="http://schemas.openxmlformats.org/officeDocument/2006/relationships/hyperlink" Target="https://www.facebook.com/TataTechnologies/" TargetMode="External"/><Relationship Id="rId7" Type="http://schemas.openxmlformats.org/officeDocument/2006/relationships/image" Target="../media/image77.png"/><Relationship Id="rId12" Type="http://schemas.openxmlformats.org/officeDocument/2006/relationships/image" Target="../media/image26.svg"/><Relationship Id="rId17" Type="http://schemas.openxmlformats.org/officeDocument/2006/relationships/hyperlink" Target="https://www.linkedin.com/company/tata-technologies" TargetMode="External"/><Relationship Id="rId2" Type="http://schemas.openxmlformats.org/officeDocument/2006/relationships/image" Target="../media/image11.png"/><Relationship Id="rId16" Type="http://schemas.openxmlformats.org/officeDocument/2006/relationships/hyperlink" Target="http://tatatechnologies.com/" TargetMode="External"/><Relationship Id="rId20" Type="http://schemas.openxmlformats.org/officeDocument/2006/relationships/hyperlink" Target="https://www.youtube.com/user/tatatechnologies" TargetMode="External"/><Relationship Id="rId1" Type="http://schemas.openxmlformats.org/officeDocument/2006/relationships/slideMaster" Target="../slideMasters/slideMaster11.xml"/><Relationship Id="rId6" Type="http://schemas.openxmlformats.org/officeDocument/2006/relationships/image" Target="../media/image15.svg"/><Relationship Id="rId11" Type="http://schemas.openxmlformats.org/officeDocument/2006/relationships/image" Target="../media/image25.png"/><Relationship Id="rId5" Type="http://schemas.openxmlformats.org/officeDocument/2006/relationships/image" Target="../media/image14.png"/><Relationship Id="rId15" Type="http://schemas.openxmlformats.org/officeDocument/2006/relationships/image" Target="../media/image29.svg"/><Relationship Id="rId10" Type="http://schemas.openxmlformats.org/officeDocument/2006/relationships/image" Target="../media/image24.svg"/><Relationship Id="rId19" Type="http://schemas.openxmlformats.org/officeDocument/2006/relationships/hyperlink" Target="https://twitter.com/tatatech_news?s=11&amp;t=fgv6pWVIZCV4O0Z1gAQ2kQ" TargetMode="External"/><Relationship Id="rId4" Type="http://schemas.openxmlformats.org/officeDocument/2006/relationships/image" Target="../media/image13.png"/><Relationship Id="rId9" Type="http://schemas.openxmlformats.org/officeDocument/2006/relationships/image" Target="../media/image23.png"/><Relationship Id="rId14" Type="http://schemas.openxmlformats.org/officeDocument/2006/relationships/image" Target="../media/image28.png"/><Relationship Id="rId22" Type="http://schemas.openxmlformats.org/officeDocument/2006/relationships/image" Target="../media/image30.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afety Paus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18AF290-6E8A-043C-9161-A0AD7BC0BF7B}"/>
              </a:ext>
            </a:extLst>
          </p:cNvPr>
          <p:cNvGrpSpPr/>
          <p:nvPr userDrawn="1"/>
        </p:nvGrpSpPr>
        <p:grpSpPr>
          <a:xfrm>
            <a:off x="11084202" y="316459"/>
            <a:ext cx="761727" cy="157980"/>
            <a:chOff x="9242701" y="249950"/>
            <a:chExt cx="652960" cy="135423"/>
          </a:xfrm>
        </p:grpSpPr>
        <p:sp>
          <p:nvSpPr>
            <p:cNvPr id="8" name="object 11">
              <a:extLst>
                <a:ext uri="{FF2B5EF4-FFF2-40B4-BE49-F238E27FC236}">
                  <a16:creationId xmlns:a16="http://schemas.microsoft.com/office/drawing/2014/main" id="{744B80F7-BA8E-9839-1F85-46219A205AB6}"/>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9" name="object 12">
              <a:extLst>
                <a:ext uri="{FF2B5EF4-FFF2-40B4-BE49-F238E27FC236}">
                  <a16:creationId xmlns:a16="http://schemas.microsoft.com/office/drawing/2014/main" id="{90FD0CF8-F256-B9D4-7B2D-8A9766D93812}"/>
                </a:ext>
              </a:extLst>
            </p:cNvPr>
            <p:cNvGrpSpPr/>
            <p:nvPr/>
          </p:nvGrpSpPr>
          <p:grpSpPr>
            <a:xfrm>
              <a:off x="9242701" y="249950"/>
              <a:ext cx="202816" cy="135423"/>
              <a:chOff x="18288992" y="494982"/>
              <a:chExt cx="401320" cy="267970"/>
            </a:xfrm>
          </p:grpSpPr>
          <p:sp>
            <p:nvSpPr>
              <p:cNvPr id="10" name="object 13">
                <a:extLst>
                  <a:ext uri="{FF2B5EF4-FFF2-40B4-BE49-F238E27FC236}">
                    <a16:creationId xmlns:a16="http://schemas.microsoft.com/office/drawing/2014/main" id="{8795B369-C279-DA6F-BF1A-8EF671890B4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1" name="object 14">
                <a:extLst>
                  <a:ext uri="{FF2B5EF4-FFF2-40B4-BE49-F238E27FC236}">
                    <a16:creationId xmlns:a16="http://schemas.microsoft.com/office/drawing/2014/main" id="{D9342F66-74A4-2F31-C835-64997179A22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2" name="object 15">
                <a:extLst>
                  <a:ext uri="{FF2B5EF4-FFF2-40B4-BE49-F238E27FC236}">
                    <a16:creationId xmlns:a16="http://schemas.microsoft.com/office/drawing/2014/main" id="{6CD59A64-927C-2890-1D31-93EC9AECF2E8}"/>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13" name="TextBox 12">
            <a:extLst>
              <a:ext uri="{FF2B5EF4-FFF2-40B4-BE49-F238E27FC236}">
                <a16:creationId xmlns:a16="http://schemas.microsoft.com/office/drawing/2014/main" id="{8D2D5EEE-532B-C7B3-E180-09F299DB25A3}"/>
              </a:ext>
            </a:extLst>
          </p:cNvPr>
          <p:cNvSpPr txBox="1"/>
          <p:nvPr userDrawn="1"/>
        </p:nvSpPr>
        <p:spPr>
          <a:xfrm>
            <a:off x="437245" y="6373607"/>
            <a:ext cx="6098875" cy="200055"/>
          </a:xfrm>
          <a:prstGeom prst="rect">
            <a:avLst/>
          </a:prstGeom>
          <a:noFill/>
        </p:spPr>
        <p:txBody>
          <a:bodyPr wrap="square">
            <a:spAutoFit/>
          </a:bodyPr>
          <a:lstStyle/>
          <a:p>
            <a:pPr marL="0" algn="l" defTabSz="914332" rtl="0" eaLnBrk="1" latinLnBrk="0" hangingPunct="1"/>
            <a:r>
              <a:rPr lang="en-GB" sz="700" kern="1200" spc="-20" baseline="0">
                <a:solidFill>
                  <a:srgbClr val="0000B3"/>
                </a:solidFill>
                <a:effectLst/>
                <a:latin typeface="DM Sans" pitchFamily="2" charset="77"/>
                <a:ea typeface="+mn-ea"/>
                <a:cs typeface="+mn-cs"/>
              </a:rPr>
              <a:t>© Copyright 2025 Tata Technologies. All rights reserved. All other trademarks are trademarks of their respective owners.</a:t>
            </a:r>
          </a:p>
        </p:txBody>
      </p:sp>
      <p:pic>
        <p:nvPicPr>
          <p:cNvPr id="14" name="Graphic 13">
            <a:extLst>
              <a:ext uri="{FF2B5EF4-FFF2-40B4-BE49-F238E27FC236}">
                <a16:creationId xmlns:a16="http://schemas.microsoft.com/office/drawing/2014/main" id="{D63C5AE0-CA39-7500-DDBB-D615012AFB73}"/>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15" name="Picture 14">
            <a:extLst>
              <a:ext uri="{FF2B5EF4-FFF2-40B4-BE49-F238E27FC236}">
                <a16:creationId xmlns:a16="http://schemas.microsoft.com/office/drawing/2014/main" id="{F4A089A6-AB4F-0045-F793-5644929A5C88}"/>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16" name="Title 1">
            <a:extLst>
              <a:ext uri="{FF2B5EF4-FFF2-40B4-BE49-F238E27FC236}">
                <a16:creationId xmlns:a16="http://schemas.microsoft.com/office/drawing/2014/main" id="{E3CE1A0B-6493-3BB9-CED1-D14E3A10DCEF}"/>
              </a:ext>
            </a:extLst>
          </p:cNvPr>
          <p:cNvSpPr txBox="1">
            <a:spLocks/>
          </p:cNvSpPr>
          <p:nvPr userDrawn="1"/>
        </p:nvSpPr>
        <p:spPr>
          <a:xfrm>
            <a:off x="904981" y="849279"/>
            <a:ext cx="11727203" cy="452784"/>
          </a:xfrm>
          <a:prstGeom prst="rect">
            <a:avLst/>
          </a:prstGeom>
        </p:spPr>
        <p:txBody>
          <a:bodyPr/>
          <a:lstStyle>
            <a:lvl1pPr algn="l" defTabSz="914400" rtl="0" eaLnBrk="1" latinLnBrk="0" hangingPunct="1">
              <a:lnSpc>
                <a:spcPct val="90000"/>
              </a:lnSpc>
              <a:spcBef>
                <a:spcPts val="0"/>
              </a:spcBef>
              <a:buNone/>
              <a:defRPr sz="2800" b="0" i="0" kern="1200">
                <a:solidFill>
                  <a:schemeClr val="tx2"/>
                </a:solidFill>
                <a:latin typeface="+mj-lt"/>
                <a:ea typeface="+mj-ea"/>
                <a:cs typeface="+mj-cs"/>
              </a:defRPr>
            </a:lvl1pPr>
          </a:lstStyle>
          <a:p>
            <a:pPr marL="0" algn="l" defTabSz="914400" rtl="0" eaLnBrk="1" latinLnBrk="0" hangingPunct="1">
              <a:lnSpc>
                <a:spcPct val="90000"/>
              </a:lnSpc>
              <a:spcBef>
                <a:spcPts val="0"/>
              </a:spcBef>
              <a:buNone/>
            </a:pPr>
            <a:r>
              <a:rPr lang="en-GB" sz="2800" b="0" i="0" kern="1200">
                <a:solidFill>
                  <a:srgbClr val="0000B3"/>
                </a:solidFill>
                <a:latin typeface="DM Sans" pitchFamily="2" charset="77"/>
                <a:ea typeface="+mj-ea"/>
                <a:cs typeface="+mj-cs"/>
              </a:rPr>
              <a:t>Safety Pause</a:t>
            </a:r>
            <a:endParaRPr lang="en-US" sz="2800" b="0" i="0" kern="1200">
              <a:solidFill>
                <a:srgbClr val="0000B3"/>
              </a:solidFill>
              <a:latin typeface="DM Sans" pitchFamily="2" charset="77"/>
              <a:ea typeface="+mj-ea"/>
              <a:cs typeface="+mj-cs"/>
            </a:endParaRPr>
          </a:p>
        </p:txBody>
      </p:sp>
      <p:pic>
        <p:nvPicPr>
          <p:cNvPr id="22" name="Picture 21">
            <a:extLst>
              <a:ext uri="{FF2B5EF4-FFF2-40B4-BE49-F238E27FC236}">
                <a16:creationId xmlns:a16="http://schemas.microsoft.com/office/drawing/2014/main" id="{67AA1C06-487E-6448-2BE3-E5ABC383A8B0}"/>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333379" y="798341"/>
            <a:ext cx="571607" cy="597721"/>
          </a:xfrm>
          <a:prstGeom prst="rect">
            <a:avLst/>
          </a:prstGeom>
        </p:spPr>
      </p:pic>
      <p:sp>
        <p:nvSpPr>
          <p:cNvPr id="31" name="Picture Placeholder 12">
            <a:extLst>
              <a:ext uri="{FF2B5EF4-FFF2-40B4-BE49-F238E27FC236}">
                <a16:creationId xmlns:a16="http://schemas.microsoft.com/office/drawing/2014/main" id="{EFAC2064-4315-0D59-9185-4835E65F9499}"/>
              </a:ext>
            </a:extLst>
          </p:cNvPr>
          <p:cNvSpPr>
            <a:spLocks noGrp="1"/>
          </p:cNvSpPr>
          <p:nvPr>
            <p:ph type="pic" sz="quarter" idx="15"/>
          </p:nvPr>
        </p:nvSpPr>
        <p:spPr>
          <a:xfrm>
            <a:off x="6136800" y="914404"/>
            <a:ext cx="6055200" cy="4744529"/>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sp>
        <p:nvSpPr>
          <p:cNvPr id="40" name="TextBox 39">
            <a:extLst>
              <a:ext uri="{FF2B5EF4-FFF2-40B4-BE49-F238E27FC236}">
                <a16:creationId xmlns:a16="http://schemas.microsoft.com/office/drawing/2014/main" id="{2A046B39-21CD-6EF9-EE42-EECCE3E71979}"/>
              </a:ext>
            </a:extLst>
          </p:cNvPr>
          <p:cNvSpPr txBox="1"/>
          <p:nvPr userDrawn="1"/>
        </p:nvSpPr>
        <p:spPr>
          <a:xfrm>
            <a:off x="4111402" y="2435178"/>
            <a:ext cx="2424718" cy="738664"/>
          </a:xfrm>
          <a:prstGeom prst="rect">
            <a:avLst/>
          </a:prstGeom>
          <a:noFill/>
        </p:spPr>
        <p:txBody>
          <a:bodyPr wrap="square" rtlCol="0">
            <a:spAutoFit/>
          </a:bodyPr>
          <a:lstStyle/>
          <a:p>
            <a:r>
              <a:rPr lang="en-US" sz="1400">
                <a:latin typeface="DM Sans" pitchFamily="2" charset="77"/>
              </a:rPr>
              <a:t>Look out for any Fire Alarm. Also, please be aware of emergency exits.</a:t>
            </a:r>
          </a:p>
        </p:txBody>
      </p:sp>
      <p:sp>
        <p:nvSpPr>
          <p:cNvPr id="41" name="TextBox 40">
            <a:extLst>
              <a:ext uri="{FF2B5EF4-FFF2-40B4-BE49-F238E27FC236}">
                <a16:creationId xmlns:a16="http://schemas.microsoft.com/office/drawing/2014/main" id="{E525DACB-8736-E7E1-4F41-475B16343ADE}"/>
              </a:ext>
            </a:extLst>
          </p:cNvPr>
          <p:cNvSpPr txBox="1"/>
          <p:nvPr userDrawn="1"/>
        </p:nvSpPr>
        <p:spPr>
          <a:xfrm>
            <a:off x="4111401" y="4164859"/>
            <a:ext cx="1642125" cy="523220"/>
          </a:xfrm>
          <a:prstGeom prst="rect">
            <a:avLst/>
          </a:prstGeom>
          <a:noFill/>
        </p:spPr>
        <p:txBody>
          <a:bodyPr wrap="square" rtlCol="0">
            <a:spAutoFit/>
          </a:bodyPr>
          <a:lstStyle/>
          <a:p>
            <a:r>
              <a:rPr lang="en-US" sz="1400">
                <a:latin typeface="DM Sans" pitchFamily="2" charset="77"/>
              </a:rPr>
              <a:t>Take care of your posture.</a:t>
            </a:r>
          </a:p>
        </p:txBody>
      </p:sp>
      <p:pic>
        <p:nvPicPr>
          <p:cNvPr id="42" name="Picture 41">
            <a:extLst>
              <a:ext uri="{FF2B5EF4-FFF2-40B4-BE49-F238E27FC236}">
                <a16:creationId xmlns:a16="http://schemas.microsoft.com/office/drawing/2014/main" id="{89340664-0682-A3C2-B0A2-4B0394082F87}"/>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4111401" y="1784275"/>
            <a:ext cx="556757" cy="529019"/>
          </a:xfrm>
          <a:prstGeom prst="rect">
            <a:avLst/>
          </a:prstGeom>
        </p:spPr>
      </p:pic>
      <p:pic>
        <p:nvPicPr>
          <p:cNvPr id="43" name="Picture 42">
            <a:extLst>
              <a:ext uri="{FF2B5EF4-FFF2-40B4-BE49-F238E27FC236}">
                <a16:creationId xmlns:a16="http://schemas.microsoft.com/office/drawing/2014/main" id="{3421EF1C-1B2B-B854-D04B-52E1941785C2}"/>
              </a:ext>
            </a:extLst>
          </p:cNvPr>
          <p:cNvPicPr>
            <a:picLocks noChangeAspect="1"/>
          </p:cNvPicPr>
          <p:nvPr userDrawn="1"/>
        </p:nvPicPr>
        <p:blipFill>
          <a:blip r:embed="rId9" cstate="email">
            <a:extLst>
              <a:ext uri="{28A0092B-C50C-407E-A947-70E740481C1C}">
                <a14:useLocalDpi xmlns:a14="http://schemas.microsoft.com/office/drawing/2010/main"/>
              </a:ext>
            </a:extLst>
          </a:blip>
          <a:stretch>
            <a:fillRect/>
          </a:stretch>
        </p:blipFill>
        <p:spPr>
          <a:xfrm>
            <a:off x="4111401" y="3400025"/>
            <a:ext cx="466507" cy="576395"/>
          </a:xfrm>
          <a:prstGeom prst="rect">
            <a:avLst/>
          </a:prstGeom>
        </p:spPr>
      </p:pic>
      <p:sp>
        <p:nvSpPr>
          <p:cNvPr id="44" name="TextBox 43">
            <a:extLst>
              <a:ext uri="{FF2B5EF4-FFF2-40B4-BE49-F238E27FC236}">
                <a16:creationId xmlns:a16="http://schemas.microsoft.com/office/drawing/2014/main" id="{D2AF3F9C-8F7C-E41E-6726-78A599F4E2E1}"/>
              </a:ext>
            </a:extLst>
          </p:cNvPr>
          <p:cNvSpPr txBox="1"/>
          <p:nvPr userDrawn="1"/>
        </p:nvSpPr>
        <p:spPr>
          <a:xfrm>
            <a:off x="329994" y="2435178"/>
            <a:ext cx="3353643" cy="738664"/>
          </a:xfrm>
          <a:prstGeom prst="rect">
            <a:avLst/>
          </a:prstGeom>
          <a:noFill/>
        </p:spPr>
        <p:txBody>
          <a:bodyPr wrap="square" rtlCol="0">
            <a:spAutoFit/>
          </a:bodyPr>
          <a:lstStyle/>
          <a:p>
            <a:r>
              <a:rPr lang="en-US" sz="1400">
                <a:latin typeface="DM Sans" pitchFamily="2" charset="77"/>
              </a:rPr>
              <a:t>In case you are using a headset, please ensure the volume is such that you can hear fire alarms.</a:t>
            </a:r>
          </a:p>
        </p:txBody>
      </p:sp>
      <p:sp>
        <p:nvSpPr>
          <p:cNvPr id="45" name="TextBox 44">
            <a:extLst>
              <a:ext uri="{FF2B5EF4-FFF2-40B4-BE49-F238E27FC236}">
                <a16:creationId xmlns:a16="http://schemas.microsoft.com/office/drawing/2014/main" id="{A70D436F-DC34-CF23-DC98-2B40532CF056}"/>
              </a:ext>
            </a:extLst>
          </p:cNvPr>
          <p:cNvSpPr txBox="1"/>
          <p:nvPr userDrawn="1"/>
        </p:nvSpPr>
        <p:spPr>
          <a:xfrm>
            <a:off x="330586" y="4164859"/>
            <a:ext cx="3353652" cy="1169551"/>
          </a:xfrm>
          <a:prstGeom prst="rect">
            <a:avLst/>
          </a:prstGeom>
          <a:noFill/>
        </p:spPr>
        <p:txBody>
          <a:bodyPr wrap="square" rtlCol="0">
            <a:spAutoFit/>
          </a:bodyPr>
          <a:lstStyle/>
          <a:p>
            <a:r>
              <a:rPr lang="en-US" sz="1400">
                <a:latin typeface="DM Sans" pitchFamily="2" charset="77"/>
              </a:rPr>
              <a:t>Keep your family members / fellow colleagues informed about where you are working so that they can alert you in case of any emergency. Please be aware of emergency contacts.</a:t>
            </a:r>
          </a:p>
        </p:txBody>
      </p:sp>
      <p:pic>
        <p:nvPicPr>
          <p:cNvPr id="46" name="Picture 45">
            <a:extLst>
              <a:ext uri="{FF2B5EF4-FFF2-40B4-BE49-F238E27FC236}">
                <a16:creationId xmlns:a16="http://schemas.microsoft.com/office/drawing/2014/main" id="{24134213-D9F5-3515-798A-EEBBC6210087}"/>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420666" y="3431571"/>
            <a:ext cx="762775" cy="513303"/>
          </a:xfrm>
          <a:prstGeom prst="rect">
            <a:avLst/>
          </a:prstGeom>
        </p:spPr>
      </p:pic>
      <p:pic>
        <p:nvPicPr>
          <p:cNvPr id="47" name="Picture 46">
            <a:extLst>
              <a:ext uri="{FF2B5EF4-FFF2-40B4-BE49-F238E27FC236}">
                <a16:creationId xmlns:a16="http://schemas.microsoft.com/office/drawing/2014/main" id="{B7435205-0AB8-4478-9D2A-F58919BEF7D5}"/>
              </a:ext>
            </a:extLst>
          </p:cNvPr>
          <p:cNvPicPr>
            <a:picLocks noChangeAspect="1"/>
          </p:cNvPicPr>
          <p:nvPr userDrawn="1"/>
        </p:nvPicPr>
        <p:blipFill>
          <a:blip r:embed="rId11" cstate="email">
            <a:extLst>
              <a:ext uri="{28A0092B-C50C-407E-A947-70E740481C1C}">
                <a14:useLocalDpi xmlns:a14="http://schemas.microsoft.com/office/drawing/2010/main"/>
              </a:ext>
            </a:extLst>
          </a:blip>
          <a:stretch>
            <a:fillRect/>
          </a:stretch>
        </p:blipFill>
        <p:spPr>
          <a:xfrm>
            <a:off x="420662" y="1784275"/>
            <a:ext cx="537579" cy="579576"/>
          </a:xfrm>
          <a:prstGeom prst="rect">
            <a:avLst/>
          </a:prstGeom>
        </p:spPr>
      </p:pic>
      <p:cxnSp>
        <p:nvCxnSpPr>
          <p:cNvPr id="48" name="Straight Connector 47">
            <a:extLst>
              <a:ext uri="{FF2B5EF4-FFF2-40B4-BE49-F238E27FC236}">
                <a16:creationId xmlns:a16="http://schemas.microsoft.com/office/drawing/2014/main" id="{830B044B-FC95-FFB7-FBD0-BCD98257BCA3}"/>
              </a:ext>
            </a:extLst>
          </p:cNvPr>
          <p:cNvCxnSpPr>
            <a:cxnSpLocks/>
          </p:cNvCxnSpPr>
          <p:nvPr userDrawn="1"/>
        </p:nvCxnSpPr>
        <p:spPr>
          <a:xfrm>
            <a:off x="3849219" y="1788994"/>
            <a:ext cx="0" cy="362548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hcSlideMaster.Safety PauseHeader" descr="Classification: Internal">
            <a:extLst>
              <a:ext uri="{FF2B5EF4-FFF2-40B4-BE49-F238E27FC236}">
                <a16:creationId xmlns:a16="http://schemas.microsoft.com/office/drawing/2014/main" id="{3B05F43A-3571-A0B9-8A26-5A350E1CF506}"/>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0489957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435E51-844A-2141-B90B-A70DBBCD4586}"/>
              </a:ext>
            </a:extLst>
          </p:cNvPr>
          <p:cNvGrpSpPr/>
          <p:nvPr userDrawn="1"/>
        </p:nvGrpSpPr>
        <p:grpSpPr>
          <a:xfrm>
            <a:off x="11084202" y="316459"/>
            <a:ext cx="761727" cy="157980"/>
            <a:chOff x="9242701" y="249950"/>
            <a:chExt cx="652960" cy="135423"/>
          </a:xfrm>
        </p:grpSpPr>
        <p:sp>
          <p:nvSpPr>
            <p:cNvPr id="10" name="object 11">
              <a:extLst>
                <a:ext uri="{FF2B5EF4-FFF2-40B4-BE49-F238E27FC236}">
                  <a16:creationId xmlns:a16="http://schemas.microsoft.com/office/drawing/2014/main" id="{81BD2E13-45B4-E949-3723-6356489E16A1}"/>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1" name="object 12">
              <a:extLst>
                <a:ext uri="{FF2B5EF4-FFF2-40B4-BE49-F238E27FC236}">
                  <a16:creationId xmlns:a16="http://schemas.microsoft.com/office/drawing/2014/main" id="{02532EAD-2FFF-920D-34C9-969D37ECDA30}"/>
                </a:ext>
              </a:extLst>
            </p:cNvPr>
            <p:cNvGrpSpPr/>
            <p:nvPr/>
          </p:nvGrpSpPr>
          <p:grpSpPr>
            <a:xfrm>
              <a:off x="9242701" y="249950"/>
              <a:ext cx="202816" cy="135423"/>
              <a:chOff x="18288992" y="494982"/>
              <a:chExt cx="401320" cy="267970"/>
            </a:xfrm>
          </p:grpSpPr>
          <p:sp>
            <p:nvSpPr>
              <p:cNvPr id="12" name="object 13">
                <a:extLst>
                  <a:ext uri="{FF2B5EF4-FFF2-40B4-BE49-F238E27FC236}">
                    <a16:creationId xmlns:a16="http://schemas.microsoft.com/office/drawing/2014/main" id="{6F8402D7-0D12-D996-14EF-78EDB371B7B8}"/>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3" name="object 14">
                <a:extLst>
                  <a:ext uri="{FF2B5EF4-FFF2-40B4-BE49-F238E27FC236}">
                    <a16:creationId xmlns:a16="http://schemas.microsoft.com/office/drawing/2014/main" id="{0DFC7A20-C017-CE95-7FD8-5CE9BF1F254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4" name="object 15">
                <a:extLst>
                  <a:ext uri="{FF2B5EF4-FFF2-40B4-BE49-F238E27FC236}">
                    <a16:creationId xmlns:a16="http://schemas.microsoft.com/office/drawing/2014/main" id="{B6CF14D8-ADE7-8B01-6048-FE97A4CFD2BB}"/>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15" name="Picture 14">
            <a:extLst>
              <a:ext uri="{FF2B5EF4-FFF2-40B4-BE49-F238E27FC236}">
                <a16:creationId xmlns:a16="http://schemas.microsoft.com/office/drawing/2014/main" id="{AB2D3BC4-9F86-13CC-15DD-3323E356022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16" name="TextBox 15">
            <a:extLst>
              <a:ext uri="{FF2B5EF4-FFF2-40B4-BE49-F238E27FC236}">
                <a16:creationId xmlns:a16="http://schemas.microsoft.com/office/drawing/2014/main" id="{4B743D94-FB0E-9B5A-7614-A06E99D1E621}"/>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rgbClr val="0000B3"/>
                </a:solidFill>
                <a:effectLst/>
                <a:latin typeface="DM Sans" pitchFamily="2" charset="77"/>
              </a:defRPr>
            </a:lvl1pPr>
          </a:lstStyle>
          <a:p>
            <a:pPr lvl="0"/>
            <a:r>
              <a:rPr lang="en-GB"/>
              <a:t>© Copyright 2025 Tata Technologies. All rights reserved. All other trademarks are trademarks of their respective owners.</a:t>
            </a:r>
          </a:p>
        </p:txBody>
      </p:sp>
      <p:pic>
        <p:nvPicPr>
          <p:cNvPr id="17" name="Graphic 16">
            <a:extLst>
              <a:ext uri="{FF2B5EF4-FFF2-40B4-BE49-F238E27FC236}">
                <a16:creationId xmlns:a16="http://schemas.microsoft.com/office/drawing/2014/main" id="{A3E01C9D-0970-8630-CA3F-FCB69E91126C}"/>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1444" y="6413853"/>
            <a:ext cx="2135345" cy="168971"/>
          </a:xfrm>
          <a:prstGeom prst="rect">
            <a:avLst/>
          </a:prstGeom>
        </p:spPr>
      </p:pic>
      <p:sp>
        <p:nvSpPr>
          <p:cNvPr id="20" name="Title 93">
            <a:extLst>
              <a:ext uri="{FF2B5EF4-FFF2-40B4-BE49-F238E27FC236}">
                <a16:creationId xmlns:a16="http://schemas.microsoft.com/office/drawing/2014/main" id="{CC234BA9-2187-E96D-4312-B104D6FF3DCA}"/>
              </a:ext>
            </a:extLst>
          </p:cNvPr>
          <p:cNvSpPr>
            <a:spLocks noGrp="1"/>
          </p:cNvSpPr>
          <p:nvPr>
            <p:ph type="title" hasCustomPrompt="1"/>
          </p:nvPr>
        </p:nvSpPr>
        <p:spPr>
          <a:xfrm>
            <a:off x="233384" y="780079"/>
            <a:ext cx="10515600" cy="445170"/>
          </a:xfrm>
        </p:spPr>
        <p:txBody>
          <a:bodyPr>
            <a:noAutofit/>
          </a:bodyPr>
          <a:lstStyle>
            <a:lvl1pPr marL="0" algn="l" defTabSz="914354" rtl="0" eaLnBrk="1" latinLnBrk="0" hangingPunct="1">
              <a:lnSpc>
                <a:spcPct val="90000"/>
              </a:lnSpc>
              <a:spcBef>
                <a:spcPts val="0"/>
              </a:spcBef>
              <a:buNone/>
              <a:defRPr lang="en-US" sz="2800" b="0" i="0" kern="1200" dirty="0">
                <a:solidFill>
                  <a:srgbClr val="0000B3"/>
                </a:solidFill>
                <a:latin typeface="DM Sans" pitchFamily="2" charset="77"/>
                <a:ea typeface="+mj-ea"/>
                <a:cs typeface="+mj-cs"/>
              </a:defRPr>
            </a:lvl1pPr>
          </a:lstStyle>
          <a:p>
            <a:r>
              <a:rPr lang="en-GB"/>
              <a:t>Contents</a:t>
            </a:r>
            <a:endParaRPr lang="en-US"/>
          </a:p>
        </p:txBody>
      </p:sp>
      <p:sp>
        <p:nvSpPr>
          <p:cNvPr id="2" name="hcSlideMaster123.ContentsHeader" descr="Classification: Internal">
            <a:extLst>
              <a:ext uri="{FF2B5EF4-FFF2-40B4-BE49-F238E27FC236}">
                <a16:creationId xmlns:a16="http://schemas.microsoft.com/office/drawing/2014/main" id="{6B832FB1-26AF-71B7-D7D9-A1A916227FA2}"/>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8595997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cess Flow">
    <p:bg>
      <p:bgRef idx="1001">
        <a:schemeClr val="bg1"/>
      </p:bgRef>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BFDF4A1-E1E3-C6E2-2349-A1F9AE871579}"/>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rgbClr val="0000B3"/>
                </a:solidFill>
                <a:effectLst/>
                <a:latin typeface="DM Sans" pitchFamily="2" charset="77"/>
              </a:defRPr>
            </a:lvl1pPr>
          </a:lstStyle>
          <a:p>
            <a:pPr lvl="0"/>
            <a:r>
              <a:rPr lang="en-GB"/>
              <a:t>© Copyright 2025 Tata Technologies. All rights reserved. All other trademarks are trademarks of their respective owners.</a:t>
            </a:r>
          </a:p>
        </p:txBody>
      </p:sp>
      <p:pic>
        <p:nvPicPr>
          <p:cNvPr id="9" name="Graphic 8">
            <a:extLst>
              <a:ext uri="{FF2B5EF4-FFF2-40B4-BE49-F238E27FC236}">
                <a16:creationId xmlns:a16="http://schemas.microsoft.com/office/drawing/2014/main" id="{5A2D3A26-378A-8068-4E23-1016B207152D}"/>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701444" y="6413853"/>
            <a:ext cx="2135345" cy="168971"/>
          </a:xfrm>
          <a:prstGeom prst="rect">
            <a:avLst/>
          </a:prstGeom>
        </p:spPr>
      </p:pic>
      <p:grpSp>
        <p:nvGrpSpPr>
          <p:cNvPr id="85" name="Group 84">
            <a:extLst>
              <a:ext uri="{FF2B5EF4-FFF2-40B4-BE49-F238E27FC236}">
                <a16:creationId xmlns:a16="http://schemas.microsoft.com/office/drawing/2014/main" id="{D5CCA2F1-ADF5-0389-BAED-862A398C7E2C}"/>
              </a:ext>
            </a:extLst>
          </p:cNvPr>
          <p:cNvGrpSpPr/>
          <p:nvPr userDrawn="1"/>
        </p:nvGrpSpPr>
        <p:grpSpPr>
          <a:xfrm>
            <a:off x="11084202" y="316459"/>
            <a:ext cx="761727" cy="157980"/>
            <a:chOff x="9242701" y="249950"/>
            <a:chExt cx="652960" cy="135423"/>
          </a:xfrm>
        </p:grpSpPr>
        <p:sp>
          <p:nvSpPr>
            <p:cNvPr id="86" name="object 11">
              <a:extLst>
                <a:ext uri="{FF2B5EF4-FFF2-40B4-BE49-F238E27FC236}">
                  <a16:creationId xmlns:a16="http://schemas.microsoft.com/office/drawing/2014/main" id="{D0E0CF92-49AE-5EE5-A8AA-FBD57B5DF12D}"/>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87" name="object 12">
              <a:extLst>
                <a:ext uri="{FF2B5EF4-FFF2-40B4-BE49-F238E27FC236}">
                  <a16:creationId xmlns:a16="http://schemas.microsoft.com/office/drawing/2014/main" id="{21ECA0A6-E24B-B041-A3B3-588DD4783801}"/>
                </a:ext>
              </a:extLst>
            </p:cNvPr>
            <p:cNvGrpSpPr/>
            <p:nvPr/>
          </p:nvGrpSpPr>
          <p:grpSpPr>
            <a:xfrm>
              <a:off x="9242701" y="249950"/>
              <a:ext cx="202816" cy="135423"/>
              <a:chOff x="18288992" y="494982"/>
              <a:chExt cx="401320" cy="267970"/>
            </a:xfrm>
          </p:grpSpPr>
          <p:sp>
            <p:nvSpPr>
              <p:cNvPr id="88" name="object 13">
                <a:extLst>
                  <a:ext uri="{FF2B5EF4-FFF2-40B4-BE49-F238E27FC236}">
                    <a16:creationId xmlns:a16="http://schemas.microsoft.com/office/drawing/2014/main" id="{059F4E1D-CDAE-D6A8-5702-380B4098774C}"/>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89" name="object 14">
                <a:extLst>
                  <a:ext uri="{FF2B5EF4-FFF2-40B4-BE49-F238E27FC236}">
                    <a16:creationId xmlns:a16="http://schemas.microsoft.com/office/drawing/2014/main" id="{5538B453-1F44-59CE-EADE-5F3ACF7877AF}"/>
                  </a:ext>
                </a:extLst>
              </p:cNvPr>
              <p:cNvPicPr/>
              <p:nvPr/>
            </p:nvPicPr>
            <p:blipFill>
              <a:blip r:embed="rId5"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90" name="object 15">
                <a:extLst>
                  <a:ext uri="{FF2B5EF4-FFF2-40B4-BE49-F238E27FC236}">
                    <a16:creationId xmlns:a16="http://schemas.microsoft.com/office/drawing/2014/main" id="{FC98AD41-CBE0-E0DC-CE47-24B7598EF7BF}"/>
                  </a:ext>
                </a:extLst>
              </p:cNvPr>
              <p:cNvPicPr/>
              <p:nvPr/>
            </p:nvPicPr>
            <p:blipFill>
              <a:blip r:embed="rId6"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91" name="Picture 90">
            <a:extLst>
              <a:ext uri="{FF2B5EF4-FFF2-40B4-BE49-F238E27FC236}">
                <a16:creationId xmlns:a16="http://schemas.microsoft.com/office/drawing/2014/main" id="{B0EDE1E1-31F6-F545-22AF-81C5A9183A8E}"/>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95" name="Title 93">
            <a:extLst>
              <a:ext uri="{FF2B5EF4-FFF2-40B4-BE49-F238E27FC236}">
                <a16:creationId xmlns:a16="http://schemas.microsoft.com/office/drawing/2014/main" id="{7D3D143A-0689-C1AF-FF7F-B724735B1C67}"/>
              </a:ext>
            </a:extLst>
          </p:cNvPr>
          <p:cNvSpPr>
            <a:spLocks noGrp="1"/>
          </p:cNvSpPr>
          <p:nvPr>
            <p:ph type="title" hasCustomPrompt="1"/>
          </p:nvPr>
        </p:nvSpPr>
        <p:spPr>
          <a:xfrm>
            <a:off x="233384" y="780079"/>
            <a:ext cx="10515600" cy="445170"/>
          </a:xfrm>
        </p:spPr>
        <p:txBody>
          <a:bodyPr>
            <a:normAutofit/>
          </a:bodyPr>
          <a:lstStyle>
            <a:lvl1pPr marL="0" algn="l" defTabSz="914354" rtl="0" eaLnBrk="1" latinLnBrk="0" hangingPunct="1">
              <a:lnSpc>
                <a:spcPct val="90000"/>
              </a:lnSpc>
              <a:spcBef>
                <a:spcPts val="0"/>
              </a:spcBef>
              <a:buNone/>
              <a:defRPr lang="en-US" sz="2800" b="0" i="0" kern="1200" dirty="0">
                <a:solidFill>
                  <a:schemeClr val="tx2"/>
                </a:solidFill>
                <a:latin typeface="DM Sans" pitchFamily="2" charset="77"/>
                <a:ea typeface="+mj-ea"/>
                <a:cs typeface="+mj-cs"/>
              </a:defRPr>
            </a:lvl1pPr>
          </a:lstStyle>
          <a:p>
            <a:r>
              <a:rPr lang="en-GB"/>
              <a:t>Process flow</a:t>
            </a:r>
            <a:endParaRPr lang="en-US"/>
          </a:p>
        </p:txBody>
      </p:sp>
      <p:sp>
        <p:nvSpPr>
          <p:cNvPr id="2" name="hcSlideMaster121.Process FlowHeader" descr="Classification: Internal">
            <a:extLst>
              <a:ext uri="{FF2B5EF4-FFF2-40B4-BE49-F238E27FC236}">
                <a16:creationId xmlns:a16="http://schemas.microsoft.com/office/drawing/2014/main" id="{52A7D272-777C-1832-2759-C4D08AFD309E}"/>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4140911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200055"/>
          </a:xfrm>
          <a:prstGeom prst="rect">
            <a:avLst/>
          </a:prstGeom>
          <a:noFill/>
        </p:spPr>
        <p:txBody>
          <a:bodyPr wrap="square">
            <a:spAutoFit/>
          </a:bodyPr>
          <a:lstStyle>
            <a:defPPr>
              <a:defRPr lang="en-US"/>
            </a:defPPr>
            <a:lvl1pPr lvl="0">
              <a:defRPr sz="600" spc="-20" baseline="0">
                <a:solidFill>
                  <a:schemeClr val="tx2"/>
                </a:solidFill>
                <a:effectLst/>
              </a:defRPr>
            </a:lvl1pPr>
          </a:lstStyle>
          <a:p>
            <a:pPr lvl="0"/>
            <a:r>
              <a:rPr lang="en-GB" sz="700"/>
              <a:t>© Copyright 2025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lvl1pPr>
              <a:defRPr>
                <a:solidFill>
                  <a:schemeClr val="tx1"/>
                </a:solidFill>
              </a:defRPr>
            </a:lvl1p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ACF844E2-7DD3-5EFE-AE5E-81B0CFE5301D}"/>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0982F325-2D02-0411-8AE8-50578E38A926}"/>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itle Placeholder 21">
            <a:extLst>
              <a:ext uri="{FF2B5EF4-FFF2-40B4-BE49-F238E27FC236}">
                <a16:creationId xmlns:a16="http://schemas.microsoft.com/office/drawing/2014/main" id="{E15264E5-42CA-9E36-C725-56BBDC622F3B}"/>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lgn="l" defTabSz="914332" rtl="0" eaLnBrk="1" latinLnBrk="0" hangingPunct="1">
              <a:lnSpc>
                <a:spcPct val="90000"/>
              </a:lnSpc>
              <a:spcBef>
                <a:spcPts val="0"/>
              </a:spcBef>
              <a:buNone/>
              <a:defRPr lang="en-US" sz="2800" b="0" i="0" kern="1200" dirty="0">
                <a:solidFill>
                  <a:schemeClr val="tx1"/>
                </a:solidFill>
                <a:latin typeface="+mj-lt"/>
                <a:ea typeface="+mj-ea"/>
                <a:cs typeface="+mj-cs"/>
              </a:defRPr>
            </a:lvl1pPr>
          </a:lstStyle>
          <a:p>
            <a:r>
              <a:rPr lang="en-GB"/>
              <a:t>Click to edit Master title</a:t>
            </a:r>
            <a:endParaRPr lang="en-US"/>
          </a:p>
        </p:txBody>
      </p:sp>
      <p:sp>
        <p:nvSpPr>
          <p:cNvPr id="7" name="Text Placeholder 2">
            <a:extLst>
              <a:ext uri="{FF2B5EF4-FFF2-40B4-BE49-F238E27FC236}">
                <a16:creationId xmlns:a16="http://schemas.microsoft.com/office/drawing/2014/main" id="{9C6BC073-828B-7A65-7060-227C228BD757}"/>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hcSlideMaster40.BlankHeader" descr="Classification: Internal">
            <a:extLst>
              <a:ext uri="{FF2B5EF4-FFF2-40B4-BE49-F238E27FC236}">
                <a16:creationId xmlns:a16="http://schemas.microsoft.com/office/drawing/2014/main" id="{35A20BB1-6F64-8BF7-620A-B100639327F9}"/>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644553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Automotive Dark Green">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9C372AAB-4B75-2F25-BC32-9F4A7112CF8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914BDECA-09B2-0BFC-42C2-308F528457C4}"/>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71AB19D1-BC5F-3C4B-EDD2-BC8539BC0C0E}"/>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rgbClr val="5EEC6F"/>
                </a:solidFill>
              </a:defRPr>
            </a:lvl1pPr>
          </a:lstStyle>
          <a:p>
            <a:r>
              <a:rPr lang="en-GB"/>
              <a:t>Click to edit Master title</a:t>
            </a:r>
            <a:endParaRPr lang="en-US"/>
          </a:p>
        </p:txBody>
      </p:sp>
      <p:sp>
        <p:nvSpPr>
          <p:cNvPr id="6" name="Text Placeholder 2">
            <a:extLst>
              <a:ext uri="{FF2B5EF4-FFF2-40B4-BE49-F238E27FC236}">
                <a16:creationId xmlns:a16="http://schemas.microsoft.com/office/drawing/2014/main" id="{09B4D5BA-54B7-AC73-A1BC-4825B5D0E8F6}"/>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hcSlideMaster40.Blank Automotive Dark GreenHeader" descr="Classification: Internal">
            <a:extLst>
              <a:ext uri="{FF2B5EF4-FFF2-40B4-BE49-F238E27FC236}">
                <a16:creationId xmlns:a16="http://schemas.microsoft.com/office/drawing/2014/main" id="{0490EE10-772C-476C-1011-74467769FB64}"/>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632776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Automotive Dark Green">
    <p:bg>
      <p:bgPr>
        <a:solidFill>
          <a:schemeClr val="tx2"/>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3B6076B-D9C5-8F0E-BCDD-D843DDA94745}"/>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6" name="TextBox 35">
            <a:extLst>
              <a:ext uri="{FF2B5EF4-FFF2-40B4-BE49-F238E27FC236}">
                <a16:creationId xmlns:a16="http://schemas.microsoft.com/office/drawing/2014/main" id="{00439E84-97CE-7951-71AF-552278CECA61}"/>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4" name="Title 1">
            <a:extLst>
              <a:ext uri="{FF2B5EF4-FFF2-40B4-BE49-F238E27FC236}">
                <a16:creationId xmlns:a16="http://schemas.microsoft.com/office/drawing/2014/main" id="{BAEC7D47-3DF7-1D30-C3A9-A47CD4A0228E}"/>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b="0" i="0" kern="1200" dirty="0">
                <a:solidFill>
                  <a:srgbClr val="5EEC6F"/>
                </a:solidFill>
                <a:latin typeface="+mj-lt"/>
                <a:ea typeface="+mj-ea"/>
                <a:cs typeface="+mj-cs"/>
              </a:defRPr>
            </a:lvl1pPr>
          </a:lstStyle>
          <a:p>
            <a:r>
              <a:rPr lang="en-GB"/>
              <a:t>Click to edit title</a:t>
            </a:r>
            <a:endParaRPr lang="en-US"/>
          </a:p>
        </p:txBody>
      </p:sp>
      <p:grpSp>
        <p:nvGrpSpPr>
          <p:cNvPr id="38" name="object 12">
            <a:extLst>
              <a:ext uri="{FF2B5EF4-FFF2-40B4-BE49-F238E27FC236}">
                <a16:creationId xmlns:a16="http://schemas.microsoft.com/office/drawing/2014/main" id="{4220A984-EF30-6E1A-F8E2-7C62137C70C0}"/>
              </a:ext>
            </a:extLst>
          </p:cNvPr>
          <p:cNvGrpSpPr/>
          <p:nvPr userDrawn="1"/>
        </p:nvGrpSpPr>
        <p:grpSpPr>
          <a:xfrm>
            <a:off x="349429" y="1267022"/>
            <a:ext cx="666571" cy="837025"/>
            <a:chOff x="520782" y="2111749"/>
            <a:chExt cx="1109980" cy="1393825"/>
          </a:xfrm>
        </p:grpSpPr>
        <p:sp>
          <p:nvSpPr>
            <p:cNvPr id="39" name="object 13">
              <a:extLst>
                <a:ext uri="{FF2B5EF4-FFF2-40B4-BE49-F238E27FC236}">
                  <a16:creationId xmlns:a16="http://schemas.microsoft.com/office/drawing/2014/main" id="{9EAF4BC3-EFAF-5E08-D630-5F8FF8953398}"/>
                </a:ext>
              </a:extLst>
            </p:cNvPr>
            <p:cNvSpPr/>
            <p:nvPr/>
          </p:nvSpPr>
          <p:spPr>
            <a:xfrm>
              <a:off x="795950" y="2116984"/>
              <a:ext cx="528320" cy="1383665"/>
            </a:xfrm>
            <a:custGeom>
              <a:avLst/>
              <a:gdLst/>
              <a:ahLst/>
              <a:cxnLst/>
              <a:rect l="l" t="t" r="r" b="b"/>
              <a:pathLst>
                <a:path w="528319" h="1383664">
                  <a:moveTo>
                    <a:pt x="527711" y="0"/>
                  </a:moveTo>
                  <a:lnTo>
                    <a:pt x="0" y="1383099"/>
                  </a:lnTo>
                </a:path>
              </a:pathLst>
            </a:custGeom>
            <a:ln w="10470">
              <a:solidFill>
                <a:srgbClr val="FFFFFF"/>
              </a:solidFill>
            </a:ln>
          </p:spPr>
          <p:txBody>
            <a:bodyPr wrap="square" lIns="0" tIns="0" rIns="0" bIns="0" rtlCol="0"/>
            <a:lstStyle/>
            <a:p>
              <a:endParaRPr sz="1351"/>
            </a:p>
          </p:txBody>
        </p:sp>
        <p:sp>
          <p:nvSpPr>
            <p:cNvPr id="40" name="object 14">
              <a:extLst>
                <a:ext uri="{FF2B5EF4-FFF2-40B4-BE49-F238E27FC236}">
                  <a16:creationId xmlns:a16="http://schemas.microsoft.com/office/drawing/2014/main" id="{596942C6-08D6-015B-2394-0C8DA250B3B0}"/>
                </a:ext>
              </a:extLst>
            </p:cNvPr>
            <p:cNvSpPr/>
            <p:nvPr/>
          </p:nvSpPr>
          <p:spPr>
            <a:xfrm>
              <a:off x="871409" y="2116990"/>
              <a:ext cx="528320" cy="1383665"/>
            </a:xfrm>
            <a:custGeom>
              <a:avLst/>
              <a:gdLst/>
              <a:ahLst/>
              <a:cxnLst/>
              <a:rect l="l" t="t" r="r" b="b"/>
              <a:pathLst>
                <a:path w="528319" h="1383664">
                  <a:moveTo>
                    <a:pt x="527711" y="0"/>
                  </a:moveTo>
                  <a:lnTo>
                    <a:pt x="0" y="1383099"/>
                  </a:lnTo>
                </a:path>
              </a:pathLst>
            </a:custGeom>
            <a:ln w="10470">
              <a:solidFill>
                <a:srgbClr val="A0CD8D"/>
              </a:solidFill>
            </a:ln>
          </p:spPr>
          <p:txBody>
            <a:bodyPr wrap="square" lIns="0" tIns="0" rIns="0" bIns="0" rtlCol="0"/>
            <a:lstStyle/>
            <a:p>
              <a:endParaRPr sz="1351"/>
            </a:p>
          </p:txBody>
        </p:sp>
        <p:sp>
          <p:nvSpPr>
            <p:cNvPr id="41" name="object 15">
              <a:extLst>
                <a:ext uri="{FF2B5EF4-FFF2-40B4-BE49-F238E27FC236}">
                  <a16:creationId xmlns:a16="http://schemas.microsoft.com/office/drawing/2014/main" id="{667A3EC8-FC2A-A94F-60FB-663727C43D62}"/>
                </a:ext>
              </a:extLst>
            </p:cNvPr>
            <p:cNvSpPr/>
            <p:nvPr/>
          </p:nvSpPr>
          <p:spPr>
            <a:xfrm>
              <a:off x="946868" y="2116993"/>
              <a:ext cx="678815" cy="1383665"/>
            </a:xfrm>
            <a:custGeom>
              <a:avLst/>
              <a:gdLst/>
              <a:ahLst/>
              <a:cxnLst/>
              <a:rect l="l" t="t" r="r" b="b"/>
              <a:pathLst>
                <a:path w="678814" h="1383664">
                  <a:moveTo>
                    <a:pt x="528559" y="0"/>
                  </a:moveTo>
                  <a:lnTo>
                    <a:pt x="0" y="1383088"/>
                  </a:lnTo>
                </a:path>
                <a:path w="678814" h="1383664">
                  <a:moveTo>
                    <a:pt x="528559" y="0"/>
                  </a:moveTo>
                  <a:lnTo>
                    <a:pt x="0" y="1383088"/>
                  </a:lnTo>
                </a:path>
                <a:path w="678814" h="1383664">
                  <a:moveTo>
                    <a:pt x="678639" y="0"/>
                  </a:moveTo>
                  <a:lnTo>
                    <a:pt x="150079" y="1383088"/>
                  </a:lnTo>
                </a:path>
              </a:pathLst>
            </a:custGeom>
            <a:ln w="10470">
              <a:solidFill>
                <a:srgbClr val="FFFFFF"/>
              </a:solidFill>
            </a:ln>
          </p:spPr>
          <p:txBody>
            <a:bodyPr wrap="square" lIns="0" tIns="0" rIns="0" bIns="0" rtlCol="0"/>
            <a:lstStyle/>
            <a:p>
              <a:endParaRPr sz="1351"/>
            </a:p>
          </p:txBody>
        </p:sp>
        <p:sp>
          <p:nvSpPr>
            <p:cNvPr id="42" name="object 16">
              <a:extLst>
                <a:ext uri="{FF2B5EF4-FFF2-40B4-BE49-F238E27FC236}">
                  <a16:creationId xmlns:a16="http://schemas.microsoft.com/office/drawing/2014/main" id="{6F602140-C002-0FC7-AE32-35E2530D1D49}"/>
                </a:ext>
              </a:extLst>
            </p:cNvPr>
            <p:cNvSpPr/>
            <p:nvPr/>
          </p:nvSpPr>
          <p:spPr>
            <a:xfrm>
              <a:off x="1022332" y="2116990"/>
              <a:ext cx="528320" cy="1383665"/>
            </a:xfrm>
            <a:custGeom>
              <a:avLst/>
              <a:gdLst/>
              <a:ahLst/>
              <a:cxnLst/>
              <a:rect l="l" t="t" r="r" b="b"/>
              <a:pathLst>
                <a:path w="528319" h="1383664">
                  <a:moveTo>
                    <a:pt x="527711" y="0"/>
                  </a:moveTo>
                  <a:lnTo>
                    <a:pt x="0" y="1383099"/>
                  </a:lnTo>
                </a:path>
              </a:pathLst>
            </a:custGeom>
            <a:ln w="10470">
              <a:solidFill>
                <a:srgbClr val="A0CD8D"/>
              </a:solidFill>
            </a:ln>
          </p:spPr>
          <p:txBody>
            <a:bodyPr wrap="square" lIns="0" tIns="0" rIns="0" bIns="0" rtlCol="0"/>
            <a:lstStyle/>
            <a:p>
              <a:endParaRPr sz="1351"/>
            </a:p>
          </p:txBody>
        </p:sp>
        <p:sp>
          <p:nvSpPr>
            <p:cNvPr id="43" name="object 17">
              <a:extLst>
                <a:ext uri="{FF2B5EF4-FFF2-40B4-BE49-F238E27FC236}">
                  <a16:creationId xmlns:a16="http://schemas.microsoft.com/office/drawing/2014/main" id="{3F0BA598-09D3-86CB-F3B5-7E314A525820}"/>
                </a:ext>
              </a:extLst>
            </p:cNvPr>
            <p:cNvSpPr/>
            <p:nvPr/>
          </p:nvSpPr>
          <p:spPr>
            <a:xfrm>
              <a:off x="526017" y="2299488"/>
              <a:ext cx="730250" cy="1044575"/>
            </a:xfrm>
            <a:custGeom>
              <a:avLst/>
              <a:gdLst/>
              <a:ahLst/>
              <a:cxnLst/>
              <a:rect l="l" t="t" r="r" b="b"/>
              <a:pathLst>
                <a:path w="730250" h="1044575">
                  <a:moveTo>
                    <a:pt x="372407" y="923678"/>
                  </a:moveTo>
                  <a:lnTo>
                    <a:pt x="268630" y="923678"/>
                  </a:lnTo>
                  <a:lnTo>
                    <a:pt x="268630" y="1044355"/>
                  </a:lnTo>
                  <a:lnTo>
                    <a:pt x="6575" y="1044355"/>
                  </a:lnTo>
                  <a:lnTo>
                    <a:pt x="6575" y="429117"/>
                  </a:lnTo>
                  <a:lnTo>
                    <a:pt x="201145" y="310262"/>
                  </a:lnTo>
                  <a:lnTo>
                    <a:pt x="320555" y="0"/>
                  </a:lnTo>
                  <a:lnTo>
                    <a:pt x="729988" y="0"/>
                  </a:lnTo>
                </a:path>
                <a:path w="730250" h="1044575">
                  <a:moveTo>
                    <a:pt x="268630" y="923689"/>
                  </a:moveTo>
                  <a:lnTo>
                    <a:pt x="0" y="779913"/>
                  </a:lnTo>
                </a:path>
                <a:path w="730250" h="1044575">
                  <a:moveTo>
                    <a:pt x="201145" y="310807"/>
                  </a:moveTo>
                  <a:lnTo>
                    <a:pt x="610368" y="310807"/>
                  </a:lnTo>
                </a:path>
                <a:path w="730250" h="1044575">
                  <a:moveTo>
                    <a:pt x="201177" y="310587"/>
                  </a:moveTo>
                  <a:lnTo>
                    <a:pt x="168089" y="224631"/>
                  </a:lnTo>
                  <a:lnTo>
                    <a:pt x="49370" y="224631"/>
                  </a:lnTo>
                  <a:lnTo>
                    <a:pt x="49370" y="310838"/>
                  </a:lnTo>
                  <a:lnTo>
                    <a:pt x="201177" y="310838"/>
                  </a:lnTo>
                </a:path>
                <a:path w="730250" h="1044575">
                  <a:moveTo>
                    <a:pt x="558621" y="444834"/>
                  </a:moveTo>
                  <a:lnTo>
                    <a:pt x="357036" y="445567"/>
                  </a:lnTo>
                  <a:lnTo>
                    <a:pt x="457766" y="707287"/>
                  </a:lnTo>
                </a:path>
              </a:pathLst>
            </a:custGeom>
            <a:ln w="10470">
              <a:solidFill>
                <a:srgbClr val="FFFFFF"/>
              </a:solidFill>
            </a:ln>
          </p:spPr>
          <p:txBody>
            <a:bodyPr wrap="square" lIns="0" tIns="0" rIns="0" bIns="0" rtlCol="0"/>
            <a:lstStyle/>
            <a:p>
              <a:endParaRPr sz="1351"/>
            </a:p>
          </p:txBody>
        </p:sp>
        <p:pic>
          <p:nvPicPr>
            <p:cNvPr id="44" name="object 18">
              <a:extLst>
                <a:ext uri="{FF2B5EF4-FFF2-40B4-BE49-F238E27FC236}">
                  <a16:creationId xmlns:a16="http://schemas.microsoft.com/office/drawing/2014/main" id="{65A6F000-6DB8-2D8C-9D23-04A5F267E30E}"/>
                </a:ext>
              </a:extLst>
            </p:cNvPr>
            <p:cNvPicPr/>
            <p:nvPr/>
          </p:nvPicPr>
          <p:blipFill>
            <a:blip r:embed="rId4" cstate="email">
              <a:extLst>
                <a:ext uri="{28A0092B-C50C-407E-A947-70E740481C1C}">
                  <a14:useLocalDpi xmlns:a14="http://schemas.microsoft.com/office/drawing/2010/main"/>
                </a:ext>
              </a:extLst>
            </a:blip>
            <a:stretch>
              <a:fillRect/>
            </a:stretch>
          </p:blipFill>
          <p:spPr>
            <a:xfrm>
              <a:off x="620694" y="2731898"/>
              <a:ext cx="186884" cy="185565"/>
            </a:xfrm>
            <a:prstGeom prst="rect">
              <a:avLst/>
            </a:prstGeom>
          </p:spPr>
        </p:pic>
      </p:grpSp>
      <p:pic>
        <p:nvPicPr>
          <p:cNvPr id="3" name="Picture 2">
            <a:extLst>
              <a:ext uri="{FF2B5EF4-FFF2-40B4-BE49-F238E27FC236}">
                <a16:creationId xmlns:a16="http://schemas.microsoft.com/office/drawing/2014/main" id="{0FDBB593-2139-0F1C-4724-397918367958}"/>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4F52FF77-E394-433B-DD8F-B8AD5CA9D3DE}"/>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703997" y="6408073"/>
            <a:ext cx="2135347" cy="168971"/>
          </a:xfrm>
          <a:prstGeom prst="rect">
            <a:avLst/>
          </a:prstGeom>
        </p:spPr>
      </p:pic>
      <p:sp>
        <p:nvSpPr>
          <p:cNvPr id="6" name="Text Placeholder 6">
            <a:extLst>
              <a:ext uri="{FF2B5EF4-FFF2-40B4-BE49-F238E27FC236}">
                <a16:creationId xmlns:a16="http://schemas.microsoft.com/office/drawing/2014/main" id="{51FED1D0-7731-E5E8-681D-68F01AC9C6A9}"/>
              </a:ext>
            </a:extLst>
          </p:cNvPr>
          <p:cNvSpPr>
            <a:spLocks noGrp="1"/>
          </p:cNvSpPr>
          <p:nvPr>
            <p:ph type="body" sz="quarter" idx="13" hasCustomPrompt="1"/>
          </p:nvPr>
        </p:nvSpPr>
        <p:spPr>
          <a:xfrm>
            <a:off x="245653" y="4004398"/>
            <a:ext cx="4291843" cy="793631"/>
          </a:xfrm>
        </p:spPr>
        <p:txBody>
          <a:bodyPr/>
          <a:lstStyle>
            <a:lvl1pPr marL="0" indent="0">
              <a:lnSpc>
                <a:spcPct val="90000"/>
              </a:lnSpc>
              <a:buNone/>
              <a:defRPr sz="2400">
                <a:solidFill>
                  <a:schemeClr val="bg1"/>
                </a:solidFill>
              </a:defRPr>
            </a:lvl1pPr>
          </a:lstStyle>
          <a:p>
            <a:pPr lvl="0"/>
            <a:r>
              <a:rPr lang="en-GB"/>
              <a:t>Click here to edit subheading</a:t>
            </a:r>
            <a:endParaRPr lang="en-US"/>
          </a:p>
        </p:txBody>
      </p:sp>
      <p:sp>
        <p:nvSpPr>
          <p:cNvPr id="7" name="Text Placeholder 6">
            <a:extLst>
              <a:ext uri="{FF2B5EF4-FFF2-40B4-BE49-F238E27FC236}">
                <a16:creationId xmlns:a16="http://schemas.microsoft.com/office/drawing/2014/main" id="{62C3DEFF-2C97-366F-154D-D468A4A6F897}"/>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defRPr>
            </a:lvl1pPr>
          </a:lstStyle>
          <a:p>
            <a:pPr lvl="0"/>
            <a:r>
              <a:rPr lang="en-GB"/>
              <a:t>Enter Date or Document Version</a:t>
            </a:r>
            <a:endParaRPr lang="en-US"/>
          </a:p>
        </p:txBody>
      </p:sp>
      <p:sp>
        <p:nvSpPr>
          <p:cNvPr id="2" name="hcSlideMaster40.CoverAutomotive Dark GreenHeader" descr="Classification: Internal">
            <a:extLst>
              <a:ext uri="{FF2B5EF4-FFF2-40B4-BE49-F238E27FC236}">
                <a16:creationId xmlns:a16="http://schemas.microsoft.com/office/drawing/2014/main" id="{31F27C62-C199-B4AB-D4A1-0EF86BFB54D4}"/>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6840729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163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utomotive Separato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7"/>
            <a:ext cx="4350335" cy="1720800"/>
          </a:xfrm>
          <a:prstGeom prst="rect">
            <a:avLst/>
          </a:prstGeom>
        </p:spPr>
        <p:txBody>
          <a:bodyPr/>
          <a:lstStyle>
            <a:lvl1pPr>
              <a:lnSpc>
                <a:spcPct val="90000"/>
              </a:lnSpc>
              <a:defRPr sz="2800">
                <a:solidFill>
                  <a:schemeClr val="bg1"/>
                </a:solidFill>
              </a:defRPr>
            </a:lvl1pPr>
          </a:lstStyle>
          <a:p>
            <a:r>
              <a:rPr lang="en-GB"/>
              <a:t>Separator</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3" name="TextBox 32">
            <a:extLst>
              <a:ext uri="{FF2B5EF4-FFF2-40B4-BE49-F238E27FC236}">
                <a16:creationId xmlns:a16="http://schemas.microsoft.com/office/drawing/2014/main" id="{0D3738DA-E1A3-951E-954E-52831689FC14}"/>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pic>
        <p:nvPicPr>
          <p:cNvPr id="2" name="Picture 1">
            <a:extLst>
              <a:ext uri="{FF2B5EF4-FFF2-40B4-BE49-F238E27FC236}">
                <a16:creationId xmlns:a16="http://schemas.microsoft.com/office/drawing/2014/main" id="{D8B18A12-64EF-C999-98FF-5C256D331B0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9" name="Graphic 8">
            <a:extLst>
              <a:ext uri="{FF2B5EF4-FFF2-40B4-BE49-F238E27FC236}">
                <a16:creationId xmlns:a16="http://schemas.microsoft.com/office/drawing/2014/main" id="{12A237FD-243E-F7DE-6A21-C0BFA5F3C9A9}"/>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4" name="Graphic 3">
            <a:extLst>
              <a:ext uri="{FF2B5EF4-FFF2-40B4-BE49-F238E27FC236}">
                <a16:creationId xmlns:a16="http://schemas.microsoft.com/office/drawing/2014/main" id="{BD2DE003-0D9A-4995-1702-E3984259CEA9}"/>
              </a:ext>
            </a:extLst>
          </p:cNvPr>
          <p:cNvPicPr>
            <a:picLocks noChangeAspect="1"/>
          </p:cNvPicPr>
          <p:nvPr userDrawn="1"/>
        </p:nvPicPr>
        <p:blipFill rotWithShape="1">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rcRect t="17778" b="17841"/>
          <a:stretch/>
        </p:blipFill>
        <p:spPr>
          <a:xfrm>
            <a:off x="3206998" y="148040"/>
            <a:ext cx="7896353" cy="6228000"/>
          </a:xfrm>
          <a:prstGeom prst="rect">
            <a:avLst/>
          </a:prstGeom>
        </p:spPr>
      </p:pic>
      <p:sp>
        <p:nvSpPr>
          <p:cNvPr id="3" name="hcSlideMaster40.Automotive SeparatorHeader" descr="Classification: Internal">
            <a:extLst>
              <a:ext uri="{FF2B5EF4-FFF2-40B4-BE49-F238E27FC236}">
                <a16:creationId xmlns:a16="http://schemas.microsoft.com/office/drawing/2014/main" id="{C9553FE7-B9A4-3BA8-F069-344627ADBFBA}"/>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8152837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utomotive Separator 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25DF583-D45F-3FA1-D8C7-82A753218622}"/>
              </a:ext>
            </a:extLst>
          </p:cNvPr>
          <p:cNvSpPr>
            <a:spLocks noGrp="1"/>
          </p:cNvSpPr>
          <p:nvPr>
            <p:ph type="pic" sz="quarter" idx="11"/>
          </p:nvPr>
        </p:nvSpPr>
        <p:spPr>
          <a:xfrm>
            <a:off x="5781211" y="1273423"/>
            <a:ext cx="5943600" cy="3390900"/>
          </a:xfrm>
          <a:custGeom>
            <a:avLst/>
            <a:gdLst>
              <a:gd name="connsiteX0" fmla="*/ 1332149 w 5943600"/>
              <a:gd name="connsiteY0" fmla="*/ 0 h 3390900"/>
              <a:gd name="connsiteX1" fmla="*/ 5943600 w 5943600"/>
              <a:gd name="connsiteY1" fmla="*/ 0 h 3390900"/>
              <a:gd name="connsiteX2" fmla="*/ 4611451 w 5943600"/>
              <a:gd name="connsiteY2" fmla="*/ 3390900 h 3390900"/>
              <a:gd name="connsiteX3" fmla="*/ 0 w 594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5943600" h="3390900">
                <a:moveTo>
                  <a:pt x="1332149" y="0"/>
                </a:moveTo>
                <a:lnTo>
                  <a:pt x="5943600" y="0"/>
                </a:lnTo>
                <a:lnTo>
                  <a:pt x="4611451" y="3390900"/>
                </a:lnTo>
                <a:lnTo>
                  <a:pt x="0" y="3390900"/>
                </a:lnTo>
                <a:close/>
              </a:path>
            </a:pathLst>
          </a:custGeom>
          <a:solidFill>
            <a:schemeClr val="bg1">
              <a:lumMod val="95000"/>
            </a:schemeClr>
          </a:solidFill>
        </p:spPr>
        <p:txBody>
          <a:bodyPr wrap="square" anchor="ctr">
            <a:noAutofit/>
          </a:bodyPr>
          <a:lstStyle>
            <a:lvl1pPr algn="ctr">
              <a:defRPr/>
            </a:lvl1pPr>
          </a:lstStyle>
          <a:p>
            <a:endParaRPr lang="en-US"/>
          </a:p>
        </p:txBody>
      </p:sp>
      <p:sp>
        <p:nvSpPr>
          <p:cNvPr id="15" name="Picture Placeholder 14">
            <a:extLst>
              <a:ext uri="{FF2B5EF4-FFF2-40B4-BE49-F238E27FC236}">
                <a16:creationId xmlns:a16="http://schemas.microsoft.com/office/drawing/2014/main" id="{A3B1A9F1-5E2D-25D0-4904-C4157E0F04C2}"/>
              </a:ext>
            </a:extLst>
          </p:cNvPr>
          <p:cNvSpPr>
            <a:spLocks noGrp="1"/>
          </p:cNvSpPr>
          <p:nvPr>
            <p:ph type="pic" sz="quarter" idx="12"/>
          </p:nvPr>
        </p:nvSpPr>
        <p:spPr>
          <a:xfrm>
            <a:off x="851112" y="2710967"/>
            <a:ext cx="5676472" cy="3238500"/>
          </a:xfrm>
          <a:custGeom>
            <a:avLst/>
            <a:gdLst>
              <a:gd name="connsiteX0" fmla="*/ 1332149 w 5943600"/>
              <a:gd name="connsiteY0" fmla="*/ 0 h 3390900"/>
              <a:gd name="connsiteX1" fmla="*/ 5943600 w 5943600"/>
              <a:gd name="connsiteY1" fmla="*/ 0 h 3390900"/>
              <a:gd name="connsiteX2" fmla="*/ 4611451 w 5943600"/>
              <a:gd name="connsiteY2" fmla="*/ 3390900 h 3390900"/>
              <a:gd name="connsiteX3" fmla="*/ 0 w 594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5943600" h="3390900">
                <a:moveTo>
                  <a:pt x="1332149" y="0"/>
                </a:moveTo>
                <a:lnTo>
                  <a:pt x="5943600" y="0"/>
                </a:lnTo>
                <a:lnTo>
                  <a:pt x="4611451" y="3390900"/>
                </a:lnTo>
                <a:lnTo>
                  <a:pt x="0" y="3390900"/>
                </a:lnTo>
                <a:close/>
              </a:path>
            </a:pathLst>
          </a:custGeom>
          <a:solidFill>
            <a:schemeClr val="bg1">
              <a:lumMod val="95000"/>
            </a:schemeClr>
          </a:solidFill>
        </p:spPr>
        <p:txBody>
          <a:bodyPr wrap="square" anchor="ctr">
            <a:noAutofit/>
          </a:bodyPr>
          <a:lstStyle>
            <a:lvl1pPr algn="ctr">
              <a:defRPr/>
            </a:lvl1pPr>
          </a:lstStyle>
          <a:p>
            <a:endParaRPr lang="en-US"/>
          </a:p>
        </p:txBody>
      </p:sp>
      <p:sp>
        <p:nvSpPr>
          <p:cNvPr id="2" name="Title 1">
            <a:extLst>
              <a:ext uri="{FF2B5EF4-FFF2-40B4-BE49-F238E27FC236}">
                <a16:creationId xmlns:a16="http://schemas.microsoft.com/office/drawing/2014/main" id="{84AAD9E5-9770-BAAD-EED5-B9281B34EEBD}"/>
              </a:ext>
            </a:extLst>
          </p:cNvPr>
          <p:cNvSpPr>
            <a:spLocks noGrp="1"/>
          </p:cNvSpPr>
          <p:nvPr>
            <p:ph type="title" hasCustomPrompt="1"/>
          </p:nvPr>
        </p:nvSpPr>
        <p:spPr>
          <a:xfrm>
            <a:off x="245655" y="888104"/>
            <a:ext cx="6103391" cy="1751581"/>
          </a:xfrm>
          <a:prstGeom prst="rect">
            <a:avLst/>
          </a:prstGeom>
        </p:spPr>
        <p:txBody>
          <a:bodyPr/>
          <a:lstStyle>
            <a:lvl1pPr>
              <a:lnSpc>
                <a:spcPct val="90000"/>
              </a:lnSpc>
              <a:defRPr sz="2800">
                <a:solidFill>
                  <a:schemeClr val="bg2"/>
                </a:solidFill>
              </a:defRPr>
            </a:lvl1pPr>
          </a:lstStyle>
          <a:p>
            <a:r>
              <a:rPr lang="en-GB"/>
              <a:t>Separator</a:t>
            </a:r>
            <a:endParaRPr lang="en-US"/>
          </a:p>
        </p:txBody>
      </p:sp>
      <p:grpSp>
        <p:nvGrpSpPr>
          <p:cNvPr id="21" name="Group 20">
            <a:extLst>
              <a:ext uri="{FF2B5EF4-FFF2-40B4-BE49-F238E27FC236}">
                <a16:creationId xmlns:a16="http://schemas.microsoft.com/office/drawing/2014/main" id="{E25172A6-D006-0CAE-9D3D-F9BDAAA58A02}"/>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D274207-AA4F-71FB-4CF0-93AAD4FEE8A9}"/>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C93B14B2-6319-0061-6572-5D1EEC9CCE7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9785C40C-ED24-4026-97B5-43FD00093BE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46FF6BE3-0551-6A4B-C50A-CF5C64D4370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6E85E10E-50C7-8361-DA25-DD2307DA8AAD}"/>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1" name="TextBox 30">
            <a:extLst>
              <a:ext uri="{FF2B5EF4-FFF2-40B4-BE49-F238E27FC236}">
                <a16:creationId xmlns:a16="http://schemas.microsoft.com/office/drawing/2014/main" id="{3E3436A4-70E4-2578-CC51-43E2E91DCE1E}"/>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chemeClr val="tx2"/>
                </a:solidFill>
                <a:effectLst/>
              </a:rPr>
              <a:t>© Copyright 2025 Tata Technologies. All rights reserved. All other trademarks are trademarks of their respective owners.</a:t>
            </a:r>
          </a:p>
        </p:txBody>
      </p:sp>
      <p:pic>
        <p:nvPicPr>
          <p:cNvPr id="4" name="Graphic 3">
            <a:extLst>
              <a:ext uri="{FF2B5EF4-FFF2-40B4-BE49-F238E27FC236}">
                <a16:creationId xmlns:a16="http://schemas.microsoft.com/office/drawing/2014/main" id="{A0C70C4D-EAD9-31BA-D111-3975324D9D4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C9CA75D5-4C7A-4D18-966A-F9C19DC3450D}"/>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pic>
        <p:nvPicPr>
          <p:cNvPr id="3" name="Graphic 2">
            <a:extLst>
              <a:ext uri="{FF2B5EF4-FFF2-40B4-BE49-F238E27FC236}">
                <a16:creationId xmlns:a16="http://schemas.microsoft.com/office/drawing/2014/main" id="{F6ED7F9B-1CC2-5923-C6F2-75DA114C2C7B}"/>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937133" y="892387"/>
            <a:ext cx="2453641" cy="5378292"/>
          </a:xfrm>
          <a:prstGeom prst="rect">
            <a:avLst/>
          </a:prstGeom>
        </p:spPr>
      </p:pic>
      <p:sp>
        <p:nvSpPr>
          <p:cNvPr id="6" name="hcSlideMaster40.Automotive Separator 1Header" descr="Classification: Internal">
            <a:extLst>
              <a:ext uri="{FF2B5EF4-FFF2-40B4-BE49-F238E27FC236}">
                <a16:creationId xmlns:a16="http://schemas.microsoft.com/office/drawing/2014/main" id="{87F2B5A9-91E1-16B0-CC4B-B53C385B060B}"/>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1210151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EFFDF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8F120E7E-F773-E7BC-D998-12FB871DE60C}"/>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BD1EF069-B5B1-5375-790D-672448B8744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ext Placeholder 6">
            <a:extLst>
              <a:ext uri="{FF2B5EF4-FFF2-40B4-BE49-F238E27FC236}">
                <a16:creationId xmlns:a16="http://schemas.microsoft.com/office/drawing/2014/main" id="{A0F36DA8-9FED-76BB-4381-1FBFE3A27B52}"/>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5" name="TextBox 4">
            <a:extLst>
              <a:ext uri="{FF2B5EF4-FFF2-40B4-BE49-F238E27FC236}">
                <a16:creationId xmlns:a16="http://schemas.microsoft.com/office/drawing/2014/main" id="{0B552774-4AE5-A349-6E94-A62029CCE0CB}"/>
              </a:ext>
            </a:extLst>
          </p:cNvPr>
          <p:cNvSpPr txBox="1"/>
          <p:nvPr userDrawn="1"/>
        </p:nvSpPr>
        <p:spPr>
          <a:xfrm>
            <a:off x="437245" y="6373607"/>
            <a:ext cx="6098875" cy="200055"/>
          </a:xfrm>
          <a:prstGeom prst="rect">
            <a:avLst/>
          </a:prstGeom>
          <a:noFill/>
        </p:spPr>
        <p:txBody>
          <a:bodyPr wrap="square">
            <a:spAutoFit/>
          </a:bodyPr>
          <a:lstStyle>
            <a:defPPr>
              <a:defRPr lang="en-US"/>
            </a:defPPr>
            <a:lvl1pPr lvl="0">
              <a:defRPr sz="600" spc="-20" baseline="0">
                <a:solidFill>
                  <a:schemeClr val="tx2"/>
                </a:solidFill>
                <a:effectLst/>
              </a:defRPr>
            </a:lvl1pPr>
          </a:lstStyle>
          <a:p>
            <a:pPr lvl="0"/>
            <a:r>
              <a:rPr lang="en-GB" sz="700"/>
              <a:t>© Copyright 2025 Tata Technologies. All rights reserved. All other trademarks are trademarks of their respective owners.</a:t>
            </a:r>
          </a:p>
        </p:txBody>
      </p:sp>
      <p:sp>
        <p:nvSpPr>
          <p:cNvPr id="7" name="hcSlideMaster40.Title onlyHeader" descr="Classification: Internal">
            <a:extLst>
              <a:ext uri="{FF2B5EF4-FFF2-40B4-BE49-F238E27FC236}">
                <a16:creationId xmlns:a16="http://schemas.microsoft.com/office/drawing/2014/main" id="{F4E8BD3D-78BA-C8FE-16E7-BBB7B563207B}"/>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570300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rgbClr val="002B37"/>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4" y="849280"/>
            <a:ext cx="3222215" cy="1356365"/>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4" name="Graphic 3">
            <a:extLst>
              <a:ext uri="{FF2B5EF4-FFF2-40B4-BE49-F238E27FC236}">
                <a16:creationId xmlns:a16="http://schemas.microsoft.com/office/drawing/2014/main" id="{FF5FD16D-E844-CD82-184C-14BE1CA751A8}"/>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FCB49AD2-AA08-15DD-A5AF-499D676BE4AD}"/>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TextBox 1">
            <a:extLst>
              <a:ext uri="{FF2B5EF4-FFF2-40B4-BE49-F238E27FC236}">
                <a16:creationId xmlns:a16="http://schemas.microsoft.com/office/drawing/2014/main" id="{C5E1468F-B399-C334-D20B-658F431C6742}"/>
              </a:ext>
            </a:extLst>
          </p:cNvPr>
          <p:cNvSpPr txBox="1"/>
          <p:nvPr userDrawn="1"/>
        </p:nvSpPr>
        <p:spPr>
          <a:xfrm>
            <a:off x="437245" y="6373607"/>
            <a:ext cx="6098875" cy="184666"/>
          </a:xfrm>
          <a:prstGeom prst="rect">
            <a:avLst/>
          </a:prstGeom>
          <a:noFill/>
        </p:spPr>
        <p:txBody>
          <a:bodyPr wrap="square">
            <a:spAutoFit/>
          </a:bodyPr>
          <a:lstStyle>
            <a:defPPr>
              <a:defRPr lang="en-US"/>
            </a:defPPr>
            <a:lvl1pPr lvl="0">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6" name="hcSlideMaster40.Content 1Header" descr="Classification: Internal">
            <a:extLst>
              <a:ext uri="{FF2B5EF4-FFF2-40B4-BE49-F238E27FC236}">
                <a16:creationId xmlns:a16="http://schemas.microsoft.com/office/drawing/2014/main" id="{70809461-4EA7-F4B5-79A5-CA338B8B9E7E}"/>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643509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EFFDF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70C8B42C-76E0-0B30-100F-2C7A111E305E}"/>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355D11B3-A420-3B49-C9A4-6BA0ED4C2937}"/>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Box 4">
            <a:extLst>
              <a:ext uri="{FF2B5EF4-FFF2-40B4-BE49-F238E27FC236}">
                <a16:creationId xmlns:a16="http://schemas.microsoft.com/office/drawing/2014/main" id="{4EDF18FE-20FC-F311-CC25-F8BC7E842BEC}"/>
              </a:ext>
            </a:extLst>
          </p:cNvPr>
          <p:cNvSpPr txBox="1"/>
          <p:nvPr userDrawn="1"/>
        </p:nvSpPr>
        <p:spPr>
          <a:xfrm>
            <a:off x="437245" y="6373607"/>
            <a:ext cx="6098875" cy="184666"/>
          </a:xfrm>
          <a:prstGeom prst="rect">
            <a:avLst/>
          </a:prstGeom>
          <a:noFill/>
        </p:spPr>
        <p:txBody>
          <a:bodyPr wrap="square">
            <a:spAutoFit/>
          </a:bodyPr>
          <a:lstStyle>
            <a:defPPr>
              <a:defRPr lang="en-US"/>
            </a:defPPr>
            <a:lvl1pPr lvl="0">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6" name="hcSlideMaster40.Content 2Header" descr="Classification: Internal">
            <a:extLst>
              <a:ext uri="{FF2B5EF4-FFF2-40B4-BE49-F238E27FC236}">
                <a16:creationId xmlns:a16="http://schemas.microsoft.com/office/drawing/2014/main" id="{DE153C59-B20D-2C20-27E6-EC27A9356828}"/>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41925889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rgbClr val="002B37"/>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ACDACD51-9515-C108-732D-2D3925E3D760}"/>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B0EE1AE6-4250-1EC1-7C1F-F4C43552D90F}"/>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Box 4">
            <a:extLst>
              <a:ext uri="{FF2B5EF4-FFF2-40B4-BE49-F238E27FC236}">
                <a16:creationId xmlns:a16="http://schemas.microsoft.com/office/drawing/2014/main" id="{2C336B5F-6949-D907-2C56-D467C5AE481C}"/>
              </a:ext>
            </a:extLst>
          </p:cNvPr>
          <p:cNvSpPr txBox="1"/>
          <p:nvPr userDrawn="1"/>
        </p:nvSpPr>
        <p:spPr>
          <a:xfrm>
            <a:off x="437245" y="6373607"/>
            <a:ext cx="6098875" cy="184666"/>
          </a:xfrm>
          <a:prstGeom prst="rect">
            <a:avLst/>
          </a:prstGeom>
          <a:noFill/>
        </p:spPr>
        <p:txBody>
          <a:bodyPr wrap="square">
            <a:spAutoFit/>
          </a:bodyPr>
          <a:lstStyle>
            <a:defPPr>
              <a:defRPr lang="en-US"/>
            </a:defPPr>
            <a:lvl1pPr lvl="0">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6" name="hcSlideMaster40.Content 3Header" descr="Classification: Internal">
            <a:extLst>
              <a:ext uri="{FF2B5EF4-FFF2-40B4-BE49-F238E27FC236}">
                <a16:creationId xmlns:a16="http://schemas.microsoft.com/office/drawing/2014/main" id="{76FBE497-CC1D-D445-B610-B4E2916229CD}"/>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5110852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pic>
        <p:nvPicPr>
          <p:cNvPr id="3" name="Picture 2">
            <a:extLst>
              <a:ext uri="{FF2B5EF4-FFF2-40B4-BE49-F238E27FC236}">
                <a16:creationId xmlns:a16="http://schemas.microsoft.com/office/drawing/2014/main" id="{A9EF29E6-1834-CC89-E241-4A65B6C2A81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17" name="Graphic 16">
            <a:extLst>
              <a:ext uri="{FF2B5EF4-FFF2-40B4-BE49-F238E27FC236}">
                <a16:creationId xmlns:a16="http://schemas.microsoft.com/office/drawing/2014/main" id="{F589384E-9CF1-3065-EDEC-92FA446AB0D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8" name="Graphic 7">
            <a:extLst>
              <a:ext uri="{FF2B5EF4-FFF2-40B4-BE49-F238E27FC236}">
                <a16:creationId xmlns:a16="http://schemas.microsoft.com/office/drawing/2014/main" id="{23EC1276-B7F0-31B0-2AAD-98EC830BA663}"/>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957406" y="-659272"/>
            <a:ext cx="4565654" cy="7068864"/>
          </a:xfrm>
          <a:prstGeom prst="rect">
            <a:avLst/>
          </a:prstGeom>
        </p:spPr>
      </p:pic>
      <p:sp>
        <p:nvSpPr>
          <p:cNvPr id="12" name="object 7">
            <a:extLst>
              <a:ext uri="{FF2B5EF4-FFF2-40B4-BE49-F238E27FC236}">
                <a16:creationId xmlns:a16="http://schemas.microsoft.com/office/drawing/2014/main" id="{8238491F-4B4D-B12D-1C99-B82C5A4490F4}"/>
              </a:ext>
            </a:extLst>
          </p:cNvPr>
          <p:cNvSpPr txBox="1"/>
          <p:nvPr userDrawn="1"/>
        </p:nvSpPr>
        <p:spPr>
          <a:xfrm>
            <a:off x="9345454" y="991815"/>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lang="en-IN" sz="1100" spc="-7">
                <a:solidFill>
                  <a:srgbClr val="FFFFFF"/>
                </a:solidFill>
                <a:latin typeface="DM Sans"/>
                <a:cs typeface="DM Sans"/>
              </a:rPr>
              <a:t>@t</a:t>
            </a:r>
            <a:r>
              <a:rPr sz="1100" spc="-7" err="1">
                <a:solidFill>
                  <a:srgbClr val="FFFFFF"/>
                </a:solidFill>
                <a:latin typeface="DM Sans"/>
                <a:cs typeface="DM Sans"/>
              </a:rPr>
              <a: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err="1">
                <a:solidFill>
                  <a:srgbClr val="5FEC70"/>
                </a:solidFill>
                <a:latin typeface="DM Sans"/>
                <a:cs typeface="DM Sans"/>
              </a:rPr>
              <a:t>tatatechnologies.com</a:t>
            </a:r>
            <a:endParaRPr sz="1600">
              <a:solidFill>
                <a:srgbClr val="5FEC70"/>
              </a:solidFill>
              <a:latin typeface="DM Sans"/>
              <a:cs typeface="DM Sans"/>
            </a:endParaRPr>
          </a:p>
        </p:txBody>
      </p:sp>
      <p:pic>
        <p:nvPicPr>
          <p:cNvPr id="13" name="Graphic 12">
            <a:extLst>
              <a:ext uri="{FF2B5EF4-FFF2-40B4-BE49-F238E27FC236}">
                <a16:creationId xmlns:a16="http://schemas.microsoft.com/office/drawing/2014/main" id="{95FC514E-FDB3-1D32-F4EB-C8B45A6EE653}"/>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353105" y="1091858"/>
            <a:ext cx="132408" cy="132408"/>
          </a:xfrm>
          <a:prstGeom prst="rect">
            <a:avLst/>
          </a:prstGeom>
        </p:spPr>
      </p:pic>
      <p:pic>
        <p:nvPicPr>
          <p:cNvPr id="14" name="Graphic 13">
            <a:extLst>
              <a:ext uri="{FF2B5EF4-FFF2-40B4-BE49-F238E27FC236}">
                <a16:creationId xmlns:a16="http://schemas.microsoft.com/office/drawing/2014/main" id="{7CD50794-D38F-C077-79AB-1F3FC6A3297F}"/>
              </a:ext>
            </a:extLst>
          </p:cNvPr>
          <p:cNvPicPr>
            <a:picLocks noChangeAspect="1"/>
          </p:cNvPicPr>
          <p:nvPr userDrawn="1"/>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344278" y="2072869"/>
            <a:ext cx="146107" cy="136976"/>
          </a:xfrm>
          <a:prstGeom prst="rect">
            <a:avLst/>
          </a:prstGeom>
        </p:spPr>
      </p:pic>
      <p:pic>
        <p:nvPicPr>
          <p:cNvPr id="29" name="Picture 28">
            <a:extLst>
              <a:ext uri="{FF2B5EF4-FFF2-40B4-BE49-F238E27FC236}">
                <a16:creationId xmlns:a16="http://schemas.microsoft.com/office/drawing/2014/main" id="{0744E6BE-B447-2798-AE7B-6CAC23EF49D4}"/>
              </a:ext>
            </a:extLst>
          </p:cNvPr>
          <p:cNvPicPr>
            <a:picLocks noChangeAspect="1"/>
          </p:cNvPicPr>
          <p:nvPr userDrawn="1"/>
        </p:nvPicPr>
        <p:blipFill rotWithShape="1">
          <a:blip r:embed="rId13" cstate="email">
            <a:extLst>
              <a:ext uri="{28A0092B-C50C-407E-A947-70E740481C1C}">
                <a14:useLocalDpi xmlns:a14="http://schemas.microsoft.com/office/drawing/2010/main"/>
              </a:ext>
            </a:extLst>
          </a:blip>
          <a:srcRect b="-3480"/>
          <a:stretch/>
        </p:blipFill>
        <p:spPr>
          <a:xfrm>
            <a:off x="9336129" y="1842353"/>
            <a:ext cx="166369" cy="113863"/>
          </a:xfrm>
          <a:prstGeom prst="rect">
            <a:avLst/>
          </a:prstGeom>
        </p:spPr>
      </p:pic>
      <p:pic>
        <p:nvPicPr>
          <p:cNvPr id="30" name="Graphic 29">
            <a:extLst>
              <a:ext uri="{FF2B5EF4-FFF2-40B4-BE49-F238E27FC236}">
                <a16:creationId xmlns:a16="http://schemas.microsoft.com/office/drawing/2014/main" id="{C01B34F5-FF72-7A04-6A38-4917CE7D6015}"/>
              </a:ext>
            </a:extLst>
          </p:cNvPr>
          <p:cNvPicPr>
            <a:picLocks noChangeAspect="1"/>
          </p:cNvPicPr>
          <p:nvPr userDrawn="1"/>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353105" y="1345563"/>
            <a:ext cx="132408" cy="132408"/>
          </a:xfrm>
          <a:prstGeom prst="rect">
            <a:avLst/>
          </a:prstGeom>
        </p:spPr>
      </p:pic>
      <p:sp>
        <p:nvSpPr>
          <p:cNvPr id="32" name="Rectangle 31">
            <a:hlinkClick r:id="rId16"/>
            <a:extLst>
              <a:ext uri="{FF2B5EF4-FFF2-40B4-BE49-F238E27FC236}">
                <a16:creationId xmlns:a16="http://schemas.microsoft.com/office/drawing/2014/main" id="{5EA77DC7-11F2-4D10-B62A-5855CFB89E8E}"/>
              </a:ext>
            </a:extLst>
          </p:cNvPr>
          <p:cNvSpPr/>
          <p:nvPr userDrawn="1"/>
        </p:nvSpPr>
        <p:spPr>
          <a:xfrm>
            <a:off x="9294798" y="2464824"/>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4" name="Rectangle 33">
            <a:hlinkClick r:id="rId17"/>
            <a:extLst>
              <a:ext uri="{FF2B5EF4-FFF2-40B4-BE49-F238E27FC236}">
                <a16:creationId xmlns:a16="http://schemas.microsoft.com/office/drawing/2014/main" id="{8463C6C4-6091-76BD-CD40-9677ED17EC11}"/>
              </a:ext>
            </a:extLst>
          </p:cNvPr>
          <p:cNvSpPr/>
          <p:nvPr userDrawn="1"/>
        </p:nvSpPr>
        <p:spPr>
          <a:xfrm>
            <a:off x="9304945" y="105907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5" name="Rectangle 34">
            <a:hlinkClick r:id="rId18"/>
            <a:extLst>
              <a:ext uri="{FF2B5EF4-FFF2-40B4-BE49-F238E27FC236}">
                <a16:creationId xmlns:a16="http://schemas.microsoft.com/office/drawing/2014/main" id="{648F59CE-D2F9-4775-F65B-C144EDE9FC6B}"/>
              </a:ext>
            </a:extLst>
          </p:cNvPr>
          <p:cNvSpPr/>
          <p:nvPr userDrawn="1"/>
        </p:nvSpPr>
        <p:spPr>
          <a:xfrm>
            <a:off x="9304945" y="132818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6" name="Rectangle 35">
            <a:hlinkClick r:id="rId19"/>
            <a:extLst>
              <a:ext uri="{FF2B5EF4-FFF2-40B4-BE49-F238E27FC236}">
                <a16:creationId xmlns:a16="http://schemas.microsoft.com/office/drawing/2014/main" id="{FBBC1CD0-3889-3409-4DA8-3A250D34D6FD}"/>
              </a:ext>
            </a:extLst>
          </p:cNvPr>
          <p:cNvSpPr/>
          <p:nvPr userDrawn="1"/>
        </p:nvSpPr>
        <p:spPr>
          <a:xfrm>
            <a:off x="9304945" y="1552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9" name="Rectangle 48">
            <a:hlinkClick r:id="rId20"/>
            <a:extLst>
              <a:ext uri="{FF2B5EF4-FFF2-40B4-BE49-F238E27FC236}">
                <a16:creationId xmlns:a16="http://schemas.microsoft.com/office/drawing/2014/main" id="{70583E55-C496-02C0-1B1B-CE59B93AF3D7}"/>
              </a:ext>
            </a:extLst>
          </p:cNvPr>
          <p:cNvSpPr/>
          <p:nvPr userDrawn="1"/>
        </p:nvSpPr>
        <p:spPr>
          <a:xfrm>
            <a:off x="9304945" y="1806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0" name="Rectangle 49">
            <a:hlinkClick r:id="rId21"/>
            <a:extLst>
              <a:ext uri="{FF2B5EF4-FFF2-40B4-BE49-F238E27FC236}">
                <a16:creationId xmlns:a16="http://schemas.microsoft.com/office/drawing/2014/main" id="{E60F3F03-1133-51A6-6BD0-2E5B3FFD0B02}"/>
              </a:ext>
            </a:extLst>
          </p:cNvPr>
          <p:cNvSpPr/>
          <p:nvPr userDrawn="1"/>
        </p:nvSpPr>
        <p:spPr>
          <a:xfrm>
            <a:off x="9304945" y="205330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1" name="object 4">
            <a:extLst>
              <a:ext uri="{FF2B5EF4-FFF2-40B4-BE49-F238E27FC236}">
                <a16:creationId xmlns:a16="http://schemas.microsoft.com/office/drawing/2014/main" id="{C1A3A50A-6121-BB66-DFA6-23BE9E32BDEF}"/>
              </a:ext>
            </a:extLst>
          </p:cNvPr>
          <p:cNvSpPr txBox="1"/>
          <p:nvPr userDrawn="1"/>
        </p:nvSpPr>
        <p:spPr>
          <a:xfrm>
            <a:off x="9345454" y="4735906"/>
            <a:ext cx="2530448" cy="1183610"/>
          </a:xfrm>
          <a:prstGeom prst="rect">
            <a:avLst/>
          </a:prstGeom>
        </p:spPr>
        <p:txBody>
          <a:bodyPr vert="horz" wrap="square" lIns="0" tIns="31449" rIns="0" bIns="0" rtlCol="0">
            <a:spAutoFit/>
          </a:bodyPr>
          <a:lstStyle/>
          <a:p>
            <a:pPr marL="6419">
              <a:lnSpc>
                <a:spcPts val="1080"/>
              </a:lnSpc>
              <a:spcBef>
                <a:spcPts val="248"/>
              </a:spcBef>
            </a:pPr>
            <a:r>
              <a:rPr lang="en-IN" sz="900" b="1" spc="0">
                <a:solidFill>
                  <a:srgbClr val="5FEC70"/>
                </a:solidFill>
                <a:latin typeface="DMSans-Medium"/>
                <a:cs typeface="DMSans-Medium"/>
              </a:rPr>
              <a:t>COPYRIGHT NOTICE</a:t>
            </a:r>
          </a:p>
          <a:p>
            <a:pPr marL="6419">
              <a:lnSpc>
                <a:spcPts val="1080"/>
              </a:lnSpc>
              <a:spcBef>
                <a:spcPts val="248"/>
              </a:spcBef>
            </a:pPr>
            <a:r>
              <a:rPr lang="en-IN" sz="9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900" spc="0">
              <a:solidFill>
                <a:schemeClr val="bg1"/>
              </a:solidFill>
              <a:latin typeface="+mn-lt"/>
              <a:cs typeface="DM Sans"/>
            </a:endParaRPr>
          </a:p>
        </p:txBody>
      </p:sp>
      <p:pic>
        <p:nvPicPr>
          <p:cNvPr id="52" name="Picture 51">
            <a:extLst>
              <a:ext uri="{FF2B5EF4-FFF2-40B4-BE49-F238E27FC236}">
                <a16:creationId xmlns:a16="http://schemas.microsoft.com/office/drawing/2014/main" id="{D43FDF41-05EA-EB25-FE6C-62681531B077}"/>
              </a:ext>
            </a:extLst>
          </p:cNvPr>
          <p:cNvPicPr>
            <a:picLocks noChangeAspect="1"/>
          </p:cNvPicPr>
          <p:nvPr userDrawn="1"/>
        </p:nvPicPr>
        <p:blipFill>
          <a:blip r:embed="rId22"/>
          <a:stretch>
            <a:fillRect/>
          </a:stretch>
        </p:blipFill>
        <p:spPr>
          <a:xfrm>
            <a:off x="9349122" y="1574199"/>
            <a:ext cx="136391" cy="139259"/>
          </a:xfrm>
          <a:prstGeom prst="rect">
            <a:avLst/>
          </a:prstGeom>
        </p:spPr>
      </p:pic>
      <p:sp>
        <p:nvSpPr>
          <p:cNvPr id="2" name="object 3">
            <a:extLst>
              <a:ext uri="{FF2B5EF4-FFF2-40B4-BE49-F238E27FC236}">
                <a16:creationId xmlns:a16="http://schemas.microsoft.com/office/drawing/2014/main" id="{C0E1E347-92C9-DCB3-73FA-4B4B6F553E8E}"/>
              </a:ext>
            </a:extLst>
          </p:cNvPr>
          <p:cNvSpPr txBox="1"/>
          <p:nvPr userDrawn="1"/>
        </p:nvSpPr>
        <p:spPr>
          <a:xfrm>
            <a:off x="323648" y="100591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rgbClr val="5FEC70"/>
                </a:solidFill>
                <a:latin typeface="DMSans-Medium"/>
                <a:cs typeface="DMSans-Medium"/>
              </a:rPr>
              <a:t>ASIA</a:t>
            </a:r>
            <a:r>
              <a:rPr sz="1100" spc="223">
                <a:solidFill>
                  <a:srgbClr val="5FEC70"/>
                </a:solidFill>
                <a:latin typeface="DMSans-Medium"/>
                <a:cs typeface="DMSans-Medium"/>
              </a:rPr>
              <a:t> </a:t>
            </a:r>
            <a:r>
              <a:rPr sz="1100" spc="71">
                <a:solidFill>
                  <a:srgbClr val="5FEC70"/>
                </a:solidFill>
                <a:latin typeface="DMSans-Medium"/>
                <a:cs typeface="DMSans-Medium"/>
              </a:rPr>
              <a:t>PACIFIC </a:t>
            </a:r>
            <a:endParaRPr sz="1100">
              <a:solidFill>
                <a:srgbClr val="5FEC70"/>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4" name="object 4">
            <a:extLst>
              <a:ext uri="{FF2B5EF4-FFF2-40B4-BE49-F238E27FC236}">
                <a16:creationId xmlns:a16="http://schemas.microsoft.com/office/drawing/2014/main" id="{E561A9C3-FF6C-DAA2-F718-72953E7C3605}"/>
              </a:ext>
            </a:extLst>
          </p:cNvPr>
          <p:cNvSpPr txBox="1"/>
          <p:nvPr userDrawn="1"/>
        </p:nvSpPr>
        <p:spPr>
          <a:xfrm>
            <a:off x="323650" y="2636627"/>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rgbClr val="5FEC70"/>
                </a:solidFill>
                <a:latin typeface="DMSans-Medium"/>
                <a:cs typeface="DMSans-Medium"/>
              </a:rPr>
              <a:t>EUROPE </a:t>
            </a:r>
            <a:endParaRPr sz="1100">
              <a:solidFill>
                <a:srgbClr val="5FEC70"/>
              </a:solidFill>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5" name="object 5">
            <a:extLst>
              <a:ext uri="{FF2B5EF4-FFF2-40B4-BE49-F238E27FC236}">
                <a16:creationId xmlns:a16="http://schemas.microsoft.com/office/drawing/2014/main" id="{3D64A3D9-EB07-F441-E6E5-DB6969D5C95C}"/>
              </a:ext>
            </a:extLst>
          </p:cNvPr>
          <p:cNvSpPr txBox="1"/>
          <p:nvPr userDrawn="1"/>
        </p:nvSpPr>
        <p:spPr>
          <a:xfrm>
            <a:off x="323319" y="4673608"/>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rgbClr val="5FEC70"/>
                </a:solidFill>
                <a:latin typeface="DMSans-Medium"/>
                <a:cs typeface="DMSans-Medium"/>
              </a:rPr>
              <a:t>NORTH</a:t>
            </a:r>
            <a:r>
              <a:rPr sz="1100" spc="219">
                <a:solidFill>
                  <a:srgbClr val="5FEC70"/>
                </a:solidFill>
                <a:latin typeface="DMSans-Medium"/>
                <a:cs typeface="DMSans-Medium"/>
              </a:rPr>
              <a:t> </a:t>
            </a:r>
            <a:r>
              <a:rPr sz="1100" spc="87">
                <a:solidFill>
                  <a:srgbClr val="5FEC70"/>
                </a:solidFill>
                <a:latin typeface="DMSans-Medium"/>
                <a:cs typeface="DMSans-Medium"/>
              </a:rPr>
              <a:t>AMERICA</a:t>
            </a:r>
            <a:endParaRPr sz="1100">
              <a:solidFill>
                <a:srgbClr val="5FEC70"/>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6" name="hcSlideMaster40.Closing slideHeader" descr="Classification: Internal">
            <a:extLst>
              <a:ext uri="{FF2B5EF4-FFF2-40B4-BE49-F238E27FC236}">
                <a16:creationId xmlns:a16="http://schemas.microsoft.com/office/drawing/2014/main" id="{06B90E66-F96C-2D21-559B-3EAE756F9ADF}"/>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8059587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435E51-844A-2141-B90B-A70DBBCD4586}"/>
              </a:ext>
            </a:extLst>
          </p:cNvPr>
          <p:cNvGrpSpPr/>
          <p:nvPr userDrawn="1"/>
        </p:nvGrpSpPr>
        <p:grpSpPr>
          <a:xfrm>
            <a:off x="11084202" y="316459"/>
            <a:ext cx="761727" cy="157980"/>
            <a:chOff x="9242701" y="249950"/>
            <a:chExt cx="652960" cy="135423"/>
          </a:xfrm>
        </p:grpSpPr>
        <p:sp>
          <p:nvSpPr>
            <p:cNvPr id="10" name="object 11">
              <a:extLst>
                <a:ext uri="{FF2B5EF4-FFF2-40B4-BE49-F238E27FC236}">
                  <a16:creationId xmlns:a16="http://schemas.microsoft.com/office/drawing/2014/main" id="{81BD2E13-45B4-E949-3723-6356489E16A1}"/>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1" name="object 12">
              <a:extLst>
                <a:ext uri="{FF2B5EF4-FFF2-40B4-BE49-F238E27FC236}">
                  <a16:creationId xmlns:a16="http://schemas.microsoft.com/office/drawing/2014/main" id="{02532EAD-2FFF-920D-34C9-969D37ECDA30}"/>
                </a:ext>
              </a:extLst>
            </p:cNvPr>
            <p:cNvGrpSpPr/>
            <p:nvPr/>
          </p:nvGrpSpPr>
          <p:grpSpPr>
            <a:xfrm>
              <a:off x="9242701" y="249950"/>
              <a:ext cx="202816" cy="135423"/>
              <a:chOff x="18288992" y="494982"/>
              <a:chExt cx="401320" cy="267970"/>
            </a:xfrm>
          </p:grpSpPr>
          <p:sp>
            <p:nvSpPr>
              <p:cNvPr id="12" name="object 13">
                <a:extLst>
                  <a:ext uri="{FF2B5EF4-FFF2-40B4-BE49-F238E27FC236}">
                    <a16:creationId xmlns:a16="http://schemas.microsoft.com/office/drawing/2014/main" id="{6F8402D7-0D12-D996-14EF-78EDB371B7B8}"/>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3" name="object 14">
                <a:extLst>
                  <a:ext uri="{FF2B5EF4-FFF2-40B4-BE49-F238E27FC236}">
                    <a16:creationId xmlns:a16="http://schemas.microsoft.com/office/drawing/2014/main" id="{0DFC7A20-C017-CE95-7FD8-5CE9BF1F254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4" name="object 15">
                <a:extLst>
                  <a:ext uri="{FF2B5EF4-FFF2-40B4-BE49-F238E27FC236}">
                    <a16:creationId xmlns:a16="http://schemas.microsoft.com/office/drawing/2014/main" id="{B6CF14D8-ADE7-8B01-6048-FE97A4CFD2BB}"/>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15" name="Picture 14">
            <a:extLst>
              <a:ext uri="{FF2B5EF4-FFF2-40B4-BE49-F238E27FC236}">
                <a16:creationId xmlns:a16="http://schemas.microsoft.com/office/drawing/2014/main" id="{AB2D3BC4-9F86-13CC-15DD-3323E356022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16" name="TextBox 15">
            <a:extLst>
              <a:ext uri="{FF2B5EF4-FFF2-40B4-BE49-F238E27FC236}">
                <a16:creationId xmlns:a16="http://schemas.microsoft.com/office/drawing/2014/main" id="{4B743D94-FB0E-9B5A-7614-A06E99D1E621}"/>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rgbClr val="0000B3"/>
                </a:solidFill>
                <a:effectLst/>
                <a:latin typeface="DM Sans" pitchFamily="2" charset="77"/>
              </a:defRPr>
            </a:lvl1pPr>
          </a:lstStyle>
          <a:p>
            <a:pPr lvl="0"/>
            <a:r>
              <a:rPr lang="en-GB"/>
              <a:t>© Copyright 2025 Tata Technologies. All rights reserved. All other trademarks are trademarks of their respective owners.</a:t>
            </a:r>
          </a:p>
        </p:txBody>
      </p:sp>
      <p:pic>
        <p:nvPicPr>
          <p:cNvPr id="17" name="Graphic 16">
            <a:extLst>
              <a:ext uri="{FF2B5EF4-FFF2-40B4-BE49-F238E27FC236}">
                <a16:creationId xmlns:a16="http://schemas.microsoft.com/office/drawing/2014/main" id="{A3E01C9D-0970-8630-CA3F-FCB69E91126C}"/>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1444" y="6413853"/>
            <a:ext cx="2135345" cy="168971"/>
          </a:xfrm>
          <a:prstGeom prst="rect">
            <a:avLst/>
          </a:prstGeom>
        </p:spPr>
      </p:pic>
      <p:sp>
        <p:nvSpPr>
          <p:cNvPr id="20" name="Title 93">
            <a:extLst>
              <a:ext uri="{FF2B5EF4-FFF2-40B4-BE49-F238E27FC236}">
                <a16:creationId xmlns:a16="http://schemas.microsoft.com/office/drawing/2014/main" id="{CC234BA9-2187-E96D-4312-B104D6FF3DCA}"/>
              </a:ext>
            </a:extLst>
          </p:cNvPr>
          <p:cNvSpPr>
            <a:spLocks noGrp="1"/>
          </p:cNvSpPr>
          <p:nvPr>
            <p:ph type="title" hasCustomPrompt="1"/>
          </p:nvPr>
        </p:nvSpPr>
        <p:spPr>
          <a:xfrm>
            <a:off x="233384" y="780079"/>
            <a:ext cx="10515600" cy="445170"/>
          </a:xfrm>
        </p:spPr>
        <p:txBody>
          <a:bodyPr>
            <a:noAutofit/>
          </a:bodyPr>
          <a:lstStyle>
            <a:lvl1pPr marL="0" algn="l" defTabSz="914354" rtl="0" eaLnBrk="1" latinLnBrk="0" hangingPunct="1">
              <a:lnSpc>
                <a:spcPct val="90000"/>
              </a:lnSpc>
              <a:spcBef>
                <a:spcPts val="0"/>
              </a:spcBef>
              <a:buNone/>
              <a:defRPr lang="en-US" sz="2800" b="0" i="0" kern="1200" dirty="0">
                <a:solidFill>
                  <a:srgbClr val="0000B3"/>
                </a:solidFill>
                <a:latin typeface="DM Sans" pitchFamily="2" charset="77"/>
                <a:ea typeface="+mj-ea"/>
                <a:cs typeface="+mj-cs"/>
              </a:defRPr>
            </a:lvl1pPr>
          </a:lstStyle>
          <a:p>
            <a:r>
              <a:rPr lang="en-GB"/>
              <a:t>Contents</a:t>
            </a:r>
            <a:endParaRPr lang="en-US"/>
          </a:p>
        </p:txBody>
      </p:sp>
      <p:sp>
        <p:nvSpPr>
          <p:cNvPr id="2" name="hcSlideMaster40.ContentsHeader" descr="Classification: Internal">
            <a:extLst>
              <a:ext uri="{FF2B5EF4-FFF2-40B4-BE49-F238E27FC236}">
                <a16:creationId xmlns:a16="http://schemas.microsoft.com/office/drawing/2014/main" id="{00DFF2DE-D1E5-460E-9109-0B2ACBAC506F}"/>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8913911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Process Flow">
    <p:bg>
      <p:bgRef idx="1001">
        <a:schemeClr val="bg1"/>
      </p:bgRef>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BFDF4A1-E1E3-C6E2-2349-A1F9AE871579}"/>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rgbClr val="0000B3"/>
                </a:solidFill>
                <a:effectLst/>
                <a:latin typeface="DM Sans" pitchFamily="2" charset="77"/>
              </a:defRPr>
            </a:lvl1pPr>
          </a:lstStyle>
          <a:p>
            <a:pPr lvl="0"/>
            <a:r>
              <a:rPr lang="en-GB"/>
              <a:t>© Copyright 2025 Tata Technologies. All rights reserved. All other trademarks are trademarks of their respective owners.</a:t>
            </a:r>
          </a:p>
        </p:txBody>
      </p:sp>
      <p:pic>
        <p:nvPicPr>
          <p:cNvPr id="9" name="Graphic 8">
            <a:extLst>
              <a:ext uri="{FF2B5EF4-FFF2-40B4-BE49-F238E27FC236}">
                <a16:creationId xmlns:a16="http://schemas.microsoft.com/office/drawing/2014/main" id="{5A2D3A26-378A-8068-4E23-1016B207152D}"/>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701444" y="6413853"/>
            <a:ext cx="2135345" cy="168971"/>
          </a:xfrm>
          <a:prstGeom prst="rect">
            <a:avLst/>
          </a:prstGeom>
        </p:spPr>
      </p:pic>
      <p:grpSp>
        <p:nvGrpSpPr>
          <p:cNvPr id="85" name="Group 84">
            <a:extLst>
              <a:ext uri="{FF2B5EF4-FFF2-40B4-BE49-F238E27FC236}">
                <a16:creationId xmlns:a16="http://schemas.microsoft.com/office/drawing/2014/main" id="{D5CCA2F1-ADF5-0389-BAED-862A398C7E2C}"/>
              </a:ext>
            </a:extLst>
          </p:cNvPr>
          <p:cNvGrpSpPr/>
          <p:nvPr userDrawn="1"/>
        </p:nvGrpSpPr>
        <p:grpSpPr>
          <a:xfrm>
            <a:off x="11084202" y="316459"/>
            <a:ext cx="761727" cy="157980"/>
            <a:chOff x="9242701" y="249950"/>
            <a:chExt cx="652960" cy="135423"/>
          </a:xfrm>
        </p:grpSpPr>
        <p:sp>
          <p:nvSpPr>
            <p:cNvPr id="86" name="object 11">
              <a:extLst>
                <a:ext uri="{FF2B5EF4-FFF2-40B4-BE49-F238E27FC236}">
                  <a16:creationId xmlns:a16="http://schemas.microsoft.com/office/drawing/2014/main" id="{D0E0CF92-49AE-5EE5-A8AA-FBD57B5DF12D}"/>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87" name="object 12">
              <a:extLst>
                <a:ext uri="{FF2B5EF4-FFF2-40B4-BE49-F238E27FC236}">
                  <a16:creationId xmlns:a16="http://schemas.microsoft.com/office/drawing/2014/main" id="{21ECA0A6-E24B-B041-A3B3-588DD4783801}"/>
                </a:ext>
              </a:extLst>
            </p:cNvPr>
            <p:cNvGrpSpPr/>
            <p:nvPr/>
          </p:nvGrpSpPr>
          <p:grpSpPr>
            <a:xfrm>
              <a:off x="9242701" y="249950"/>
              <a:ext cx="202816" cy="135423"/>
              <a:chOff x="18288992" y="494982"/>
              <a:chExt cx="401320" cy="267970"/>
            </a:xfrm>
          </p:grpSpPr>
          <p:sp>
            <p:nvSpPr>
              <p:cNvPr id="88" name="object 13">
                <a:extLst>
                  <a:ext uri="{FF2B5EF4-FFF2-40B4-BE49-F238E27FC236}">
                    <a16:creationId xmlns:a16="http://schemas.microsoft.com/office/drawing/2014/main" id="{059F4E1D-CDAE-D6A8-5702-380B4098774C}"/>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89" name="object 14">
                <a:extLst>
                  <a:ext uri="{FF2B5EF4-FFF2-40B4-BE49-F238E27FC236}">
                    <a16:creationId xmlns:a16="http://schemas.microsoft.com/office/drawing/2014/main" id="{5538B453-1F44-59CE-EADE-5F3ACF7877AF}"/>
                  </a:ext>
                </a:extLst>
              </p:cNvPr>
              <p:cNvPicPr/>
              <p:nvPr/>
            </p:nvPicPr>
            <p:blipFill>
              <a:blip r:embed="rId5"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90" name="object 15">
                <a:extLst>
                  <a:ext uri="{FF2B5EF4-FFF2-40B4-BE49-F238E27FC236}">
                    <a16:creationId xmlns:a16="http://schemas.microsoft.com/office/drawing/2014/main" id="{FC98AD41-CBE0-E0DC-CE47-24B7598EF7BF}"/>
                  </a:ext>
                </a:extLst>
              </p:cNvPr>
              <p:cNvPicPr/>
              <p:nvPr/>
            </p:nvPicPr>
            <p:blipFill>
              <a:blip r:embed="rId6"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91" name="Picture 90">
            <a:extLst>
              <a:ext uri="{FF2B5EF4-FFF2-40B4-BE49-F238E27FC236}">
                <a16:creationId xmlns:a16="http://schemas.microsoft.com/office/drawing/2014/main" id="{B0EDE1E1-31F6-F545-22AF-81C5A9183A8E}"/>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95" name="Title 93">
            <a:extLst>
              <a:ext uri="{FF2B5EF4-FFF2-40B4-BE49-F238E27FC236}">
                <a16:creationId xmlns:a16="http://schemas.microsoft.com/office/drawing/2014/main" id="{7D3D143A-0689-C1AF-FF7F-B724735B1C67}"/>
              </a:ext>
            </a:extLst>
          </p:cNvPr>
          <p:cNvSpPr>
            <a:spLocks noGrp="1"/>
          </p:cNvSpPr>
          <p:nvPr>
            <p:ph type="title" hasCustomPrompt="1"/>
          </p:nvPr>
        </p:nvSpPr>
        <p:spPr>
          <a:xfrm>
            <a:off x="233384" y="780079"/>
            <a:ext cx="10515600" cy="445170"/>
          </a:xfrm>
        </p:spPr>
        <p:txBody>
          <a:bodyPr>
            <a:normAutofit/>
          </a:bodyPr>
          <a:lstStyle>
            <a:lvl1pPr marL="0" algn="l" defTabSz="914354" rtl="0" eaLnBrk="1" latinLnBrk="0" hangingPunct="1">
              <a:lnSpc>
                <a:spcPct val="90000"/>
              </a:lnSpc>
              <a:spcBef>
                <a:spcPts val="0"/>
              </a:spcBef>
              <a:buNone/>
              <a:defRPr lang="en-US" sz="2800" b="0" i="0" kern="1200" dirty="0">
                <a:solidFill>
                  <a:schemeClr val="tx2"/>
                </a:solidFill>
                <a:latin typeface="DM Sans" pitchFamily="2" charset="77"/>
                <a:ea typeface="+mj-ea"/>
                <a:cs typeface="+mj-cs"/>
              </a:defRPr>
            </a:lvl1pPr>
          </a:lstStyle>
          <a:p>
            <a:r>
              <a:rPr lang="en-GB"/>
              <a:t>Process flow</a:t>
            </a:r>
            <a:endParaRPr lang="en-US"/>
          </a:p>
        </p:txBody>
      </p:sp>
      <p:sp>
        <p:nvSpPr>
          <p:cNvPr id="2" name="hcSlideMaster40.Process FlowHeader" descr="Classification: Internal">
            <a:extLst>
              <a:ext uri="{FF2B5EF4-FFF2-40B4-BE49-F238E27FC236}">
                <a16:creationId xmlns:a16="http://schemas.microsoft.com/office/drawing/2014/main" id="{D3C97058-EB9C-6C90-791F-4FA385C0AAB5}"/>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29975570"/>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chemeClr val="tx2"/>
                </a:solidFill>
                <a:effectLst/>
              </a:rPr>
              <a:t>© Copyright 2025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FAC30AD0-203B-56F6-C745-92AB56E4370D}"/>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43B65CBA-EE93-A815-6F40-34AF1BD9ADB8}"/>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8" name="Title Placeholder 21">
            <a:extLst>
              <a:ext uri="{FF2B5EF4-FFF2-40B4-BE49-F238E27FC236}">
                <a16:creationId xmlns:a16="http://schemas.microsoft.com/office/drawing/2014/main" id="{0BFD1BE8-C246-4C26-327C-EFA5EDB0BA09}"/>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9" name="Text Placeholder 2">
            <a:extLst>
              <a:ext uri="{FF2B5EF4-FFF2-40B4-BE49-F238E27FC236}">
                <a16:creationId xmlns:a16="http://schemas.microsoft.com/office/drawing/2014/main" id="{1E818DE4-C8B0-D98A-D99C-F9AE0D5A143B}"/>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hcSlideMaster57.BlankHeader" descr="Classification: Internal">
            <a:extLst>
              <a:ext uri="{FF2B5EF4-FFF2-40B4-BE49-F238E27FC236}">
                <a16:creationId xmlns:a16="http://schemas.microsoft.com/office/drawing/2014/main" id="{77E244D7-C572-0579-2916-C2E8D0980CAC}"/>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8360597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Aerospace Purple">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FC48AF02-3A19-9F7E-205D-6F4BAF89CDF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38CEED01-D0F9-357D-73CD-5FDA579D07E2}"/>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0C00BDCD-E121-177E-C9F3-05D1351ACB19}"/>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chemeClr val="bg1"/>
                </a:solidFill>
              </a:defRPr>
            </a:lvl1pPr>
          </a:lstStyle>
          <a:p>
            <a:r>
              <a:rPr lang="en-GB"/>
              <a:t>Click to edit Master title</a:t>
            </a:r>
            <a:endParaRPr lang="en-US"/>
          </a:p>
        </p:txBody>
      </p:sp>
      <p:sp>
        <p:nvSpPr>
          <p:cNvPr id="6" name="Text Placeholder 2">
            <a:extLst>
              <a:ext uri="{FF2B5EF4-FFF2-40B4-BE49-F238E27FC236}">
                <a16:creationId xmlns:a16="http://schemas.microsoft.com/office/drawing/2014/main" id="{A5D3D2F1-F005-2CC2-7CB0-1039F3D8BEF6}"/>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hcSlideMaster57.Blank Aerospace PurpleHeader" descr="Classification: Internal">
            <a:extLst>
              <a:ext uri="{FF2B5EF4-FFF2-40B4-BE49-F238E27FC236}">
                <a16:creationId xmlns:a16="http://schemas.microsoft.com/office/drawing/2014/main" id="{5BFF6411-58E6-8F4B-E6EB-467D4B2E1EF0}"/>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3311571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ver Aerospace Purple">
    <p:bg>
      <p:bgPr>
        <a:solidFill>
          <a:schemeClr val="tx2"/>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6" name="TextBox 35">
            <a:extLst>
              <a:ext uri="{FF2B5EF4-FFF2-40B4-BE49-F238E27FC236}">
                <a16:creationId xmlns:a16="http://schemas.microsoft.com/office/drawing/2014/main" id="{00439E84-97CE-7951-71AF-552278CECA61}"/>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grpSp>
        <p:nvGrpSpPr>
          <p:cNvPr id="3" name="object 16">
            <a:extLst>
              <a:ext uri="{FF2B5EF4-FFF2-40B4-BE49-F238E27FC236}">
                <a16:creationId xmlns:a16="http://schemas.microsoft.com/office/drawing/2014/main" id="{E10A7DAA-8425-A61C-242E-E7A264B623F3}"/>
              </a:ext>
            </a:extLst>
          </p:cNvPr>
          <p:cNvGrpSpPr/>
          <p:nvPr userDrawn="1"/>
        </p:nvGrpSpPr>
        <p:grpSpPr>
          <a:xfrm>
            <a:off x="347961" y="1265117"/>
            <a:ext cx="671055" cy="842863"/>
            <a:chOff x="524974" y="2537873"/>
            <a:chExt cx="1106170" cy="1389380"/>
          </a:xfrm>
        </p:grpSpPr>
        <p:sp>
          <p:nvSpPr>
            <p:cNvPr id="5" name="object 17">
              <a:extLst>
                <a:ext uri="{FF2B5EF4-FFF2-40B4-BE49-F238E27FC236}">
                  <a16:creationId xmlns:a16="http://schemas.microsoft.com/office/drawing/2014/main" id="{0C042652-84D4-13B9-DA73-8B6B487E52EA}"/>
                </a:ext>
              </a:extLst>
            </p:cNvPr>
            <p:cNvSpPr/>
            <p:nvPr/>
          </p:nvSpPr>
          <p:spPr>
            <a:xfrm>
              <a:off x="796463" y="2543109"/>
              <a:ext cx="527685" cy="1378585"/>
            </a:xfrm>
            <a:custGeom>
              <a:avLst/>
              <a:gdLst/>
              <a:ahLst/>
              <a:cxnLst/>
              <a:rect l="l" t="t" r="r" b="b"/>
              <a:pathLst>
                <a:path w="527685" h="1378585">
                  <a:moveTo>
                    <a:pt x="527387" y="0"/>
                  </a:moveTo>
                  <a:lnTo>
                    <a:pt x="0" y="1378408"/>
                  </a:lnTo>
                </a:path>
              </a:pathLst>
            </a:custGeom>
            <a:ln w="10470">
              <a:solidFill>
                <a:srgbClr val="FFFFFF"/>
              </a:solidFill>
            </a:ln>
          </p:spPr>
          <p:txBody>
            <a:bodyPr wrap="square" lIns="0" tIns="0" rIns="0" bIns="0" rtlCol="0"/>
            <a:lstStyle/>
            <a:p>
              <a:endParaRPr sz="1351"/>
            </a:p>
          </p:txBody>
        </p:sp>
        <p:sp>
          <p:nvSpPr>
            <p:cNvPr id="6" name="object 18">
              <a:extLst>
                <a:ext uri="{FF2B5EF4-FFF2-40B4-BE49-F238E27FC236}">
                  <a16:creationId xmlns:a16="http://schemas.microsoft.com/office/drawing/2014/main" id="{CD51A019-F889-62EE-666E-3B75F8A8BBC2}"/>
                </a:ext>
              </a:extLst>
            </p:cNvPr>
            <p:cNvSpPr/>
            <p:nvPr/>
          </p:nvSpPr>
          <p:spPr>
            <a:xfrm>
              <a:off x="871877" y="2543111"/>
              <a:ext cx="527685" cy="1378585"/>
            </a:xfrm>
            <a:custGeom>
              <a:avLst/>
              <a:gdLst/>
              <a:ahLst/>
              <a:cxnLst/>
              <a:rect l="l" t="t" r="r" b="b"/>
              <a:pathLst>
                <a:path w="527685" h="1378585">
                  <a:moveTo>
                    <a:pt x="527387" y="0"/>
                  </a:moveTo>
                  <a:lnTo>
                    <a:pt x="0" y="1378408"/>
                  </a:lnTo>
                </a:path>
              </a:pathLst>
            </a:custGeom>
            <a:ln w="10470">
              <a:solidFill>
                <a:srgbClr val="6BC5D1"/>
              </a:solidFill>
            </a:ln>
          </p:spPr>
          <p:txBody>
            <a:bodyPr wrap="square" lIns="0" tIns="0" rIns="0" bIns="0" rtlCol="0"/>
            <a:lstStyle/>
            <a:p>
              <a:endParaRPr sz="1351"/>
            </a:p>
          </p:txBody>
        </p:sp>
        <p:sp>
          <p:nvSpPr>
            <p:cNvPr id="7" name="object 19">
              <a:extLst>
                <a:ext uri="{FF2B5EF4-FFF2-40B4-BE49-F238E27FC236}">
                  <a16:creationId xmlns:a16="http://schemas.microsoft.com/office/drawing/2014/main" id="{42332A8C-AE58-1A27-6F1B-58368FFA6CD1}"/>
                </a:ext>
              </a:extLst>
            </p:cNvPr>
            <p:cNvSpPr/>
            <p:nvPr/>
          </p:nvSpPr>
          <p:spPr>
            <a:xfrm>
              <a:off x="947290" y="2543114"/>
              <a:ext cx="678815" cy="1378585"/>
            </a:xfrm>
            <a:custGeom>
              <a:avLst/>
              <a:gdLst/>
              <a:ahLst/>
              <a:cxnLst/>
              <a:rect l="l" t="t" r="r" b="b"/>
              <a:pathLst>
                <a:path w="678814" h="1378585">
                  <a:moveTo>
                    <a:pt x="528235" y="0"/>
                  </a:moveTo>
                  <a:lnTo>
                    <a:pt x="0" y="1378408"/>
                  </a:lnTo>
                </a:path>
                <a:path w="678814" h="1378585">
                  <a:moveTo>
                    <a:pt x="528235" y="0"/>
                  </a:moveTo>
                  <a:lnTo>
                    <a:pt x="0" y="1378408"/>
                  </a:lnTo>
                </a:path>
                <a:path w="678814" h="1378585">
                  <a:moveTo>
                    <a:pt x="678220" y="0"/>
                  </a:moveTo>
                  <a:lnTo>
                    <a:pt x="149984" y="1378408"/>
                  </a:lnTo>
                </a:path>
              </a:pathLst>
            </a:custGeom>
            <a:ln w="10470">
              <a:solidFill>
                <a:srgbClr val="FFFFFF"/>
              </a:solidFill>
            </a:ln>
          </p:spPr>
          <p:txBody>
            <a:bodyPr wrap="square" lIns="0" tIns="0" rIns="0" bIns="0" rtlCol="0"/>
            <a:lstStyle/>
            <a:p>
              <a:endParaRPr sz="1351"/>
            </a:p>
          </p:txBody>
        </p:sp>
        <p:sp>
          <p:nvSpPr>
            <p:cNvPr id="8" name="object 20">
              <a:extLst>
                <a:ext uri="{FF2B5EF4-FFF2-40B4-BE49-F238E27FC236}">
                  <a16:creationId xmlns:a16="http://schemas.microsoft.com/office/drawing/2014/main" id="{65EFDCC2-8032-5978-EA54-AC5B207BCB6F}"/>
                </a:ext>
              </a:extLst>
            </p:cNvPr>
            <p:cNvSpPr/>
            <p:nvPr/>
          </p:nvSpPr>
          <p:spPr>
            <a:xfrm>
              <a:off x="800191" y="2543116"/>
              <a:ext cx="749935" cy="1378585"/>
            </a:xfrm>
            <a:custGeom>
              <a:avLst/>
              <a:gdLst/>
              <a:ahLst/>
              <a:cxnLst/>
              <a:rect l="l" t="t" r="r" b="b"/>
              <a:pathLst>
                <a:path w="749935" h="1378585">
                  <a:moveTo>
                    <a:pt x="749903" y="0"/>
                  </a:moveTo>
                  <a:lnTo>
                    <a:pt x="220977" y="1378397"/>
                  </a:lnTo>
                </a:path>
                <a:path w="749935" h="1378585">
                  <a:moveTo>
                    <a:pt x="57652" y="678440"/>
                  </a:moveTo>
                  <a:lnTo>
                    <a:pt x="0" y="830226"/>
                  </a:lnTo>
                </a:path>
              </a:pathLst>
            </a:custGeom>
            <a:ln w="10470">
              <a:solidFill>
                <a:srgbClr val="6BC5D1"/>
              </a:solidFill>
            </a:ln>
          </p:spPr>
          <p:txBody>
            <a:bodyPr wrap="square" lIns="0" tIns="0" rIns="0" bIns="0" rtlCol="0"/>
            <a:lstStyle/>
            <a:p>
              <a:endParaRPr sz="1351"/>
            </a:p>
          </p:txBody>
        </p:sp>
        <p:sp>
          <p:nvSpPr>
            <p:cNvPr id="9" name="object 21">
              <a:extLst>
                <a:ext uri="{FF2B5EF4-FFF2-40B4-BE49-F238E27FC236}">
                  <a16:creationId xmlns:a16="http://schemas.microsoft.com/office/drawing/2014/main" id="{8ACD3669-3667-09C1-35D7-FE7CAE2E3BE5}"/>
                </a:ext>
              </a:extLst>
            </p:cNvPr>
            <p:cNvSpPr/>
            <p:nvPr/>
          </p:nvSpPr>
          <p:spPr>
            <a:xfrm>
              <a:off x="729837" y="3608991"/>
              <a:ext cx="184785" cy="181610"/>
            </a:xfrm>
            <a:custGeom>
              <a:avLst/>
              <a:gdLst/>
              <a:ahLst/>
              <a:cxnLst/>
              <a:rect l="l" t="t" r="r" b="b"/>
              <a:pathLst>
                <a:path w="184784" h="181610">
                  <a:moveTo>
                    <a:pt x="184371" y="0"/>
                  </a:moveTo>
                  <a:lnTo>
                    <a:pt x="18376" y="95923"/>
                  </a:lnTo>
                  <a:lnTo>
                    <a:pt x="0" y="181544"/>
                  </a:lnTo>
                  <a:lnTo>
                    <a:pt x="127315" y="148634"/>
                  </a:lnTo>
                </a:path>
              </a:pathLst>
            </a:custGeom>
            <a:ln w="10470">
              <a:solidFill>
                <a:srgbClr val="FFFFFF"/>
              </a:solidFill>
            </a:ln>
          </p:spPr>
          <p:txBody>
            <a:bodyPr wrap="square" lIns="0" tIns="0" rIns="0" bIns="0" rtlCol="0"/>
            <a:lstStyle/>
            <a:p>
              <a:endParaRPr sz="1351"/>
            </a:p>
          </p:txBody>
        </p:sp>
        <p:sp>
          <p:nvSpPr>
            <p:cNvPr id="10" name="object 22">
              <a:extLst>
                <a:ext uri="{FF2B5EF4-FFF2-40B4-BE49-F238E27FC236}">
                  <a16:creationId xmlns:a16="http://schemas.microsoft.com/office/drawing/2014/main" id="{81A1BF6D-D78D-317C-DF66-A5C1425B2D5A}"/>
                </a:ext>
              </a:extLst>
            </p:cNvPr>
            <p:cNvSpPr/>
            <p:nvPr/>
          </p:nvSpPr>
          <p:spPr>
            <a:xfrm>
              <a:off x="664007" y="3331668"/>
              <a:ext cx="31115" cy="80645"/>
            </a:xfrm>
            <a:custGeom>
              <a:avLst/>
              <a:gdLst/>
              <a:ahLst/>
              <a:cxnLst/>
              <a:rect l="l" t="t" r="r" b="b"/>
              <a:pathLst>
                <a:path w="31115" h="80645">
                  <a:moveTo>
                    <a:pt x="31035" y="0"/>
                  </a:moveTo>
                  <a:lnTo>
                    <a:pt x="0" y="80489"/>
                  </a:lnTo>
                </a:path>
              </a:pathLst>
            </a:custGeom>
            <a:ln w="10470">
              <a:solidFill>
                <a:srgbClr val="6BC5D1"/>
              </a:solidFill>
            </a:ln>
          </p:spPr>
          <p:txBody>
            <a:bodyPr wrap="square" lIns="0" tIns="0" rIns="0" bIns="0" rtlCol="0"/>
            <a:lstStyle/>
            <a:p>
              <a:endParaRPr sz="1351"/>
            </a:p>
          </p:txBody>
        </p:sp>
        <p:sp>
          <p:nvSpPr>
            <p:cNvPr id="11" name="object 23">
              <a:extLst>
                <a:ext uri="{FF2B5EF4-FFF2-40B4-BE49-F238E27FC236}">
                  <a16:creationId xmlns:a16="http://schemas.microsoft.com/office/drawing/2014/main" id="{86038E00-ACE6-E162-85FE-71736BB558ED}"/>
                </a:ext>
              </a:extLst>
            </p:cNvPr>
            <p:cNvSpPr/>
            <p:nvPr/>
          </p:nvSpPr>
          <p:spPr>
            <a:xfrm>
              <a:off x="530210" y="2673627"/>
              <a:ext cx="646430" cy="775970"/>
            </a:xfrm>
            <a:custGeom>
              <a:avLst/>
              <a:gdLst/>
              <a:ahLst/>
              <a:cxnLst/>
              <a:rect l="l" t="t" r="r" b="b"/>
              <a:pathLst>
                <a:path w="646430" h="775970">
                  <a:moveTo>
                    <a:pt x="645844" y="253280"/>
                  </a:moveTo>
                  <a:lnTo>
                    <a:pt x="645844" y="155031"/>
                  </a:lnTo>
                  <a:lnTo>
                    <a:pt x="642656" y="119300"/>
                  </a:lnTo>
                  <a:lnTo>
                    <a:pt x="618041" y="52817"/>
                  </a:lnTo>
                  <a:lnTo>
                    <a:pt x="573518" y="5913"/>
                  </a:lnTo>
                  <a:lnTo>
                    <a:pt x="545773" y="0"/>
                  </a:lnTo>
                  <a:lnTo>
                    <a:pt x="518029" y="5913"/>
                  </a:lnTo>
                  <a:lnTo>
                    <a:pt x="473508" y="52817"/>
                  </a:lnTo>
                  <a:lnTo>
                    <a:pt x="448900" y="119300"/>
                  </a:lnTo>
                  <a:lnTo>
                    <a:pt x="445714" y="155031"/>
                  </a:lnTo>
                  <a:lnTo>
                    <a:pt x="445714" y="403998"/>
                  </a:lnTo>
                  <a:lnTo>
                    <a:pt x="22596" y="652388"/>
                  </a:lnTo>
                  <a:lnTo>
                    <a:pt x="0" y="775599"/>
                  </a:lnTo>
                  <a:lnTo>
                    <a:pt x="452164" y="646776"/>
                  </a:lnTo>
                  <a:lnTo>
                    <a:pt x="452164" y="757798"/>
                  </a:lnTo>
                </a:path>
              </a:pathLst>
            </a:custGeom>
            <a:ln w="10470">
              <a:solidFill>
                <a:srgbClr val="FFFFFF"/>
              </a:solidFill>
            </a:ln>
          </p:spPr>
          <p:txBody>
            <a:bodyPr wrap="square" lIns="0" tIns="0" rIns="0" bIns="0" rtlCol="0"/>
            <a:lstStyle/>
            <a:p>
              <a:endParaRPr sz="1351"/>
            </a:p>
          </p:txBody>
        </p:sp>
        <p:pic>
          <p:nvPicPr>
            <p:cNvPr id="12" name="object 24">
              <a:extLst>
                <a:ext uri="{FF2B5EF4-FFF2-40B4-BE49-F238E27FC236}">
                  <a16:creationId xmlns:a16="http://schemas.microsoft.com/office/drawing/2014/main" id="{AE1B7256-3269-820B-0ED5-83239FCC8270}"/>
                </a:ext>
              </a:extLst>
            </p:cNvPr>
            <p:cNvPicPr/>
            <p:nvPr/>
          </p:nvPicPr>
          <p:blipFill>
            <a:blip r:embed="rId4" cstate="email">
              <a:extLst>
                <a:ext uri="{28A0092B-C50C-407E-A947-70E740481C1C}">
                  <a14:useLocalDpi xmlns:a14="http://schemas.microsoft.com/office/drawing/2010/main"/>
                </a:ext>
              </a:extLst>
            </a:blip>
            <a:stretch>
              <a:fillRect/>
            </a:stretch>
          </p:blipFill>
          <p:spPr>
            <a:xfrm>
              <a:off x="594176" y="3157015"/>
              <a:ext cx="108991" cy="146456"/>
            </a:xfrm>
            <a:prstGeom prst="rect">
              <a:avLst/>
            </a:prstGeom>
          </p:spPr>
        </p:pic>
        <p:pic>
          <p:nvPicPr>
            <p:cNvPr id="28" name="object 25">
              <a:extLst>
                <a:ext uri="{FF2B5EF4-FFF2-40B4-BE49-F238E27FC236}">
                  <a16:creationId xmlns:a16="http://schemas.microsoft.com/office/drawing/2014/main" id="{818ED931-57EE-23DA-EA51-60DB60677918}"/>
                </a:ext>
              </a:extLst>
            </p:cNvPr>
            <p:cNvPicPr/>
            <p:nvPr/>
          </p:nvPicPr>
          <p:blipFill>
            <a:blip r:embed="rId5" cstate="email">
              <a:extLst>
                <a:ext uri="{28A0092B-C50C-407E-A947-70E740481C1C}">
                  <a14:useLocalDpi xmlns:a14="http://schemas.microsoft.com/office/drawing/2010/main"/>
                </a:ext>
              </a:extLst>
            </a:blip>
            <a:stretch>
              <a:fillRect/>
            </a:stretch>
          </p:blipFill>
          <p:spPr>
            <a:xfrm>
              <a:off x="748171" y="3067050"/>
              <a:ext cx="108980" cy="146445"/>
            </a:xfrm>
            <a:prstGeom prst="rect">
              <a:avLst/>
            </a:prstGeom>
          </p:spPr>
        </p:pic>
        <p:sp>
          <p:nvSpPr>
            <p:cNvPr id="33" name="object 26">
              <a:extLst>
                <a:ext uri="{FF2B5EF4-FFF2-40B4-BE49-F238E27FC236}">
                  <a16:creationId xmlns:a16="http://schemas.microsoft.com/office/drawing/2014/main" id="{C841E549-9088-8939-A2C6-AB8A42E0F393}"/>
                </a:ext>
              </a:extLst>
            </p:cNvPr>
            <p:cNvSpPr/>
            <p:nvPr/>
          </p:nvSpPr>
          <p:spPr>
            <a:xfrm>
              <a:off x="1076936" y="2938111"/>
              <a:ext cx="0" cy="247015"/>
            </a:xfrm>
            <a:custGeom>
              <a:avLst/>
              <a:gdLst/>
              <a:ahLst/>
              <a:cxnLst/>
              <a:rect l="l" t="t" r="r" b="b"/>
              <a:pathLst>
                <a:path h="247014">
                  <a:moveTo>
                    <a:pt x="0" y="0"/>
                  </a:moveTo>
                  <a:lnTo>
                    <a:pt x="0" y="246987"/>
                  </a:lnTo>
                </a:path>
              </a:pathLst>
            </a:custGeom>
            <a:ln w="10470">
              <a:solidFill>
                <a:srgbClr val="FFFFFF"/>
              </a:solidFill>
            </a:ln>
          </p:spPr>
          <p:txBody>
            <a:bodyPr wrap="square" lIns="0" tIns="0" rIns="0" bIns="0" rtlCol="0"/>
            <a:lstStyle/>
            <a:p>
              <a:endParaRPr sz="1351"/>
            </a:p>
          </p:txBody>
        </p:sp>
        <p:sp>
          <p:nvSpPr>
            <p:cNvPr id="37" name="object 27">
              <a:extLst>
                <a:ext uri="{FF2B5EF4-FFF2-40B4-BE49-F238E27FC236}">
                  <a16:creationId xmlns:a16="http://schemas.microsoft.com/office/drawing/2014/main" id="{C53D5D60-CA1B-2567-33DB-3482803781B9}"/>
                </a:ext>
              </a:extLst>
            </p:cNvPr>
            <p:cNvSpPr/>
            <p:nvPr/>
          </p:nvSpPr>
          <p:spPr>
            <a:xfrm>
              <a:off x="1028604" y="2768443"/>
              <a:ext cx="99695" cy="46990"/>
            </a:xfrm>
            <a:custGeom>
              <a:avLst/>
              <a:gdLst/>
              <a:ahLst/>
              <a:cxnLst/>
              <a:rect l="l" t="t" r="r" b="b"/>
              <a:pathLst>
                <a:path w="99694" h="46989">
                  <a:moveTo>
                    <a:pt x="99326" y="46721"/>
                  </a:moveTo>
                  <a:lnTo>
                    <a:pt x="0" y="46721"/>
                  </a:lnTo>
                  <a:lnTo>
                    <a:pt x="8010" y="20711"/>
                  </a:lnTo>
                  <a:lnTo>
                    <a:pt x="12227" y="12289"/>
                  </a:lnTo>
                  <a:lnTo>
                    <a:pt x="18800" y="5745"/>
                  </a:lnTo>
                  <a:lnTo>
                    <a:pt x="27140" y="1507"/>
                  </a:lnTo>
                  <a:lnTo>
                    <a:pt x="36658" y="0"/>
                  </a:lnTo>
                  <a:lnTo>
                    <a:pt x="62668" y="0"/>
                  </a:lnTo>
                  <a:lnTo>
                    <a:pt x="99326" y="46721"/>
                  </a:lnTo>
                  <a:close/>
                </a:path>
              </a:pathLst>
            </a:custGeom>
            <a:ln w="10470">
              <a:solidFill>
                <a:srgbClr val="6BC5D1"/>
              </a:solidFill>
            </a:ln>
          </p:spPr>
          <p:txBody>
            <a:bodyPr wrap="square" lIns="0" tIns="0" rIns="0" bIns="0" rtlCol="0"/>
            <a:lstStyle/>
            <a:p>
              <a:endParaRPr sz="1351"/>
            </a:p>
          </p:txBody>
        </p:sp>
      </p:grpSp>
      <p:sp>
        <p:nvSpPr>
          <p:cNvPr id="45" name="Picture Placeholder 12">
            <a:extLst>
              <a:ext uri="{FF2B5EF4-FFF2-40B4-BE49-F238E27FC236}">
                <a16:creationId xmlns:a16="http://schemas.microsoft.com/office/drawing/2014/main" id="{4C0A6BFA-50DF-57AC-2B5C-E6000CAC2BB6}"/>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pic>
        <p:nvPicPr>
          <p:cNvPr id="13" name="Picture 12">
            <a:extLst>
              <a:ext uri="{FF2B5EF4-FFF2-40B4-BE49-F238E27FC236}">
                <a16:creationId xmlns:a16="http://schemas.microsoft.com/office/drawing/2014/main" id="{23397827-DF0B-A4DF-19D8-0624C34D276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38" name="Graphic 37">
            <a:extLst>
              <a:ext uri="{FF2B5EF4-FFF2-40B4-BE49-F238E27FC236}">
                <a16:creationId xmlns:a16="http://schemas.microsoft.com/office/drawing/2014/main" id="{5A8A7E4E-790A-357C-C4A0-1D2D747802D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703997" y="6408073"/>
            <a:ext cx="2135347" cy="168971"/>
          </a:xfrm>
          <a:prstGeom prst="rect">
            <a:avLst/>
          </a:prstGeom>
        </p:spPr>
      </p:pic>
      <p:sp>
        <p:nvSpPr>
          <p:cNvPr id="32" name="Title 1">
            <a:extLst>
              <a:ext uri="{FF2B5EF4-FFF2-40B4-BE49-F238E27FC236}">
                <a16:creationId xmlns:a16="http://schemas.microsoft.com/office/drawing/2014/main" id="{C779E27A-0665-920E-3C7D-E32C7BD7DAED}"/>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kern="1200" dirty="0">
                <a:solidFill>
                  <a:schemeClr val="bg2"/>
                </a:solidFill>
                <a:latin typeface="+mn-lt"/>
                <a:ea typeface="+mn-ea"/>
                <a:cs typeface="+mn-cs"/>
              </a:defRPr>
            </a:lvl1pPr>
          </a:lstStyle>
          <a:p>
            <a:pPr marL="0" lvl="0" indent="0" algn="l" defTabSz="914332" rtl="0" eaLnBrk="1" latinLnBrk="0" hangingPunct="1">
              <a:lnSpc>
                <a:spcPct val="90000"/>
              </a:lnSpc>
              <a:spcBef>
                <a:spcPts val="0"/>
              </a:spcBef>
              <a:buFont typeface="Arial" panose="020B0604020202020204" pitchFamily="34" charset="0"/>
              <a:buNone/>
            </a:pPr>
            <a:r>
              <a:rPr lang="en-GB"/>
              <a:t>Click to edit title</a:t>
            </a:r>
            <a:endParaRPr lang="en-US"/>
          </a:p>
        </p:txBody>
      </p:sp>
      <p:sp>
        <p:nvSpPr>
          <p:cNvPr id="34" name="Text Placeholder 6">
            <a:extLst>
              <a:ext uri="{FF2B5EF4-FFF2-40B4-BE49-F238E27FC236}">
                <a16:creationId xmlns:a16="http://schemas.microsoft.com/office/drawing/2014/main" id="{802DEDDA-458D-47D1-14AD-2D9926DED0CD}"/>
              </a:ext>
            </a:extLst>
          </p:cNvPr>
          <p:cNvSpPr>
            <a:spLocks noGrp="1"/>
          </p:cNvSpPr>
          <p:nvPr>
            <p:ph type="body" sz="quarter" idx="13" hasCustomPrompt="1"/>
          </p:nvPr>
        </p:nvSpPr>
        <p:spPr>
          <a:xfrm>
            <a:off x="245653" y="4004398"/>
            <a:ext cx="4291843" cy="793631"/>
          </a:xfrm>
        </p:spPr>
        <p:txBody>
          <a:bodyPr vert="horz" lIns="91440" tIns="45720" rIns="91440" bIns="45720" rtlCol="0">
            <a:noAutofit/>
          </a:bodyPr>
          <a:lstStyle>
            <a:lvl1pPr>
              <a:defRPr lang="en-US" sz="2400" dirty="0">
                <a:solidFill>
                  <a:schemeClr val="bg1"/>
                </a:solidFill>
              </a:defRPr>
            </a:lvl1pPr>
          </a:lstStyle>
          <a:p>
            <a:pPr marL="0" lvl="0" indent="0">
              <a:lnSpc>
                <a:spcPct val="90000"/>
              </a:lnSpc>
              <a:buNone/>
            </a:pPr>
            <a:r>
              <a:rPr lang="en-GB"/>
              <a:t>Click here to edit subheading</a:t>
            </a:r>
            <a:endParaRPr lang="en-US"/>
          </a:p>
        </p:txBody>
      </p:sp>
      <p:sp>
        <p:nvSpPr>
          <p:cNvPr id="39" name="Text Placeholder 6">
            <a:extLst>
              <a:ext uri="{FF2B5EF4-FFF2-40B4-BE49-F238E27FC236}">
                <a16:creationId xmlns:a16="http://schemas.microsoft.com/office/drawing/2014/main" id="{FC8E5F86-A930-31EA-EF2D-5BB52BA483EB}"/>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latin typeface="+mn-lt"/>
              </a:defRPr>
            </a:lvl1pPr>
          </a:lstStyle>
          <a:p>
            <a:pPr lvl="0"/>
            <a:r>
              <a:rPr lang="en-GB"/>
              <a:t>Enter Date or Document Version</a:t>
            </a:r>
            <a:endParaRPr lang="en-US"/>
          </a:p>
        </p:txBody>
      </p:sp>
      <p:sp>
        <p:nvSpPr>
          <p:cNvPr id="2" name="hcSlideMaster57.Cover Aerospace PurpleHeader" descr="Classification: Internal">
            <a:extLst>
              <a:ext uri="{FF2B5EF4-FFF2-40B4-BE49-F238E27FC236}">
                <a16:creationId xmlns:a16="http://schemas.microsoft.com/office/drawing/2014/main" id="{C559ABC1-A09F-1762-212A-535E3505B031}"/>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70155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erospcae Separato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9"/>
            <a:ext cx="4350335" cy="1715893"/>
          </a:xfrm>
          <a:prstGeom prst="rect">
            <a:avLst/>
          </a:prstGeom>
        </p:spPr>
        <p:txBody>
          <a:bodyPr/>
          <a:lstStyle>
            <a:lvl1pPr>
              <a:lnSpc>
                <a:spcPct val="90000"/>
              </a:lnSpc>
              <a:defRPr sz="2800">
                <a:solidFill>
                  <a:schemeClr val="bg1"/>
                </a:solidFill>
              </a:defRPr>
            </a:lvl1pPr>
          </a:lstStyle>
          <a:p>
            <a:r>
              <a:rPr lang="en-GB"/>
              <a:t>Separator</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3" name="TextBox 32">
            <a:extLst>
              <a:ext uri="{FF2B5EF4-FFF2-40B4-BE49-F238E27FC236}">
                <a16:creationId xmlns:a16="http://schemas.microsoft.com/office/drawing/2014/main" id="{0D3738DA-E1A3-951E-954E-52831689FC14}"/>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pic>
        <p:nvPicPr>
          <p:cNvPr id="4" name="Picture 3">
            <a:extLst>
              <a:ext uri="{FF2B5EF4-FFF2-40B4-BE49-F238E27FC236}">
                <a16:creationId xmlns:a16="http://schemas.microsoft.com/office/drawing/2014/main" id="{8235111B-3D43-5230-8371-E4CB34F33D17}"/>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B1F0CA55-66CE-5362-726B-2599F843D9BD}"/>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8" name="Graphic 7">
            <a:extLst>
              <a:ext uri="{FF2B5EF4-FFF2-40B4-BE49-F238E27FC236}">
                <a16:creationId xmlns:a16="http://schemas.microsoft.com/office/drawing/2014/main" id="{98DA2041-42A4-E9FF-57FB-D969BD811A05}"/>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5621874" y="231867"/>
            <a:ext cx="4149695" cy="6343104"/>
          </a:xfrm>
          <a:prstGeom prst="rect">
            <a:avLst/>
          </a:prstGeom>
        </p:spPr>
      </p:pic>
      <p:sp>
        <p:nvSpPr>
          <p:cNvPr id="2" name="hcSlideMaster57.Aerospcae SeparatorHeader" descr="Classification: Internal">
            <a:extLst>
              <a:ext uri="{FF2B5EF4-FFF2-40B4-BE49-F238E27FC236}">
                <a16:creationId xmlns:a16="http://schemas.microsoft.com/office/drawing/2014/main" id="{29709088-0A1F-D8E3-A037-2FBCA3CE3F78}"/>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534861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erospace Separator 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25DF583-D45F-3FA1-D8C7-82A753218622}"/>
              </a:ext>
            </a:extLst>
          </p:cNvPr>
          <p:cNvSpPr>
            <a:spLocks noGrp="1"/>
          </p:cNvSpPr>
          <p:nvPr>
            <p:ph type="pic" sz="quarter" idx="11"/>
          </p:nvPr>
        </p:nvSpPr>
        <p:spPr>
          <a:xfrm>
            <a:off x="5781211" y="1273423"/>
            <a:ext cx="5943600" cy="3390900"/>
          </a:xfrm>
          <a:custGeom>
            <a:avLst/>
            <a:gdLst>
              <a:gd name="connsiteX0" fmla="*/ 1332149 w 5943600"/>
              <a:gd name="connsiteY0" fmla="*/ 0 h 3390900"/>
              <a:gd name="connsiteX1" fmla="*/ 5943600 w 5943600"/>
              <a:gd name="connsiteY1" fmla="*/ 0 h 3390900"/>
              <a:gd name="connsiteX2" fmla="*/ 4611451 w 5943600"/>
              <a:gd name="connsiteY2" fmla="*/ 3390900 h 3390900"/>
              <a:gd name="connsiteX3" fmla="*/ 0 w 594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5943600" h="3390900">
                <a:moveTo>
                  <a:pt x="1332149" y="0"/>
                </a:moveTo>
                <a:lnTo>
                  <a:pt x="5943600" y="0"/>
                </a:lnTo>
                <a:lnTo>
                  <a:pt x="4611451" y="3390900"/>
                </a:lnTo>
                <a:lnTo>
                  <a:pt x="0" y="3390900"/>
                </a:lnTo>
                <a:close/>
              </a:path>
            </a:pathLst>
          </a:custGeom>
          <a:solidFill>
            <a:schemeClr val="bg1">
              <a:lumMod val="95000"/>
            </a:schemeClr>
          </a:solidFill>
        </p:spPr>
        <p:txBody>
          <a:bodyPr wrap="square" anchor="ctr">
            <a:noAutofit/>
          </a:bodyPr>
          <a:lstStyle>
            <a:lvl1pPr algn="ctr">
              <a:defRPr/>
            </a:lvl1pPr>
          </a:lstStyle>
          <a:p>
            <a:endParaRPr lang="en-US"/>
          </a:p>
        </p:txBody>
      </p:sp>
      <p:sp>
        <p:nvSpPr>
          <p:cNvPr id="15" name="Picture Placeholder 14">
            <a:extLst>
              <a:ext uri="{FF2B5EF4-FFF2-40B4-BE49-F238E27FC236}">
                <a16:creationId xmlns:a16="http://schemas.microsoft.com/office/drawing/2014/main" id="{A3B1A9F1-5E2D-25D0-4904-C4157E0F04C2}"/>
              </a:ext>
            </a:extLst>
          </p:cNvPr>
          <p:cNvSpPr>
            <a:spLocks noGrp="1"/>
          </p:cNvSpPr>
          <p:nvPr>
            <p:ph type="pic" sz="quarter" idx="12"/>
          </p:nvPr>
        </p:nvSpPr>
        <p:spPr>
          <a:xfrm>
            <a:off x="851112" y="2710967"/>
            <a:ext cx="5676472" cy="3238500"/>
          </a:xfrm>
          <a:custGeom>
            <a:avLst/>
            <a:gdLst>
              <a:gd name="connsiteX0" fmla="*/ 1332149 w 5943600"/>
              <a:gd name="connsiteY0" fmla="*/ 0 h 3390900"/>
              <a:gd name="connsiteX1" fmla="*/ 5943600 w 5943600"/>
              <a:gd name="connsiteY1" fmla="*/ 0 h 3390900"/>
              <a:gd name="connsiteX2" fmla="*/ 4611451 w 5943600"/>
              <a:gd name="connsiteY2" fmla="*/ 3390900 h 3390900"/>
              <a:gd name="connsiteX3" fmla="*/ 0 w 594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5943600" h="3390900">
                <a:moveTo>
                  <a:pt x="1332149" y="0"/>
                </a:moveTo>
                <a:lnTo>
                  <a:pt x="5943600" y="0"/>
                </a:lnTo>
                <a:lnTo>
                  <a:pt x="4611451" y="3390900"/>
                </a:lnTo>
                <a:lnTo>
                  <a:pt x="0" y="3390900"/>
                </a:lnTo>
                <a:close/>
              </a:path>
            </a:pathLst>
          </a:custGeom>
          <a:solidFill>
            <a:schemeClr val="bg1">
              <a:lumMod val="95000"/>
            </a:schemeClr>
          </a:solidFill>
        </p:spPr>
        <p:txBody>
          <a:bodyPr wrap="square" anchor="ctr">
            <a:noAutofit/>
          </a:bodyPr>
          <a:lstStyle>
            <a:lvl1pPr algn="ctr">
              <a:defRPr/>
            </a:lvl1pPr>
          </a:lstStyle>
          <a:p>
            <a:endParaRPr lang="en-US"/>
          </a:p>
        </p:txBody>
      </p:sp>
      <p:sp>
        <p:nvSpPr>
          <p:cNvPr id="2" name="Title 1">
            <a:extLst>
              <a:ext uri="{FF2B5EF4-FFF2-40B4-BE49-F238E27FC236}">
                <a16:creationId xmlns:a16="http://schemas.microsoft.com/office/drawing/2014/main" id="{84AAD9E5-9770-BAAD-EED5-B9281B34EEBD}"/>
              </a:ext>
            </a:extLst>
          </p:cNvPr>
          <p:cNvSpPr>
            <a:spLocks noGrp="1"/>
          </p:cNvSpPr>
          <p:nvPr>
            <p:ph type="title" hasCustomPrompt="1"/>
          </p:nvPr>
        </p:nvSpPr>
        <p:spPr>
          <a:xfrm>
            <a:off x="245655" y="888104"/>
            <a:ext cx="6103391" cy="1751581"/>
          </a:xfrm>
          <a:prstGeom prst="rect">
            <a:avLst/>
          </a:prstGeom>
        </p:spPr>
        <p:txBody>
          <a:bodyPr/>
          <a:lstStyle>
            <a:lvl1pPr>
              <a:lnSpc>
                <a:spcPct val="90000"/>
              </a:lnSpc>
              <a:defRPr sz="2800">
                <a:solidFill>
                  <a:schemeClr val="bg2"/>
                </a:solidFill>
              </a:defRPr>
            </a:lvl1pPr>
          </a:lstStyle>
          <a:p>
            <a:r>
              <a:rPr lang="en-GB"/>
              <a:t>Separator</a:t>
            </a:r>
            <a:endParaRPr lang="en-US"/>
          </a:p>
        </p:txBody>
      </p:sp>
      <p:grpSp>
        <p:nvGrpSpPr>
          <p:cNvPr id="21" name="Group 20">
            <a:extLst>
              <a:ext uri="{FF2B5EF4-FFF2-40B4-BE49-F238E27FC236}">
                <a16:creationId xmlns:a16="http://schemas.microsoft.com/office/drawing/2014/main" id="{E25172A6-D006-0CAE-9D3D-F9BDAAA58A02}"/>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D274207-AA4F-71FB-4CF0-93AAD4FEE8A9}"/>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C93B14B2-6319-0061-6572-5D1EEC9CCE7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9785C40C-ED24-4026-97B5-43FD00093BE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46FF6BE3-0551-6A4B-C50A-CF5C64D4370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6E85E10E-50C7-8361-DA25-DD2307DA8AAD}"/>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1" name="TextBox 30">
            <a:extLst>
              <a:ext uri="{FF2B5EF4-FFF2-40B4-BE49-F238E27FC236}">
                <a16:creationId xmlns:a16="http://schemas.microsoft.com/office/drawing/2014/main" id="{3E3436A4-70E4-2578-CC51-43E2E91DCE1E}"/>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4" name="Graphic 3">
            <a:extLst>
              <a:ext uri="{FF2B5EF4-FFF2-40B4-BE49-F238E27FC236}">
                <a16:creationId xmlns:a16="http://schemas.microsoft.com/office/drawing/2014/main" id="{A0C70C4D-EAD9-31BA-D111-3975324D9D4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C9CA75D5-4C7A-4D18-966A-F9C19DC3450D}"/>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pic>
        <p:nvPicPr>
          <p:cNvPr id="3" name="Graphic 2">
            <a:extLst>
              <a:ext uri="{FF2B5EF4-FFF2-40B4-BE49-F238E27FC236}">
                <a16:creationId xmlns:a16="http://schemas.microsoft.com/office/drawing/2014/main" id="{F6ED7F9B-1CC2-5923-C6F2-75DA114C2C7B}"/>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937133" y="892387"/>
            <a:ext cx="2453641" cy="5378292"/>
          </a:xfrm>
          <a:prstGeom prst="rect">
            <a:avLst/>
          </a:prstGeom>
        </p:spPr>
      </p:pic>
      <p:sp>
        <p:nvSpPr>
          <p:cNvPr id="6" name="hcSlideMaster57.Aerospace Separator 1Header" descr="Classification: Internal">
            <a:extLst>
              <a:ext uri="{FF2B5EF4-FFF2-40B4-BE49-F238E27FC236}">
                <a16:creationId xmlns:a16="http://schemas.microsoft.com/office/drawing/2014/main" id="{7CA0028D-236E-D954-1A11-C37454035CE0}"/>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9283278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ECFCFC"/>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 style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2" name="Graphic 1">
            <a:extLst>
              <a:ext uri="{FF2B5EF4-FFF2-40B4-BE49-F238E27FC236}">
                <a16:creationId xmlns:a16="http://schemas.microsoft.com/office/drawing/2014/main" id="{32074292-E203-3499-3BE4-28D3E0763EA8}"/>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D7A163D1-F5AA-6262-0442-537C119EA454}"/>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 Placeholder 6">
            <a:extLst>
              <a:ext uri="{FF2B5EF4-FFF2-40B4-BE49-F238E27FC236}">
                <a16:creationId xmlns:a16="http://schemas.microsoft.com/office/drawing/2014/main" id="{4755C2FD-0260-8312-4E74-505CE1DBB495}"/>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6" name="hcSlideMaster57.Title onlyHeader" descr="Classification: Internal">
            <a:extLst>
              <a:ext uri="{FF2B5EF4-FFF2-40B4-BE49-F238E27FC236}">
                <a16:creationId xmlns:a16="http://schemas.microsoft.com/office/drawing/2014/main" id="{DA90E72B-30D0-6584-A5C7-EC18007D4FEE}"/>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5249897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chemeClr val="bg2"/>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3" y="849280"/>
            <a:ext cx="3830947" cy="1356365"/>
          </a:xfrm>
          <a:prstGeom prst="rect">
            <a:avLst/>
          </a:prstGeom>
        </p:spPr>
        <p:txBody>
          <a:bodyPr/>
          <a:lstStyle>
            <a:lvl1pPr>
              <a:lnSpc>
                <a:spcPct val="90000"/>
              </a:lnSpc>
              <a:spcBef>
                <a:spcPts val="0"/>
              </a:spcBef>
              <a:defRPr sz="2800">
                <a:solidFill>
                  <a:schemeClr val="tx1"/>
                </a:solidFill>
              </a:defRPr>
            </a:lvl1pPr>
          </a:lstStyle>
          <a:p>
            <a:r>
              <a:rPr lang="en-GB"/>
              <a:t>Click to edit title style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5" name="TextBox 24">
            <a:extLst>
              <a:ext uri="{FF2B5EF4-FFF2-40B4-BE49-F238E27FC236}">
                <a16:creationId xmlns:a16="http://schemas.microsoft.com/office/drawing/2014/main" id="{8C19C1E7-8295-246C-61F7-8607BE60CAD7}"/>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2" name="Graphic 1">
            <a:extLst>
              <a:ext uri="{FF2B5EF4-FFF2-40B4-BE49-F238E27FC236}">
                <a16:creationId xmlns:a16="http://schemas.microsoft.com/office/drawing/2014/main" id="{193FF807-1054-EBAF-C4AF-7A6AAAE280C5}"/>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E8D45214-C27B-C9A7-E846-7CF73AA4BB18}"/>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4" name="hcSlideMaster57.Content 1Header" descr="Classification: Internal">
            <a:extLst>
              <a:ext uri="{FF2B5EF4-FFF2-40B4-BE49-F238E27FC236}">
                <a16:creationId xmlns:a16="http://schemas.microsoft.com/office/drawing/2014/main" id="{F1830F5B-5F4F-4BE5-0517-7B701E8B9969}"/>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9876597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ECFCFC"/>
        </a:solidFill>
        <a:effectLst/>
      </p:bgPr>
    </p:bg>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0D7A0BF0-2489-55D2-D22F-70F6A243178F}"/>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 style</a:t>
            </a:r>
            <a:endParaRPr lang="en-US"/>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00F51FAF-5C39-6DF9-93A2-E115B35BE264}"/>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DF09668A-C7B1-0FC8-F400-5996293E9E11}"/>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hcSlideMaster57.Content 2Header" descr="Classification: Internal">
            <a:extLst>
              <a:ext uri="{FF2B5EF4-FFF2-40B4-BE49-F238E27FC236}">
                <a16:creationId xmlns:a16="http://schemas.microsoft.com/office/drawing/2014/main" id="{A064FF05-8747-7DE5-A328-F89FCEF1AA9F}"/>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80567563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 style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chemeClr val="bg2"/>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4" name="Graphic 3">
            <a:extLst>
              <a:ext uri="{FF2B5EF4-FFF2-40B4-BE49-F238E27FC236}">
                <a16:creationId xmlns:a16="http://schemas.microsoft.com/office/drawing/2014/main" id="{BD8D372C-45A4-81C8-EF98-6E817A88ABDA}"/>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8CB4D872-5FB7-6E25-35C6-BEE8D594CFC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hcSlideMaster57.Content 3Header" descr="Classification: Internal">
            <a:extLst>
              <a:ext uri="{FF2B5EF4-FFF2-40B4-BE49-F238E27FC236}">
                <a16:creationId xmlns:a16="http://schemas.microsoft.com/office/drawing/2014/main" id="{4A0940B8-327E-B557-CBBD-1A145B1A2F33}"/>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8398109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pic>
        <p:nvPicPr>
          <p:cNvPr id="3" name="Picture 2">
            <a:extLst>
              <a:ext uri="{FF2B5EF4-FFF2-40B4-BE49-F238E27FC236}">
                <a16:creationId xmlns:a16="http://schemas.microsoft.com/office/drawing/2014/main" id="{51477998-F253-5053-C3B9-DE5A0CC106E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9" name="Graphic 8">
            <a:extLst>
              <a:ext uri="{FF2B5EF4-FFF2-40B4-BE49-F238E27FC236}">
                <a16:creationId xmlns:a16="http://schemas.microsoft.com/office/drawing/2014/main" id="{3A14838D-0ED2-A182-C7C7-3404B5342B76}"/>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11" name="Graphic 10">
            <a:extLst>
              <a:ext uri="{FF2B5EF4-FFF2-40B4-BE49-F238E27FC236}">
                <a16:creationId xmlns:a16="http://schemas.microsoft.com/office/drawing/2014/main" id="{1FE79E2C-8FA6-80F3-DDBE-9FCE582FF209}"/>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5443962" y="214453"/>
            <a:ext cx="3443722" cy="6230309"/>
          </a:xfrm>
          <a:prstGeom prst="rect">
            <a:avLst/>
          </a:prstGeom>
        </p:spPr>
      </p:pic>
      <p:sp>
        <p:nvSpPr>
          <p:cNvPr id="12" name="object 7">
            <a:extLst>
              <a:ext uri="{FF2B5EF4-FFF2-40B4-BE49-F238E27FC236}">
                <a16:creationId xmlns:a16="http://schemas.microsoft.com/office/drawing/2014/main" id="{6683C997-00A9-5C6E-F557-9813A5F80DD6}"/>
              </a:ext>
            </a:extLst>
          </p:cNvPr>
          <p:cNvSpPr txBox="1"/>
          <p:nvPr userDrawn="1"/>
        </p:nvSpPr>
        <p:spPr>
          <a:xfrm>
            <a:off x="9345454" y="991815"/>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lang="en-IN" sz="1100" spc="-7">
                <a:solidFill>
                  <a:srgbClr val="FFFFFF"/>
                </a:solidFill>
                <a:latin typeface="DM Sans"/>
                <a:cs typeface="DM Sans"/>
              </a:rPr>
              <a:t>@t</a:t>
            </a:r>
            <a:r>
              <a:rPr sz="1100" spc="-7" err="1">
                <a:solidFill>
                  <a:srgbClr val="FFFFFF"/>
                </a:solidFill>
                <a:latin typeface="DM Sans"/>
                <a:cs typeface="DM Sans"/>
              </a:rPr>
              <a: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err="1">
                <a:solidFill>
                  <a:srgbClr val="42E3E6"/>
                </a:solidFill>
                <a:latin typeface="DM Sans"/>
                <a:cs typeface="DM Sans"/>
              </a:rPr>
              <a:t>tatatechnologies.com</a:t>
            </a:r>
            <a:endParaRPr sz="1600">
              <a:solidFill>
                <a:srgbClr val="42E3E6"/>
              </a:solidFill>
              <a:latin typeface="DM Sans"/>
              <a:cs typeface="DM Sans"/>
            </a:endParaRPr>
          </a:p>
        </p:txBody>
      </p:sp>
      <p:pic>
        <p:nvPicPr>
          <p:cNvPr id="13" name="Graphic 12">
            <a:extLst>
              <a:ext uri="{FF2B5EF4-FFF2-40B4-BE49-F238E27FC236}">
                <a16:creationId xmlns:a16="http://schemas.microsoft.com/office/drawing/2014/main" id="{1C7C0875-B513-54F1-69D4-0FB6AC4B5E09}"/>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353105" y="1091858"/>
            <a:ext cx="132408" cy="132408"/>
          </a:xfrm>
          <a:prstGeom prst="rect">
            <a:avLst/>
          </a:prstGeom>
        </p:spPr>
      </p:pic>
      <p:pic>
        <p:nvPicPr>
          <p:cNvPr id="14" name="Graphic 13">
            <a:extLst>
              <a:ext uri="{FF2B5EF4-FFF2-40B4-BE49-F238E27FC236}">
                <a16:creationId xmlns:a16="http://schemas.microsoft.com/office/drawing/2014/main" id="{88956106-7C8F-2E5F-97AD-D3BD556AFFBB}"/>
              </a:ext>
            </a:extLst>
          </p:cNvPr>
          <p:cNvPicPr>
            <a:picLocks noChangeAspect="1"/>
          </p:cNvPicPr>
          <p:nvPr userDrawn="1"/>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344278" y="2072869"/>
            <a:ext cx="146107" cy="136976"/>
          </a:xfrm>
          <a:prstGeom prst="rect">
            <a:avLst/>
          </a:prstGeom>
        </p:spPr>
      </p:pic>
      <p:pic>
        <p:nvPicPr>
          <p:cNvPr id="28" name="Picture 27">
            <a:extLst>
              <a:ext uri="{FF2B5EF4-FFF2-40B4-BE49-F238E27FC236}">
                <a16:creationId xmlns:a16="http://schemas.microsoft.com/office/drawing/2014/main" id="{BF099A7D-F956-0EB2-0829-F04591C9FE50}"/>
              </a:ext>
            </a:extLst>
          </p:cNvPr>
          <p:cNvPicPr>
            <a:picLocks noChangeAspect="1"/>
          </p:cNvPicPr>
          <p:nvPr userDrawn="1"/>
        </p:nvPicPr>
        <p:blipFill rotWithShape="1">
          <a:blip r:embed="rId13" cstate="email">
            <a:extLst>
              <a:ext uri="{28A0092B-C50C-407E-A947-70E740481C1C}">
                <a14:useLocalDpi xmlns:a14="http://schemas.microsoft.com/office/drawing/2010/main"/>
              </a:ext>
            </a:extLst>
          </a:blip>
          <a:srcRect b="-3480"/>
          <a:stretch/>
        </p:blipFill>
        <p:spPr>
          <a:xfrm>
            <a:off x="9336129" y="1842353"/>
            <a:ext cx="166369" cy="113863"/>
          </a:xfrm>
          <a:prstGeom prst="rect">
            <a:avLst/>
          </a:prstGeom>
        </p:spPr>
      </p:pic>
      <p:pic>
        <p:nvPicPr>
          <p:cNvPr id="29" name="Graphic 28">
            <a:extLst>
              <a:ext uri="{FF2B5EF4-FFF2-40B4-BE49-F238E27FC236}">
                <a16:creationId xmlns:a16="http://schemas.microsoft.com/office/drawing/2014/main" id="{943B6632-533E-84B2-6298-B9F32B29D22B}"/>
              </a:ext>
            </a:extLst>
          </p:cNvPr>
          <p:cNvPicPr>
            <a:picLocks noChangeAspect="1"/>
          </p:cNvPicPr>
          <p:nvPr userDrawn="1"/>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353105" y="1345563"/>
            <a:ext cx="132408" cy="132408"/>
          </a:xfrm>
          <a:prstGeom prst="rect">
            <a:avLst/>
          </a:prstGeom>
        </p:spPr>
      </p:pic>
      <p:sp>
        <p:nvSpPr>
          <p:cNvPr id="30" name="Rectangle 29">
            <a:hlinkClick r:id="rId16"/>
            <a:extLst>
              <a:ext uri="{FF2B5EF4-FFF2-40B4-BE49-F238E27FC236}">
                <a16:creationId xmlns:a16="http://schemas.microsoft.com/office/drawing/2014/main" id="{F834E559-5490-674A-26AD-C201A0439F77}"/>
              </a:ext>
            </a:extLst>
          </p:cNvPr>
          <p:cNvSpPr/>
          <p:nvPr userDrawn="1"/>
        </p:nvSpPr>
        <p:spPr>
          <a:xfrm>
            <a:off x="9288922" y="2480556"/>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2" name="Rectangle 31">
            <a:hlinkClick r:id="rId17"/>
            <a:extLst>
              <a:ext uri="{FF2B5EF4-FFF2-40B4-BE49-F238E27FC236}">
                <a16:creationId xmlns:a16="http://schemas.microsoft.com/office/drawing/2014/main" id="{BD88039C-EDFF-F27A-29F1-9B1AC46EC597}"/>
              </a:ext>
            </a:extLst>
          </p:cNvPr>
          <p:cNvSpPr/>
          <p:nvPr userDrawn="1"/>
        </p:nvSpPr>
        <p:spPr>
          <a:xfrm>
            <a:off x="9304945" y="105907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4" name="Rectangle 33">
            <a:hlinkClick r:id="rId18"/>
            <a:extLst>
              <a:ext uri="{FF2B5EF4-FFF2-40B4-BE49-F238E27FC236}">
                <a16:creationId xmlns:a16="http://schemas.microsoft.com/office/drawing/2014/main" id="{1901333E-9987-3160-669C-3B4FDE0FA294}"/>
              </a:ext>
            </a:extLst>
          </p:cNvPr>
          <p:cNvSpPr/>
          <p:nvPr userDrawn="1"/>
        </p:nvSpPr>
        <p:spPr>
          <a:xfrm>
            <a:off x="9304945" y="132818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5" name="Rectangle 34">
            <a:hlinkClick r:id="rId19"/>
            <a:extLst>
              <a:ext uri="{FF2B5EF4-FFF2-40B4-BE49-F238E27FC236}">
                <a16:creationId xmlns:a16="http://schemas.microsoft.com/office/drawing/2014/main" id="{0187A098-7991-1206-E43A-28B3922E820D}"/>
              </a:ext>
            </a:extLst>
          </p:cNvPr>
          <p:cNvSpPr/>
          <p:nvPr userDrawn="1"/>
        </p:nvSpPr>
        <p:spPr>
          <a:xfrm>
            <a:off x="9304945" y="1552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6" name="Rectangle 35">
            <a:hlinkClick r:id="rId20"/>
            <a:extLst>
              <a:ext uri="{FF2B5EF4-FFF2-40B4-BE49-F238E27FC236}">
                <a16:creationId xmlns:a16="http://schemas.microsoft.com/office/drawing/2014/main" id="{4BEEF5FD-985B-D7B2-EDA9-79ADB4F43C96}"/>
              </a:ext>
            </a:extLst>
          </p:cNvPr>
          <p:cNvSpPr/>
          <p:nvPr userDrawn="1"/>
        </p:nvSpPr>
        <p:spPr>
          <a:xfrm>
            <a:off x="9304945" y="1806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9" name="Rectangle 48">
            <a:hlinkClick r:id="rId21"/>
            <a:extLst>
              <a:ext uri="{FF2B5EF4-FFF2-40B4-BE49-F238E27FC236}">
                <a16:creationId xmlns:a16="http://schemas.microsoft.com/office/drawing/2014/main" id="{20DFECE7-6D20-4292-E25B-8C0EAD99A7F9}"/>
              </a:ext>
            </a:extLst>
          </p:cNvPr>
          <p:cNvSpPr/>
          <p:nvPr userDrawn="1"/>
        </p:nvSpPr>
        <p:spPr>
          <a:xfrm>
            <a:off x="9304945" y="205330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0" name="object 4">
            <a:extLst>
              <a:ext uri="{FF2B5EF4-FFF2-40B4-BE49-F238E27FC236}">
                <a16:creationId xmlns:a16="http://schemas.microsoft.com/office/drawing/2014/main" id="{AE82A844-E9CB-A58E-D07A-DCF96E68728E}"/>
              </a:ext>
            </a:extLst>
          </p:cNvPr>
          <p:cNvSpPr txBox="1"/>
          <p:nvPr userDrawn="1"/>
        </p:nvSpPr>
        <p:spPr>
          <a:xfrm>
            <a:off x="9345454" y="4735906"/>
            <a:ext cx="2530448" cy="1183610"/>
          </a:xfrm>
          <a:prstGeom prst="rect">
            <a:avLst/>
          </a:prstGeom>
        </p:spPr>
        <p:txBody>
          <a:bodyPr vert="horz" wrap="square" lIns="0" tIns="31449" rIns="0" bIns="0" rtlCol="0">
            <a:spAutoFit/>
          </a:bodyPr>
          <a:lstStyle/>
          <a:p>
            <a:pPr marL="6419">
              <a:lnSpc>
                <a:spcPts val="1080"/>
              </a:lnSpc>
              <a:spcBef>
                <a:spcPts val="248"/>
              </a:spcBef>
            </a:pPr>
            <a:r>
              <a:rPr lang="en-IN" sz="900" b="1" spc="0">
                <a:solidFill>
                  <a:srgbClr val="42E3E6"/>
                </a:solidFill>
                <a:latin typeface="DMSans-Medium"/>
                <a:cs typeface="DMSans-Medium"/>
              </a:rPr>
              <a:t>COPYRIGHT NOTICE</a:t>
            </a:r>
          </a:p>
          <a:p>
            <a:pPr marL="6419">
              <a:lnSpc>
                <a:spcPts val="1080"/>
              </a:lnSpc>
              <a:spcBef>
                <a:spcPts val="248"/>
              </a:spcBef>
            </a:pPr>
            <a:r>
              <a:rPr lang="en-IN" sz="9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900" spc="0">
              <a:solidFill>
                <a:schemeClr val="bg1"/>
              </a:solidFill>
              <a:latin typeface="+mn-lt"/>
              <a:cs typeface="DM Sans"/>
            </a:endParaRPr>
          </a:p>
        </p:txBody>
      </p:sp>
      <p:pic>
        <p:nvPicPr>
          <p:cNvPr id="51" name="Picture 50">
            <a:extLst>
              <a:ext uri="{FF2B5EF4-FFF2-40B4-BE49-F238E27FC236}">
                <a16:creationId xmlns:a16="http://schemas.microsoft.com/office/drawing/2014/main" id="{92E0306F-3FA1-7DE5-6DC6-93647BC7B15E}"/>
              </a:ext>
            </a:extLst>
          </p:cNvPr>
          <p:cNvPicPr>
            <a:picLocks noChangeAspect="1"/>
          </p:cNvPicPr>
          <p:nvPr userDrawn="1"/>
        </p:nvPicPr>
        <p:blipFill>
          <a:blip r:embed="rId22"/>
          <a:stretch>
            <a:fillRect/>
          </a:stretch>
        </p:blipFill>
        <p:spPr>
          <a:xfrm>
            <a:off x="9349122" y="1574199"/>
            <a:ext cx="136391" cy="139259"/>
          </a:xfrm>
          <a:prstGeom prst="rect">
            <a:avLst/>
          </a:prstGeom>
        </p:spPr>
      </p:pic>
      <p:sp>
        <p:nvSpPr>
          <p:cNvPr id="2" name="object 3">
            <a:extLst>
              <a:ext uri="{FF2B5EF4-FFF2-40B4-BE49-F238E27FC236}">
                <a16:creationId xmlns:a16="http://schemas.microsoft.com/office/drawing/2014/main" id="{71465CCE-F38D-6E58-BF46-B633B0CA6B0F}"/>
              </a:ext>
            </a:extLst>
          </p:cNvPr>
          <p:cNvSpPr txBox="1"/>
          <p:nvPr userDrawn="1"/>
        </p:nvSpPr>
        <p:spPr>
          <a:xfrm>
            <a:off x="323648" y="100591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rgbClr val="42E3E6"/>
                </a:solidFill>
                <a:latin typeface="DMSans-Medium"/>
                <a:cs typeface="DMSans-Medium"/>
              </a:rPr>
              <a:t>ASIA</a:t>
            </a:r>
            <a:r>
              <a:rPr sz="1100" spc="223">
                <a:solidFill>
                  <a:srgbClr val="42E3E6"/>
                </a:solidFill>
                <a:latin typeface="DMSans-Medium"/>
                <a:cs typeface="DMSans-Medium"/>
              </a:rPr>
              <a:t> </a:t>
            </a:r>
            <a:r>
              <a:rPr sz="1100" spc="71">
                <a:solidFill>
                  <a:srgbClr val="42E3E6"/>
                </a:solidFill>
                <a:latin typeface="DMSans-Medium"/>
                <a:cs typeface="DMSans-Medium"/>
              </a:rPr>
              <a:t>PACIFIC </a:t>
            </a:r>
            <a:endParaRPr sz="1100">
              <a:solidFill>
                <a:srgbClr val="42E3E6"/>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4" name="object 4">
            <a:extLst>
              <a:ext uri="{FF2B5EF4-FFF2-40B4-BE49-F238E27FC236}">
                <a16:creationId xmlns:a16="http://schemas.microsoft.com/office/drawing/2014/main" id="{47CFAE21-66AF-0D7C-2FB0-316D11684AA3}"/>
              </a:ext>
            </a:extLst>
          </p:cNvPr>
          <p:cNvSpPr txBox="1"/>
          <p:nvPr userDrawn="1"/>
        </p:nvSpPr>
        <p:spPr>
          <a:xfrm>
            <a:off x="323650" y="2636627"/>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rgbClr val="42E3E6"/>
                </a:solidFill>
                <a:latin typeface="DMSans-Medium"/>
                <a:cs typeface="DMSans-Medium"/>
              </a:rPr>
              <a:t>EUROPE</a:t>
            </a:r>
            <a:r>
              <a:rPr sz="1100" spc="83">
                <a:solidFill>
                  <a:srgbClr val="12C6B3"/>
                </a:solidFill>
                <a:latin typeface="DMSans-Medium"/>
                <a:cs typeface="DMSans-Medium"/>
              </a:rPr>
              <a:t> </a:t>
            </a:r>
            <a:endParaRPr sz="1100">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5" name="object 5">
            <a:extLst>
              <a:ext uri="{FF2B5EF4-FFF2-40B4-BE49-F238E27FC236}">
                <a16:creationId xmlns:a16="http://schemas.microsoft.com/office/drawing/2014/main" id="{011FA428-C4E3-F466-E637-1AD98AA6410B}"/>
              </a:ext>
            </a:extLst>
          </p:cNvPr>
          <p:cNvSpPr txBox="1"/>
          <p:nvPr userDrawn="1"/>
        </p:nvSpPr>
        <p:spPr>
          <a:xfrm>
            <a:off x="323319" y="4673608"/>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rgbClr val="42E3E6"/>
                </a:solidFill>
                <a:latin typeface="DMSans-Medium"/>
                <a:cs typeface="DMSans-Medium"/>
              </a:rPr>
              <a:t>NORTH</a:t>
            </a:r>
            <a:r>
              <a:rPr sz="1100" spc="219">
                <a:solidFill>
                  <a:srgbClr val="42E3E6"/>
                </a:solidFill>
                <a:latin typeface="DMSans-Medium"/>
                <a:cs typeface="DMSans-Medium"/>
              </a:rPr>
              <a:t> </a:t>
            </a:r>
            <a:r>
              <a:rPr sz="1100" spc="87">
                <a:solidFill>
                  <a:srgbClr val="42E3E6"/>
                </a:solidFill>
                <a:latin typeface="DMSans-Medium"/>
                <a:cs typeface="DMSans-Medium"/>
              </a:rPr>
              <a:t>AMERICA</a:t>
            </a:r>
            <a:endParaRPr sz="1100">
              <a:solidFill>
                <a:srgbClr val="42E3E6"/>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6" name="hcSlideMaster57.Closing slideHeader" descr="Classification: Internal">
            <a:extLst>
              <a:ext uri="{FF2B5EF4-FFF2-40B4-BE49-F238E27FC236}">
                <a16:creationId xmlns:a16="http://schemas.microsoft.com/office/drawing/2014/main" id="{EE5A5525-FEEF-17C0-BA56-73E2712A8560}"/>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8848437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chemeClr val="tx2"/>
                </a:solidFill>
                <a:effectLst/>
              </a:rPr>
              <a:t>© Copyright 2025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B9D96F09-BD72-097A-DB8D-AD79517F97DE}"/>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3346F5D6-8EE5-D8AF-5D0F-F21D29BC2DA9}"/>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itle Placeholder 21">
            <a:extLst>
              <a:ext uri="{FF2B5EF4-FFF2-40B4-BE49-F238E27FC236}">
                <a16:creationId xmlns:a16="http://schemas.microsoft.com/office/drawing/2014/main" id="{28CAF5F5-0334-7524-CBE3-C9DCB12BD9F5}"/>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7" name="Text Placeholder 2">
            <a:extLst>
              <a:ext uri="{FF2B5EF4-FFF2-40B4-BE49-F238E27FC236}">
                <a16:creationId xmlns:a16="http://schemas.microsoft.com/office/drawing/2014/main" id="{257D9191-3E4F-F18F-5AC6-4B8C37C5D03B}"/>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hcSlideMaster67.BlankHeader" descr="Classification: Internal">
            <a:extLst>
              <a:ext uri="{FF2B5EF4-FFF2-40B4-BE49-F238E27FC236}">
                <a16:creationId xmlns:a16="http://schemas.microsoft.com/office/drawing/2014/main" id="{05FD3874-7454-7D6E-B052-19EC0B736B08}"/>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9675889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IHM blue">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F5C01974-9D8D-1A0A-103B-6A7E62C6619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36CB25F9-7341-3549-D2DA-BEEF4B1B3208}"/>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6107EB60-A691-B824-CA30-6631A48064DB}"/>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chemeClr val="bg1"/>
                </a:solidFill>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F56661F0-470F-B209-3598-02763001A3FE}"/>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hcSlideMaster67.Blank IHM blueHeader" descr="Classification: Internal">
            <a:extLst>
              <a:ext uri="{FF2B5EF4-FFF2-40B4-BE49-F238E27FC236}">
                <a16:creationId xmlns:a16="http://schemas.microsoft.com/office/drawing/2014/main" id="{666E0FEF-73AE-0512-73D4-894C40A3BFD5}"/>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5317719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ver IHM blue">
    <p:bg>
      <p:bgPr>
        <a:solidFill>
          <a:schemeClr val="tx2"/>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6" name="TextBox 35">
            <a:extLst>
              <a:ext uri="{FF2B5EF4-FFF2-40B4-BE49-F238E27FC236}">
                <a16:creationId xmlns:a16="http://schemas.microsoft.com/office/drawing/2014/main" id="{00439E84-97CE-7951-71AF-552278CECA61}"/>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45" name="Picture Placeholder 12">
            <a:extLst>
              <a:ext uri="{FF2B5EF4-FFF2-40B4-BE49-F238E27FC236}">
                <a16:creationId xmlns:a16="http://schemas.microsoft.com/office/drawing/2014/main" id="{4C0A6BFA-50DF-57AC-2B5C-E6000CAC2BB6}"/>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grpSp>
        <p:nvGrpSpPr>
          <p:cNvPr id="50" name="object 17">
            <a:extLst>
              <a:ext uri="{FF2B5EF4-FFF2-40B4-BE49-F238E27FC236}">
                <a16:creationId xmlns:a16="http://schemas.microsoft.com/office/drawing/2014/main" id="{2D5EA08B-D377-5990-A151-06E04BF93642}"/>
              </a:ext>
            </a:extLst>
          </p:cNvPr>
          <p:cNvGrpSpPr/>
          <p:nvPr userDrawn="1"/>
        </p:nvGrpSpPr>
        <p:grpSpPr>
          <a:xfrm>
            <a:off x="353513" y="1269196"/>
            <a:ext cx="662447" cy="835409"/>
            <a:chOff x="523545" y="2537875"/>
            <a:chExt cx="1101725" cy="1389380"/>
          </a:xfrm>
        </p:grpSpPr>
        <p:sp>
          <p:nvSpPr>
            <p:cNvPr id="51" name="object 18">
              <a:extLst>
                <a:ext uri="{FF2B5EF4-FFF2-40B4-BE49-F238E27FC236}">
                  <a16:creationId xmlns:a16="http://schemas.microsoft.com/office/drawing/2014/main" id="{4E3E6359-9840-8B89-CA44-3709DA905D77}"/>
                </a:ext>
              </a:extLst>
            </p:cNvPr>
            <p:cNvSpPr/>
            <p:nvPr/>
          </p:nvSpPr>
          <p:spPr>
            <a:xfrm>
              <a:off x="665649" y="2725630"/>
              <a:ext cx="382270" cy="700405"/>
            </a:xfrm>
            <a:custGeom>
              <a:avLst/>
              <a:gdLst/>
              <a:ahLst/>
              <a:cxnLst/>
              <a:rect l="l" t="t" r="r" b="b"/>
              <a:pathLst>
                <a:path w="382269" h="700404">
                  <a:moveTo>
                    <a:pt x="154361" y="212412"/>
                  </a:moveTo>
                  <a:lnTo>
                    <a:pt x="94384" y="370124"/>
                  </a:lnTo>
                </a:path>
                <a:path w="382269" h="700404">
                  <a:moveTo>
                    <a:pt x="28951" y="0"/>
                  </a:moveTo>
                  <a:lnTo>
                    <a:pt x="0" y="76144"/>
                  </a:lnTo>
                </a:path>
                <a:path w="382269" h="700404">
                  <a:moveTo>
                    <a:pt x="314210" y="700240"/>
                  </a:moveTo>
                  <a:lnTo>
                    <a:pt x="219930" y="700240"/>
                  </a:lnTo>
                  <a:lnTo>
                    <a:pt x="213166" y="682450"/>
                  </a:lnTo>
                  <a:lnTo>
                    <a:pt x="277352" y="524685"/>
                  </a:lnTo>
                  <a:lnTo>
                    <a:pt x="381653" y="524685"/>
                  </a:lnTo>
                </a:path>
              </a:pathLst>
            </a:custGeom>
            <a:ln w="10470">
              <a:solidFill>
                <a:srgbClr val="F5991A"/>
              </a:solidFill>
            </a:ln>
          </p:spPr>
          <p:txBody>
            <a:bodyPr wrap="square" lIns="0" tIns="0" rIns="0" bIns="0" rtlCol="0"/>
            <a:lstStyle/>
            <a:p>
              <a:endParaRPr sz="1351"/>
            </a:p>
          </p:txBody>
        </p:sp>
        <p:sp>
          <p:nvSpPr>
            <p:cNvPr id="52" name="object 19">
              <a:extLst>
                <a:ext uri="{FF2B5EF4-FFF2-40B4-BE49-F238E27FC236}">
                  <a16:creationId xmlns:a16="http://schemas.microsoft.com/office/drawing/2014/main" id="{FF83681F-8460-9472-FE19-5FC8FA760FA2}"/>
                </a:ext>
              </a:extLst>
            </p:cNvPr>
            <p:cNvSpPr/>
            <p:nvPr/>
          </p:nvSpPr>
          <p:spPr>
            <a:xfrm>
              <a:off x="621253" y="2643850"/>
              <a:ext cx="305435" cy="702310"/>
            </a:xfrm>
            <a:custGeom>
              <a:avLst/>
              <a:gdLst/>
              <a:ahLst/>
              <a:cxnLst/>
              <a:rect l="l" t="t" r="r" b="b"/>
              <a:pathLst>
                <a:path w="305434" h="702310">
                  <a:moveTo>
                    <a:pt x="304995" y="545993"/>
                  </a:moveTo>
                  <a:lnTo>
                    <a:pt x="227835" y="343089"/>
                  </a:lnTo>
                  <a:lnTo>
                    <a:pt x="24041" y="0"/>
                  </a:lnTo>
                  <a:lnTo>
                    <a:pt x="0" y="12051"/>
                  </a:lnTo>
                  <a:lnTo>
                    <a:pt x="112823" y="384407"/>
                  </a:lnTo>
                  <a:lnTo>
                    <a:pt x="233657" y="702135"/>
                  </a:lnTo>
                </a:path>
              </a:pathLst>
            </a:custGeom>
            <a:ln w="10470">
              <a:solidFill>
                <a:srgbClr val="FFFFFF"/>
              </a:solidFill>
            </a:ln>
          </p:spPr>
          <p:txBody>
            <a:bodyPr wrap="square" lIns="0" tIns="0" rIns="0" bIns="0" rtlCol="0"/>
            <a:lstStyle/>
            <a:p>
              <a:endParaRPr sz="1351"/>
            </a:p>
          </p:txBody>
        </p:sp>
        <p:pic>
          <p:nvPicPr>
            <p:cNvPr id="53" name="object 20">
              <a:extLst>
                <a:ext uri="{FF2B5EF4-FFF2-40B4-BE49-F238E27FC236}">
                  <a16:creationId xmlns:a16="http://schemas.microsoft.com/office/drawing/2014/main" id="{04CA120D-C5FE-D660-49DE-BAEF2667694E}"/>
                </a:ext>
              </a:extLst>
            </p:cNvPr>
            <p:cNvPicPr/>
            <p:nvPr/>
          </p:nvPicPr>
          <p:blipFill>
            <a:blip r:embed="rId4" cstate="email">
              <a:extLst>
                <a:ext uri="{28A0092B-C50C-407E-A947-70E740481C1C}">
                  <a14:useLocalDpi xmlns:a14="http://schemas.microsoft.com/office/drawing/2010/main"/>
                </a:ext>
              </a:extLst>
            </a:blip>
            <a:stretch>
              <a:fillRect/>
            </a:stretch>
          </p:blipFill>
          <p:spPr>
            <a:xfrm>
              <a:off x="797994" y="3602983"/>
              <a:ext cx="73136" cy="73270"/>
            </a:xfrm>
            <a:prstGeom prst="rect">
              <a:avLst/>
            </a:prstGeom>
          </p:spPr>
        </p:pic>
        <p:pic>
          <p:nvPicPr>
            <p:cNvPr id="54" name="object 21">
              <a:extLst>
                <a:ext uri="{FF2B5EF4-FFF2-40B4-BE49-F238E27FC236}">
                  <a16:creationId xmlns:a16="http://schemas.microsoft.com/office/drawing/2014/main" id="{DD47919F-5DFF-00D5-D414-BAD72FAC5F77}"/>
                </a:ext>
              </a:extLst>
            </p:cNvPr>
            <p:cNvPicPr/>
            <p:nvPr/>
          </p:nvPicPr>
          <p:blipFill>
            <a:blip r:embed="rId5" cstate="email">
              <a:extLst>
                <a:ext uri="{28A0092B-C50C-407E-A947-70E740481C1C}">
                  <a14:useLocalDpi xmlns:a14="http://schemas.microsoft.com/office/drawing/2010/main"/>
                </a:ext>
              </a:extLst>
            </a:blip>
            <a:stretch>
              <a:fillRect/>
            </a:stretch>
          </p:blipFill>
          <p:spPr>
            <a:xfrm>
              <a:off x="763374" y="3571005"/>
              <a:ext cx="161607" cy="137608"/>
            </a:xfrm>
            <a:prstGeom prst="rect">
              <a:avLst/>
            </a:prstGeom>
          </p:spPr>
        </p:pic>
        <p:sp>
          <p:nvSpPr>
            <p:cNvPr id="55" name="object 22">
              <a:extLst>
                <a:ext uri="{FF2B5EF4-FFF2-40B4-BE49-F238E27FC236}">
                  <a16:creationId xmlns:a16="http://schemas.microsoft.com/office/drawing/2014/main" id="{197B4110-A12A-E519-80A4-07722BBDD080}"/>
                </a:ext>
              </a:extLst>
            </p:cNvPr>
            <p:cNvSpPr/>
            <p:nvPr/>
          </p:nvSpPr>
          <p:spPr>
            <a:xfrm>
              <a:off x="663817" y="2675032"/>
              <a:ext cx="490855" cy="858519"/>
            </a:xfrm>
            <a:custGeom>
              <a:avLst/>
              <a:gdLst/>
              <a:ahLst/>
              <a:cxnLst/>
              <a:rect l="l" t="t" r="r" b="b"/>
              <a:pathLst>
                <a:path w="490855" h="858520">
                  <a:moveTo>
                    <a:pt x="274661" y="858424"/>
                  </a:moveTo>
                  <a:lnTo>
                    <a:pt x="160728" y="858424"/>
                  </a:lnTo>
                  <a:lnTo>
                    <a:pt x="160728" y="745265"/>
                  </a:lnTo>
                  <a:lnTo>
                    <a:pt x="254274" y="516287"/>
                  </a:lnTo>
                  <a:lnTo>
                    <a:pt x="404019" y="516287"/>
                  </a:lnTo>
                </a:path>
                <a:path w="490855" h="858520">
                  <a:moveTo>
                    <a:pt x="0" y="0"/>
                  </a:moveTo>
                  <a:lnTo>
                    <a:pt x="490801" y="295802"/>
                  </a:lnTo>
                </a:path>
              </a:pathLst>
            </a:custGeom>
            <a:ln w="10470">
              <a:solidFill>
                <a:srgbClr val="FFFFFF"/>
              </a:solidFill>
            </a:ln>
          </p:spPr>
          <p:txBody>
            <a:bodyPr wrap="square" lIns="0" tIns="0" rIns="0" bIns="0" rtlCol="0"/>
            <a:lstStyle/>
            <a:p>
              <a:endParaRPr sz="1351"/>
            </a:p>
          </p:txBody>
        </p:sp>
        <p:pic>
          <p:nvPicPr>
            <p:cNvPr id="56" name="object 23">
              <a:extLst>
                <a:ext uri="{FF2B5EF4-FFF2-40B4-BE49-F238E27FC236}">
                  <a16:creationId xmlns:a16="http://schemas.microsoft.com/office/drawing/2014/main" id="{D8FB6E8A-89B8-A387-865D-1C37890D9707}"/>
                </a:ext>
              </a:extLst>
            </p:cNvPr>
            <p:cNvPicPr/>
            <p:nvPr/>
          </p:nvPicPr>
          <p:blipFill>
            <a:blip r:embed="rId6" cstate="email">
              <a:extLst>
                <a:ext uri="{28A0092B-C50C-407E-A947-70E740481C1C}">
                  <a14:useLocalDpi xmlns:a14="http://schemas.microsoft.com/office/drawing/2010/main"/>
                </a:ext>
              </a:extLst>
            </a:blip>
            <a:stretch>
              <a:fillRect/>
            </a:stretch>
          </p:blipFill>
          <p:spPr>
            <a:xfrm>
              <a:off x="578700" y="3280316"/>
              <a:ext cx="105227" cy="105227"/>
            </a:xfrm>
            <a:prstGeom prst="rect">
              <a:avLst/>
            </a:prstGeom>
          </p:spPr>
        </p:pic>
        <p:sp>
          <p:nvSpPr>
            <p:cNvPr id="57" name="object 24">
              <a:extLst>
                <a:ext uri="{FF2B5EF4-FFF2-40B4-BE49-F238E27FC236}">
                  <a16:creationId xmlns:a16="http://schemas.microsoft.com/office/drawing/2014/main" id="{A9176FC2-517F-9B29-ADFF-E56CB0CCB20E}"/>
                </a:ext>
              </a:extLst>
            </p:cNvPr>
            <p:cNvSpPr/>
            <p:nvPr/>
          </p:nvSpPr>
          <p:spPr>
            <a:xfrm>
              <a:off x="592284" y="2684982"/>
              <a:ext cx="60325" cy="542925"/>
            </a:xfrm>
            <a:custGeom>
              <a:avLst/>
              <a:gdLst/>
              <a:ahLst/>
              <a:cxnLst/>
              <a:rect l="l" t="t" r="r" b="b"/>
              <a:pathLst>
                <a:path w="60325" h="542925">
                  <a:moveTo>
                    <a:pt x="31852" y="0"/>
                  </a:moveTo>
                  <a:lnTo>
                    <a:pt x="19454" y="2517"/>
                  </a:lnTo>
                  <a:lnTo>
                    <a:pt x="9329" y="9383"/>
                  </a:lnTo>
                  <a:lnTo>
                    <a:pt x="2503" y="19564"/>
                  </a:lnTo>
                  <a:lnTo>
                    <a:pt x="0" y="32030"/>
                  </a:lnTo>
                  <a:lnTo>
                    <a:pt x="2503" y="44502"/>
                  </a:lnTo>
                  <a:lnTo>
                    <a:pt x="9329" y="54686"/>
                  </a:lnTo>
                  <a:lnTo>
                    <a:pt x="19454" y="61553"/>
                  </a:lnTo>
                  <a:lnTo>
                    <a:pt x="31852" y="64071"/>
                  </a:lnTo>
                  <a:lnTo>
                    <a:pt x="39705" y="64071"/>
                  </a:lnTo>
                  <a:lnTo>
                    <a:pt x="46899" y="61202"/>
                  </a:lnTo>
                  <a:lnTo>
                    <a:pt x="52459" y="56459"/>
                  </a:lnTo>
                </a:path>
                <a:path w="60325" h="542925">
                  <a:moveTo>
                    <a:pt x="31852" y="64071"/>
                  </a:moveTo>
                  <a:lnTo>
                    <a:pt x="31852" y="485880"/>
                  </a:lnTo>
                  <a:lnTo>
                    <a:pt x="20916" y="488100"/>
                  </a:lnTo>
                  <a:lnTo>
                    <a:pt x="11986" y="494156"/>
                  </a:lnTo>
                  <a:lnTo>
                    <a:pt x="5966" y="503139"/>
                  </a:lnTo>
                  <a:lnTo>
                    <a:pt x="3759" y="514141"/>
                  </a:lnTo>
                  <a:lnTo>
                    <a:pt x="5966" y="525139"/>
                  </a:lnTo>
                  <a:lnTo>
                    <a:pt x="11986" y="534122"/>
                  </a:lnTo>
                  <a:lnTo>
                    <a:pt x="20916" y="540180"/>
                  </a:lnTo>
                  <a:lnTo>
                    <a:pt x="31852" y="542402"/>
                  </a:lnTo>
                  <a:lnTo>
                    <a:pt x="42788" y="540180"/>
                  </a:lnTo>
                  <a:lnTo>
                    <a:pt x="51718" y="534122"/>
                  </a:lnTo>
                  <a:lnTo>
                    <a:pt x="57738" y="525139"/>
                  </a:lnTo>
                  <a:lnTo>
                    <a:pt x="59945" y="514141"/>
                  </a:lnTo>
                </a:path>
              </a:pathLst>
            </a:custGeom>
            <a:ln w="10470">
              <a:solidFill>
                <a:srgbClr val="FFFFFF"/>
              </a:solidFill>
            </a:ln>
          </p:spPr>
          <p:txBody>
            <a:bodyPr wrap="square" lIns="0" tIns="0" rIns="0" bIns="0" rtlCol="0"/>
            <a:lstStyle/>
            <a:p>
              <a:endParaRPr sz="1351"/>
            </a:p>
          </p:txBody>
        </p:sp>
        <p:pic>
          <p:nvPicPr>
            <p:cNvPr id="58" name="object 25">
              <a:extLst>
                <a:ext uri="{FF2B5EF4-FFF2-40B4-BE49-F238E27FC236}">
                  <a16:creationId xmlns:a16="http://schemas.microsoft.com/office/drawing/2014/main" id="{F0A42030-A6C8-1CD9-E7E1-705230002CE9}"/>
                </a:ext>
              </a:extLst>
            </p:cNvPr>
            <p:cNvPicPr/>
            <p:nvPr/>
          </p:nvPicPr>
          <p:blipFill>
            <a:blip r:embed="rId7" cstate="email">
              <a:extLst>
                <a:ext uri="{28A0092B-C50C-407E-A947-70E740481C1C}">
                  <a14:useLocalDpi xmlns:a14="http://schemas.microsoft.com/office/drawing/2010/main"/>
                </a:ext>
              </a:extLst>
            </a:blip>
            <a:stretch>
              <a:fillRect/>
            </a:stretch>
          </p:blipFill>
          <p:spPr>
            <a:xfrm>
              <a:off x="523545" y="3222141"/>
              <a:ext cx="201182" cy="202302"/>
            </a:xfrm>
            <a:prstGeom prst="rect">
              <a:avLst/>
            </a:prstGeom>
          </p:spPr>
        </p:pic>
        <p:sp>
          <p:nvSpPr>
            <p:cNvPr id="59" name="object 26">
              <a:extLst>
                <a:ext uri="{FF2B5EF4-FFF2-40B4-BE49-F238E27FC236}">
                  <a16:creationId xmlns:a16="http://schemas.microsoft.com/office/drawing/2014/main" id="{63399DEA-7F26-54C0-BCAD-6892016C6F85}"/>
                </a:ext>
              </a:extLst>
            </p:cNvPr>
            <p:cNvSpPr/>
            <p:nvPr/>
          </p:nvSpPr>
          <p:spPr>
            <a:xfrm>
              <a:off x="709652" y="2832799"/>
              <a:ext cx="165100" cy="398780"/>
            </a:xfrm>
            <a:custGeom>
              <a:avLst/>
              <a:gdLst/>
              <a:ahLst/>
              <a:cxnLst/>
              <a:rect l="l" t="t" r="r" b="b"/>
              <a:pathLst>
                <a:path w="165100" h="398780">
                  <a:moveTo>
                    <a:pt x="164633" y="226569"/>
                  </a:moveTo>
                  <a:lnTo>
                    <a:pt x="99578" y="398260"/>
                  </a:lnTo>
                </a:path>
                <a:path w="165100" h="398780">
                  <a:moveTo>
                    <a:pt x="45590" y="0"/>
                  </a:moveTo>
                  <a:lnTo>
                    <a:pt x="0" y="120331"/>
                  </a:lnTo>
                </a:path>
              </a:pathLst>
            </a:custGeom>
            <a:ln w="10470">
              <a:solidFill>
                <a:srgbClr val="FFFFFF"/>
              </a:solidFill>
            </a:ln>
          </p:spPr>
          <p:txBody>
            <a:bodyPr wrap="square" lIns="0" tIns="0" rIns="0" bIns="0" rtlCol="0"/>
            <a:lstStyle/>
            <a:p>
              <a:endParaRPr sz="1351"/>
            </a:p>
          </p:txBody>
        </p:sp>
        <p:sp>
          <p:nvSpPr>
            <p:cNvPr id="60" name="object 27">
              <a:extLst>
                <a:ext uri="{FF2B5EF4-FFF2-40B4-BE49-F238E27FC236}">
                  <a16:creationId xmlns:a16="http://schemas.microsoft.com/office/drawing/2014/main" id="{EF014E51-7FA7-8AB5-78F4-885536863CDF}"/>
                </a:ext>
              </a:extLst>
            </p:cNvPr>
            <p:cNvSpPr/>
            <p:nvPr/>
          </p:nvSpPr>
          <p:spPr>
            <a:xfrm>
              <a:off x="866268" y="2543114"/>
              <a:ext cx="678815" cy="1378585"/>
            </a:xfrm>
            <a:custGeom>
              <a:avLst/>
              <a:gdLst/>
              <a:ahLst/>
              <a:cxnLst/>
              <a:rect l="l" t="t" r="r" b="b"/>
              <a:pathLst>
                <a:path w="678815" h="1378585">
                  <a:moveTo>
                    <a:pt x="528224" y="0"/>
                  </a:moveTo>
                  <a:lnTo>
                    <a:pt x="0" y="1378408"/>
                  </a:lnTo>
                </a:path>
                <a:path w="678815" h="1378585">
                  <a:moveTo>
                    <a:pt x="678209" y="0"/>
                  </a:moveTo>
                  <a:lnTo>
                    <a:pt x="149974" y="1378408"/>
                  </a:lnTo>
                </a:path>
              </a:pathLst>
            </a:custGeom>
            <a:ln w="10470">
              <a:solidFill>
                <a:srgbClr val="F5991A"/>
              </a:solidFill>
            </a:ln>
          </p:spPr>
          <p:txBody>
            <a:bodyPr wrap="square" lIns="0" tIns="0" rIns="0" bIns="0" rtlCol="0"/>
            <a:lstStyle/>
            <a:p>
              <a:endParaRPr sz="1351"/>
            </a:p>
          </p:txBody>
        </p:sp>
        <p:sp>
          <p:nvSpPr>
            <p:cNvPr id="61" name="object 28">
              <a:extLst>
                <a:ext uri="{FF2B5EF4-FFF2-40B4-BE49-F238E27FC236}">
                  <a16:creationId xmlns:a16="http://schemas.microsoft.com/office/drawing/2014/main" id="{58CB3021-8800-8692-6C29-E9332E8E5AE6}"/>
                </a:ext>
              </a:extLst>
            </p:cNvPr>
            <p:cNvSpPr/>
            <p:nvPr/>
          </p:nvSpPr>
          <p:spPr>
            <a:xfrm>
              <a:off x="790848" y="2543111"/>
              <a:ext cx="829310" cy="1378585"/>
            </a:xfrm>
            <a:custGeom>
              <a:avLst/>
              <a:gdLst/>
              <a:ahLst/>
              <a:cxnLst/>
              <a:rect l="l" t="t" r="r" b="b"/>
              <a:pathLst>
                <a:path w="829310" h="1378585">
                  <a:moveTo>
                    <a:pt x="528769" y="0"/>
                  </a:moveTo>
                  <a:lnTo>
                    <a:pt x="0" y="1378397"/>
                  </a:lnTo>
                </a:path>
                <a:path w="829310" h="1378585">
                  <a:moveTo>
                    <a:pt x="678911" y="0"/>
                  </a:moveTo>
                  <a:lnTo>
                    <a:pt x="150131" y="1378408"/>
                  </a:lnTo>
                </a:path>
                <a:path w="829310" h="1378585">
                  <a:moveTo>
                    <a:pt x="678911" y="0"/>
                  </a:moveTo>
                  <a:lnTo>
                    <a:pt x="150131" y="1378408"/>
                  </a:lnTo>
                </a:path>
                <a:path w="829310" h="1378585">
                  <a:moveTo>
                    <a:pt x="829042" y="0"/>
                  </a:moveTo>
                  <a:lnTo>
                    <a:pt x="300273" y="1378408"/>
                  </a:lnTo>
                </a:path>
              </a:pathLst>
            </a:custGeom>
            <a:ln w="10470">
              <a:solidFill>
                <a:srgbClr val="FFFFFF"/>
              </a:solidFill>
            </a:ln>
          </p:spPr>
          <p:txBody>
            <a:bodyPr wrap="square" lIns="0" tIns="0" rIns="0" bIns="0" rtlCol="0"/>
            <a:lstStyle/>
            <a:p>
              <a:endParaRPr sz="1351"/>
            </a:p>
          </p:txBody>
        </p:sp>
      </p:grpSp>
      <p:pic>
        <p:nvPicPr>
          <p:cNvPr id="3" name="Picture 2">
            <a:extLst>
              <a:ext uri="{FF2B5EF4-FFF2-40B4-BE49-F238E27FC236}">
                <a16:creationId xmlns:a16="http://schemas.microsoft.com/office/drawing/2014/main" id="{723EFF50-30AA-5B22-455D-B4693D37589E}"/>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8F496C36-3A0C-8066-AB17-4A9BE45800F8}"/>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703997" y="6408073"/>
            <a:ext cx="2135347" cy="168971"/>
          </a:xfrm>
          <a:prstGeom prst="rect">
            <a:avLst/>
          </a:prstGeom>
        </p:spPr>
      </p:pic>
      <p:sp>
        <p:nvSpPr>
          <p:cNvPr id="11" name="Title 1">
            <a:extLst>
              <a:ext uri="{FF2B5EF4-FFF2-40B4-BE49-F238E27FC236}">
                <a16:creationId xmlns:a16="http://schemas.microsoft.com/office/drawing/2014/main" id="{4A2E3158-1FA8-C537-AF5A-5B42F5621F74}"/>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b="0" i="0" kern="1200" dirty="0">
                <a:solidFill>
                  <a:srgbClr val="FF9C00"/>
                </a:solidFill>
                <a:latin typeface="+mj-lt"/>
                <a:ea typeface="+mj-ea"/>
                <a:cs typeface="+mj-cs"/>
              </a:defRPr>
            </a:lvl1pPr>
          </a:lstStyle>
          <a:p>
            <a:r>
              <a:rPr lang="en-GB"/>
              <a:t>Click to edit title</a:t>
            </a:r>
            <a:endParaRPr lang="en-US"/>
          </a:p>
        </p:txBody>
      </p:sp>
      <p:sp>
        <p:nvSpPr>
          <p:cNvPr id="12" name="Text Placeholder 6">
            <a:extLst>
              <a:ext uri="{FF2B5EF4-FFF2-40B4-BE49-F238E27FC236}">
                <a16:creationId xmlns:a16="http://schemas.microsoft.com/office/drawing/2014/main" id="{1BBF8914-8B01-3ECE-FBE4-AC0230DCD149}"/>
              </a:ext>
            </a:extLst>
          </p:cNvPr>
          <p:cNvSpPr>
            <a:spLocks noGrp="1"/>
          </p:cNvSpPr>
          <p:nvPr>
            <p:ph type="body" sz="quarter" idx="13" hasCustomPrompt="1"/>
          </p:nvPr>
        </p:nvSpPr>
        <p:spPr>
          <a:xfrm>
            <a:off x="245653" y="4004398"/>
            <a:ext cx="4291843" cy="793631"/>
          </a:xfrm>
        </p:spPr>
        <p:txBody>
          <a:bodyPr/>
          <a:lstStyle>
            <a:lvl1pPr marL="0" indent="0">
              <a:lnSpc>
                <a:spcPct val="90000"/>
              </a:lnSpc>
              <a:buNone/>
              <a:defRPr sz="2400">
                <a:solidFill>
                  <a:schemeClr val="bg1"/>
                </a:solidFill>
              </a:defRPr>
            </a:lvl1pPr>
          </a:lstStyle>
          <a:p>
            <a:pPr lvl="0"/>
            <a:r>
              <a:rPr lang="en-GB"/>
              <a:t>Click here to edit subheading</a:t>
            </a:r>
            <a:endParaRPr lang="en-US"/>
          </a:p>
        </p:txBody>
      </p:sp>
      <p:sp>
        <p:nvSpPr>
          <p:cNvPr id="13" name="Text Placeholder 6">
            <a:extLst>
              <a:ext uri="{FF2B5EF4-FFF2-40B4-BE49-F238E27FC236}">
                <a16:creationId xmlns:a16="http://schemas.microsoft.com/office/drawing/2014/main" id="{0ED65D32-B031-E67B-C0EB-61501B80F13E}"/>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defRPr>
            </a:lvl1pPr>
          </a:lstStyle>
          <a:p>
            <a:pPr lvl="0"/>
            <a:r>
              <a:rPr lang="en-GB"/>
              <a:t>Enter Date or Document Version</a:t>
            </a:r>
            <a:endParaRPr lang="en-US"/>
          </a:p>
        </p:txBody>
      </p:sp>
      <p:sp>
        <p:nvSpPr>
          <p:cNvPr id="2" name="hcSlideMaster67.Cover IHM blueHeader" descr="Classification: Internal">
            <a:extLst>
              <a:ext uri="{FF2B5EF4-FFF2-40B4-BE49-F238E27FC236}">
                <a16:creationId xmlns:a16="http://schemas.microsoft.com/office/drawing/2014/main" id="{DDE9E070-953C-D9BA-7D74-37EAEDC498D5}"/>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3543977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HM Blue Separato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9"/>
            <a:ext cx="4350335" cy="1715893"/>
          </a:xfrm>
          <a:prstGeom prst="rect">
            <a:avLst/>
          </a:prstGeom>
        </p:spPr>
        <p:txBody>
          <a:bodyPr/>
          <a:lstStyle>
            <a:lvl1pPr>
              <a:lnSpc>
                <a:spcPct val="90000"/>
              </a:lnSpc>
              <a:defRPr sz="2800">
                <a:solidFill>
                  <a:schemeClr val="bg1"/>
                </a:solidFill>
              </a:defRPr>
            </a:lvl1pPr>
          </a:lstStyle>
          <a:p>
            <a:r>
              <a:rPr lang="en-GB"/>
              <a:t>Click to edit title</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3" name="TextBox 32">
            <a:extLst>
              <a:ext uri="{FF2B5EF4-FFF2-40B4-BE49-F238E27FC236}">
                <a16:creationId xmlns:a16="http://schemas.microsoft.com/office/drawing/2014/main" id="{0D3738DA-E1A3-951E-954E-52831689FC14}"/>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pic>
        <p:nvPicPr>
          <p:cNvPr id="36" name="Picture 35">
            <a:extLst>
              <a:ext uri="{FF2B5EF4-FFF2-40B4-BE49-F238E27FC236}">
                <a16:creationId xmlns:a16="http://schemas.microsoft.com/office/drawing/2014/main" id="{108568DE-ED97-BBE9-3DFB-01BF11045AF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37" name="Graphic 36">
            <a:extLst>
              <a:ext uri="{FF2B5EF4-FFF2-40B4-BE49-F238E27FC236}">
                <a16:creationId xmlns:a16="http://schemas.microsoft.com/office/drawing/2014/main" id="{30BB1E32-53A5-4229-5958-E0EF43F6E9F2}"/>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4" name="Graphic 3">
            <a:extLst>
              <a:ext uri="{FF2B5EF4-FFF2-40B4-BE49-F238E27FC236}">
                <a16:creationId xmlns:a16="http://schemas.microsoft.com/office/drawing/2014/main" id="{E034F672-9A2F-B285-67E0-F7C41BEEB1F2}"/>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913333" y="-859505"/>
            <a:ext cx="6145067" cy="7277719"/>
          </a:xfrm>
          <a:prstGeom prst="rect">
            <a:avLst/>
          </a:prstGeom>
        </p:spPr>
      </p:pic>
      <p:sp>
        <p:nvSpPr>
          <p:cNvPr id="2" name="hcSlideMaster67.IHM Blue SeparatorHeader" descr="Classification: Internal">
            <a:extLst>
              <a:ext uri="{FF2B5EF4-FFF2-40B4-BE49-F238E27FC236}">
                <a16:creationId xmlns:a16="http://schemas.microsoft.com/office/drawing/2014/main" id="{CD20A93E-1737-8CA9-E405-EB3FE9CDCA99}"/>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5172590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HM Blue Separator 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25DF583-D45F-3FA1-D8C7-82A753218622}"/>
              </a:ext>
            </a:extLst>
          </p:cNvPr>
          <p:cNvSpPr>
            <a:spLocks noGrp="1"/>
          </p:cNvSpPr>
          <p:nvPr>
            <p:ph type="pic" sz="quarter" idx="11"/>
          </p:nvPr>
        </p:nvSpPr>
        <p:spPr>
          <a:xfrm>
            <a:off x="5781211" y="1273423"/>
            <a:ext cx="5943600" cy="3390900"/>
          </a:xfrm>
          <a:custGeom>
            <a:avLst/>
            <a:gdLst>
              <a:gd name="connsiteX0" fmla="*/ 1332149 w 5943600"/>
              <a:gd name="connsiteY0" fmla="*/ 0 h 3390900"/>
              <a:gd name="connsiteX1" fmla="*/ 5943600 w 5943600"/>
              <a:gd name="connsiteY1" fmla="*/ 0 h 3390900"/>
              <a:gd name="connsiteX2" fmla="*/ 4611451 w 5943600"/>
              <a:gd name="connsiteY2" fmla="*/ 3390900 h 3390900"/>
              <a:gd name="connsiteX3" fmla="*/ 0 w 594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5943600" h="3390900">
                <a:moveTo>
                  <a:pt x="1332149" y="0"/>
                </a:moveTo>
                <a:lnTo>
                  <a:pt x="5943600" y="0"/>
                </a:lnTo>
                <a:lnTo>
                  <a:pt x="4611451" y="3390900"/>
                </a:lnTo>
                <a:lnTo>
                  <a:pt x="0" y="3390900"/>
                </a:lnTo>
                <a:close/>
              </a:path>
            </a:pathLst>
          </a:custGeom>
          <a:solidFill>
            <a:schemeClr val="bg1">
              <a:lumMod val="95000"/>
            </a:schemeClr>
          </a:solidFill>
        </p:spPr>
        <p:txBody>
          <a:bodyPr wrap="square" anchor="ctr">
            <a:noAutofit/>
          </a:bodyPr>
          <a:lstStyle>
            <a:lvl1pPr algn="ctr">
              <a:defRPr/>
            </a:lvl1pPr>
          </a:lstStyle>
          <a:p>
            <a:endParaRPr lang="en-US"/>
          </a:p>
        </p:txBody>
      </p:sp>
      <p:sp>
        <p:nvSpPr>
          <p:cNvPr id="15" name="Picture Placeholder 14">
            <a:extLst>
              <a:ext uri="{FF2B5EF4-FFF2-40B4-BE49-F238E27FC236}">
                <a16:creationId xmlns:a16="http://schemas.microsoft.com/office/drawing/2014/main" id="{A3B1A9F1-5E2D-25D0-4904-C4157E0F04C2}"/>
              </a:ext>
            </a:extLst>
          </p:cNvPr>
          <p:cNvSpPr>
            <a:spLocks noGrp="1"/>
          </p:cNvSpPr>
          <p:nvPr>
            <p:ph type="pic" sz="quarter" idx="12"/>
          </p:nvPr>
        </p:nvSpPr>
        <p:spPr>
          <a:xfrm>
            <a:off x="851112" y="2710967"/>
            <a:ext cx="5676472" cy="3238500"/>
          </a:xfrm>
          <a:custGeom>
            <a:avLst/>
            <a:gdLst>
              <a:gd name="connsiteX0" fmla="*/ 1332149 w 5943600"/>
              <a:gd name="connsiteY0" fmla="*/ 0 h 3390900"/>
              <a:gd name="connsiteX1" fmla="*/ 5943600 w 5943600"/>
              <a:gd name="connsiteY1" fmla="*/ 0 h 3390900"/>
              <a:gd name="connsiteX2" fmla="*/ 4611451 w 5943600"/>
              <a:gd name="connsiteY2" fmla="*/ 3390900 h 3390900"/>
              <a:gd name="connsiteX3" fmla="*/ 0 w 594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5943600" h="3390900">
                <a:moveTo>
                  <a:pt x="1332149" y="0"/>
                </a:moveTo>
                <a:lnTo>
                  <a:pt x="5943600" y="0"/>
                </a:lnTo>
                <a:lnTo>
                  <a:pt x="4611451" y="3390900"/>
                </a:lnTo>
                <a:lnTo>
                  <a:pt x="0" y="3390900"/>
                </a:lnTo>
                <a:close/>
              </a:path>
            </a:pathLst>
          </a:custGeom>
          <a:solidFill>
            <a:schemeClr val="bg1">
              <a:lumMod val="95000"/>
            </a:schemeClr>
          </a:solidFill>
        </p:spPr>
        <p:txBody>
          <a:bodyPr wrap="square" anchor="ctr">
            <a:noAutofit/>
          </a:bodyPr>
          <a:lstStyle>
            <a:lvl1pPr algn="ctr">
              <a:defRPr/>
            </a:lvl1pPr>
          </a:lstStyle>
          <a:p>
            <a:endParaRPr lang="en-US"/>
          </a:p>
        </p:txBody>
      </p:sp>
      <p:sp>
        <p:nvSpPr>
          <p:cNvPr id="2" name="Title 1">
            <a:extLst>
              <a:ext uri="{FF2B5EF4-FFF2-40B4-BE49-F238E27FC236}">
                <a16:creationId xmlns:a16="http://schemas.microsoft.com/office/drawing/2014/main" id="{84AAD9E5-9770-BAAD-EED5-B9281B34EEBD}"/>
              </a:ext>
            </a:extLst>
          </p:cNvPr>
          <p:cNvSpPr>
            <a:spLocks noGrp="1"/>
          </p:cNvSpPr>
          <p:nvPr>
            <p:ph type="title" hasCustomPrompt="1"/>
          </p:nvPr>
        </p:nvSpPr>
        <p:spPr>
          <a:xfrm>
            <a:off x="245655" y="888104"/>
            <a:ext cx="6103391" cy="1751581"/>
          </a:xfrm>
          <a:prstGeom prst="rect">
            <a:avLst/>
          </a:prstGeom>
        </p:spPr>
        <p:txBody>
          <a:bodyPr/>
          <a:lstStyle>
            <a:lvl1pPr>
              <a:lnSpc>
                <a:spcPct val="90000"/>
              </a:lnSpc>
              <a:defRPr sz="2800">
                <a:solidFill>
                  <a:schemeClr val="bg2"/>
                </a:solidFill>
              </a:defRPr>
            </a:lvl1pPr>
          </a:lstStyle>
          <a:p>
            <a:r>
              <a:rPr lang="en-GB"/>
              <a:t>Separator</a:t>
            </a:r>
            <a:endParaRPr lang="en-US"/>
          </a:p>
        </p:txBody>
      </p:sp>
      <p:grpSp>
        <p:nvGrpSpPr>
          <p:cNvPr id="21" name="Group 20">
            <a:extLst>
              <a:ext uri="{FF2B5EF4-FFF2-40B4-BE49-F238E27FC236}">
                <a16:creationId xmlns:a16="http://schemas.microsoft.com/office/drawing/2014/main" id="{E25172A6-D006-0CAE-9D3D-F9BDAAA58A02}"/>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D274207-AA4F-71FB-4CF0-93AAD4FEE8A9}"/>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C93B14B2-6319-0061-6572-5D1EEC9CCE7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9785C40C-ED24-4026-97B5-43FD00093BE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46FF6BE3-0551-6A4B-C50A-CF5C64D4370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6E85E10E-50C7-8361-DA25-DD2307DA8AAD}"/>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1" name="TextBox 30">
            <a:extLst>
              <a:ext uri="{FF2B5EF4-FFF2-40B4-BE49-F238E27FC236}">
                <a16:creationId xmlns:a16="http://schemas.microsoft.com/office/drawing/2014/main" id="{3E3436A4-70E4-2578-CC51-43E2E91DCE1E}"/>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4" name="Graphic 3">
            <a:extLst>
              <a:ext uri="{FF2B5EF4-FFF2-40B4-BE49-F238E27FC236}">
                <a16:creationId xmlns:a16="http://schemas.microsoft.com/office/drawing/2014/main" id="{A0C70C4D-EAD9-31BA-D111-3975324D9D4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C9CA75D5-4C7A-4D18-966A-F9C19DC3450D}"/>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pic>
        <p:nvPicPr>
          <p:cNvPr id="3" name="Graphic 2">
            <a:extLst>
              <a:ext uri="{FF2B5EF4-FFF2-40B4-BE49-F238E27FC236}">
                <a16:creationId xmlns:a16="http://schemas.microsoft.com/office/drawing/2014/main" id="{F6ED7F9B-1CC2-5923-C6F2-75DA114C2C7B}"/>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937133" y="892387"/>
            <a:ext cx="2453641" cy="5378292"/>
          </a:xfrm>
          <a:prstGeom prst="rect">
            <a:avLst/>
          </a:prstGeom>
        </p:spPr>
      </p:pic>
      <p:sp>
        <p:nvSpPr>
          <p:cNvPr id="6" name="hcSlideMaster67.IHM Blue Separator 1Header" descr="Classification: Internal">
            <a:extLst>
              <a:ext uri="{FF2B5EF4-FFF2-40B4-BE49-F238E27FC236}">
                <a16:creationId xmlns:a16="http://schemas.microsoft.com/office/drawing/2014/main" id="{CE5C07DD-4C26-5BF1-F31F-4020DDA10D86}"/>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4930485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FF5E5"/>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2" name="Graphic 1">
            <a:extLst>
              <a:ext uri="{FF2B5EF4-FFF2-40B4-BE49-F238E27FC236}">
                <a16:creationId xmlns:a16="http://schemas.microsoft.com/office/drawing/2014/main" id="{798638B8-4523-EA6F-77D7-422ED30E1F92}"/>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16C15442-037B-C831-CDEC-041BC064BFF6}"/>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 Placeholder 6">
            <a:extLst>
              <a:ext uri="{FF2B5EF4-FFF2-40B4-BE49-F238E27FC236}">
                <a16:creationId xmlns:a16="http://schemas.microsoft.com/office/drawing/2014/main" id="{F55AA0A8-4C73-7F95-4C45-6A93FEC0AA69}"/>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6" name="hcSlideMaster67.Title onlyHeader" descr="Classification: Internal">
            <a:extLst>
              <a:ext uri="{FF2B5EF4-FFF2-40B4-BE49-F238E27FC236}">
                <a16:creationId xmlns:a16="http://schemas.microsoft.com/office/drawing/2014/main" id="{5F6016D4-7C86-FFCA-B7C6-1665D0A313E8}"/>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9465742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3" y="849280"/>
            <a:ext cx="2980675" cy="1356365"/>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5" name="TextBox 24">
            <a:extLst>
              <a:ext uri="{FF2B5EF4-FFF2-40B4-BE49-F238E27FC236}">
                <a16:creationId xmlns:a16="http://schemas.microsoft.com/office/drawing/2014/main" id="{8C19C1E7-8295-246C-61F7-8607BE60CAD7}"/>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2" name="Graphic 1">
            <a:extLst>
              <a:ext uri="{FF2B5EF4-FFF2-40B4-BE49-F238E27FC236}">
                <a16:creationId xmlns:a16="http://schemas.microsoft.com/office/drawing/2014/main" id="{62DAF954-9869-30CC-7422-CFFE0515342A}"/>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221247AD-5AF8-2A29-9472-FC4386A47ACA}"/>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hcSlideMaster67.Content 1Header" descr="Classification: Internal">
            <a:extLst>
              <a:ext uri="{FF2B5EF4-FFF2-40B4-BE49-F238E27FC236}">
                <a16:creationId xmlns:a16="http://schemas.microsoft.com/office/drawing/2014/main" id="{2DE0086C-ED1B-27C1-1978-8A71E0F62518}"/>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7057444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FFF5E5"/>
        </a:solidFill>
        <a:effectLst/>
      </p:bgPr>
    </p:bg>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0D7A0BF0-2489-55D2-D22F-70F6A243178F}"/>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526DB055-AF61-1E81-B1EB-4C500458E55C}"/>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379E4E9D-37AD-BEB6-F475-6859DB7662EB}"/>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hcSlideMaster67.Content 2Header" descr="Classification: Internal">
            <a:extLst>
              <a:ext uri="{FF2B5EF4-FFF2-40B4-BE49-F238E27FC236}">
                <a16:creationId xmlns:a16="http://schemas.microsoft.com/office/drawing/2014/main" id="{7142654B-BCD5-C6E3-C684-6CF7B1F4035E}"/>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51798957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4" name="Graphic 3">
            <a:extLst>
              <a:ext uri="{FF2B5EF4-FFF2-40B4-BE49-F238E27FC236}">
                <a16:creationId xmlns:a16="http://schemas.microsoft.com/office/drawing/2014/main" id="{57E216AA-1CA7-1C3F-EEC9-B236EDC51EA2}"/>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260BB784-9E50-8BDC-3306-93491EE223F1}"/>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hcSlideMaster67.Content 3Header" descr="Classification: Internal">
            <a:extLst>
              <a:ext uri="{FF2B5EF4-FFF2-40B4-BE49-F238E27FC236}">
                <a16:creationId xmlns:a16="http://schemas.microsoft.com/office/drawing/2014/main" id="{263369E6-7208-99DB-960D-7C55380FE422}"/>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40531530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pic>
        <p:nvPicPr>
          <p:cNvPr id="3" name="Picture 2">
            <a:extLst>
              <a:ext uri="{FF2B5EF4-FFF2-40B4-BE49-F238E27FC236}">
                <a16:creationId xmlns:a16="http://schemas.microsoft.com/office/drawing/2014/main" id="{CF97A270-FF4F-8A15-E6A3-48E6BAC99D33}"/>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21" name="Graphic 20">
            <a:extLst>
              <a:ext uri="{FF2B5EF4-FFF2-40B4-BE49-F238E27FC236}">
                <a16:creationId xmlns:a16="http://schemas.microsoft.com/office/drawing/2014/main" id="{7B8789EF-2DE8-8494-6B5C-7C2D2B85BCB3}"/>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9" name="Graphic 8">
            <a:extLst>
              <a:ext uri="{FF2B5EF4-FFF2-40B4-BE49-F238E27FC236}">
                <a16:creationId xmlns:a16="http://schemas.microsoft.com/office/drawing/2014/main" id="{0D247079-5E6B-E5E1-49B6-5B4C07085997}"/>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5448472" y="287388"/>
            <a:ext cx="2990132" cy="6120685"/>
          </a:xfrm>
          <a:prstGeom prst="rect">
            <a:avLst/>
          </a:prstGeom>
        </p:spPr>
      </p:pic>
      <p:sp>
        <p:nvSpPr>
          <p:cNvPr id="12" name="object 7">
            <a:extLst>
              <a:ext uri="{FF2B5EF4-FFF2-40B4-BE49-F238E27FC236}">
                <a16:creationId xmlns:a16="http://schemas.microsoft.com/office/drawing/2014/main" id="{D605416D-455B-3E74-F918-E34B232E6D84}"/>
              </a:ext>
            </a:extLst>
          </p:cNvPr>
          <p:cNvSpPr txBox="1"/>
          <p:nvPr userDrawn="1"/>
        </p:nvSpPr>
        <p:spPr>
          <a:xfrm>
            <a:off x="9345454" y="991815"/>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lang="en-IN" sz="1100" spc="-7">
                <a:solidFill>
                  <a:srgbClr val="FFFFFF"/>
                </a:solidFill>
                <a:latin typeface="DM Sans"/>
                <a:cs typeface="DM Sans"/>
              </a:rPr>
              <a:t>@t</a:t>
            </a:r>
            <a:r>
              <a:rPr sz="1100" spc="-7" err="1">
                <a:solidFill>
                  <a:srgbClr val="FFFFFF"/>
                </a:solidFill>
                <a:latin typeface="DM Sans"/>
                <a:cs typeface="DM Sans"/>
              </a:rPr>
              <a: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err="1">
                <a:solidFill>
                  <a:srgbClr val="FF9C00"/>
                </a:solidFill>
                <a:latin typeface="DM Sans"/>
                <a:cs typeface="DM Sans"/>
              </a:rPr>
              <a:t>tatatechnologies.com</a:t>
            </a:r>
            <a:endParaRPr sz="1600">
              <a:solidFill>
                <a:srgbClr val="FF9C00"/>
              </a:solidFill>
              <a:latin typeface="DM Sans"/>
              <a:cs typeface="DM Sans"/>
            </a:endParaRPr>
          </a:p>
        </p:txBody>
      </p:sp>
      <p:pic>
        <p:nvPicPr>
          <p:cNvPr id="13" name="Graphic 12">
            <a:extLst>
              <a:ext uri="{FF2B5EF4-FFF2-40B4-BE49-F238E27FC236}">
                <a16:creationId xmlns:a16="http://schemas.microsoft.com/office/drawing/2014/main" id="{FF5743CD-E794-3C04-0DFB-E82B40D22CC4}"/>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353105" y="1091858"/>
            <a:ext cx="132408" cy="132408"/>
          </a:xfrm>
          <a:prstGeom prst="rect">
            <a:avLst/>
          </a:prstGeom>
        </p:spPr>
      </p:pic>
      <p:pic>
        <p:nvPicPr>
          <p:cNvPr id="14" name="Graphic 13">
            <a:extLst>
              <a:ext uri="{FF2B5EF4-FFF2-40B4-BE49-F238E27FC236}">
                <a16:creationId xmlns:a16="http://schemas.microsoft.com/office/drawing/2014/main" id="{693F77A2-E971-2C50-734A-21F0F4C82763}"/>
              </a:ext>
            </a:extLst>
          </p:cNvPr>
          <p:cNvPicPr>
            <a:picLocks noChangeAspect="1"/>
          </p:cNvPicPr>
          <p:nvPr userDrawn="1"/>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344278" y="2072869"/>
            <a:ext cx="146107" cy="136976"/>
          </a:xfrm>
          <a:prstGeom prst="rect">
            <a:avLst/>
          </a:prstGeom>
        </p:spPr>
      </p:pic>
      <p:pic>
        <p:nvPicPr>
          <p:cNvPr id="28" name="Picture 27">
            <a:extLst>
              <a:ext uri="{FF2B5EF4-FFF2-40B4-BE49-F238E27FC236}">
                <a16:creationId xmlns:a16="http://schemas.microsoft.com/office/drawing/2014/main" id="{BF8539F1-59FD-1563-279E-BB0CAED4BDDB}"/>
              </a:ext>
            </a:extLst>
          </p:cNvPr>
          <p:cNvPicPr>
            <a:picLocks noChangeAspect="1"/>
          </p:cNvPicPr>
          <p:nvPr userDrawn="1"/>
        </p:nvPicPr>
        <p:blipFill rotWithShape="1">
          <a:blip r:embed="rId13" cstate="email">
            <a:extLst>
              <a:ext uri="{28A0092B-C50C-407E-A947-70E740481C1C}">
                <a14:useLocalDpi xmlns:a14="http://schemas.microsoft.com/office/drawing/2010/main"/>
              </a:ext>
            </a:extLst>
          </a:blip>
          <a:srcRect b="-3480"/>
          <a:stretch/>
        </p:blipFill>
        <p:spPr>
          <a:xfrm>
            <a:off x="9336129" y="1842353"/>
            <a:ext cx="166369" cy="113863"/>
          </a:xfrm>
          <a:prstGeom prst="rect">
            <a:avLst/>
          </a:prstGeom>
        </p:spPr>
      </p:pic>
      <p:pic>
        <p:nvPicPr>
          <p:cNvPr id="29" name="Graphic 28">
            <a:extLst>
              <a:ext uri="{FF2B5EF4-FFF2-40B4-BE49-F238E27FC236}">
                <a16:creationId xmlns:a16="http://schemas.microsoft.com/office/drawing/2014/main" id="{CB31309A-F505-E5F8-569A-7AF8C4463A42}"/>
              </a:ext>
            </a:extLst>
          </p:cNvPr>
          <p:cNvPicPr>
            <a:picLocks noChangeAspect="1"/>
          </p:cNvPicPr>
          <p:nvPr userDrawn="1"/>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353105" y="1345563"/>
            <a:ext cx="132408" cy="132408"/>
          </a:xfrm>
          <a:prstGeom prst="rect">
            <a:avLst/>
          </a:prstGeom>
        </p:spPr>
      </p:pic>
      <p:sp>
        <p:nvSpPr>
          <p:cNvPr id="30" name="Rectangle 29">
            <a:hlinkClick r:id="rId16"/>
            <a:extLst>
              <a:ext uri="{FF2B5EF4-FFF2-40B4-BE49-F238E27FC236}">
                <a16:creationId xmlns:a16="http://schemas.microsoft.com/office/drawing/2014/main" id="{AB965BEB-78DF-DD7E-4A9B-FA056CBE163C}"/>
              </a:ext>
            </a:extLst>
          </p:cNvPr>
          <p:cNvSpPr/>
          <p:nvPr userDrawn="1"/>
        </p:nvSpPr>
        <p:spPr>
          <a:xfrm>
            <a:off x="9304945" y="2480556"/>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2" name="Rectangle 31">
            <a:hlinkClick r:id="rId17"/>
            <a:extLst>
              <a:ext uri="{FF2B5EF4-FFF2-40B4-BE49-F238E27FC236}">
                <a16:creationId xmlns:a16="http://schemas.microsoft.com/office/drawing/2014/main" id="{5208E5AD-99BB-4AA9-C7B8-52C2837A9826}"/>
              </a:ext>
            </a:extLst>
          </p:cNvPr>
          <p:cNvSpPr/>
          <p:nvPr userDrawn="1"/>
        </p:nvSpPr>
        <p:spPr>
          <a:xfrm>
            <a:off x="9304945" y="105907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4" name="Rectangle 33">
            <a:hlinkClick r:id="rId18"/>
            <a:extLst>
              <a:ext uri="{FF2B5EF4-FFF2-40B4-BE49-F238E27FC236}">
                <a16:creationId xmlns:a16="http://schemas.microsoft.com/office/drawing/2014/main" id="{2F9C694A-B98D-7F7F-411F-9EB54FE8B610}"/>
              </a:ext>
            </a:extLst>
          </p:cNvPr>
          <p:cNvSpPr/>
          <p:nvPr userDrawn="1"/>
        </p:nvSpPr>
        <p:spPr>
          <a:xfrm>
            <a:off x="9304945" y="132818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5" name="Rectangle 34">
            <a:hlinkClick r:id="rId19"/>
            <a:extLst>
              <a:ext uri="{FF2B5EF4-FFF2-40B4-BE49-F238E27FC236}">
                <a16:creationId xmlns:a16="http://schemas.microsoft.com/office/drawing/2014/main" id="{A5EA382E-7CA5-0864-6291-82309853F080}"/>
              </a:ext>
            </a:extLst>
          </p:cNvPr>
          <p:cNvSpPr/>
          <p:nvPr userDrawn="1"/>
        </p:nvSpPr>
        <p:spPr>
          <a:xfrm>
            <a:off x="9304945" y="1552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6" name="Rectangle 35">
            <a:hlinkClick r:id="rId20"/>
            <a:extLst>
              <a:ext uri="{FF2B5EF4-FFF2-40B4-BE49-F238E27FC236}">
                <a16:creationId xmlns:a16="http://schemas.microsoft.com/office/drawing/2014/main" id="{553D052F-CBC9-7EA7-029B-3C08B0ABEBC6}"/>
              </a:ext>
            </a:extLst>
          </p:cNvPr>
          <p:cNvSpPr/>
          <p:nvPr userDrawn="1"/>
        </p:nvSpPr>
        <p:spPr>
          <a:xfrm>
            <a:off x="9304945" y="1806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9" name="Rectangle 48">
            <a:hlinkClick r:id="rId21"/>
            <a:extLst>
              <a:ext uri="{FF2B5EF4-FFF2-40B4-BE49-F238E27FC236}">
                <a16:creationId xmlns:a16="http://schemas.microsoft.com/office/drawing/2014/main" id="{338F11E7-EB6B-847C-BA7C-F775785D6066}"/>
              </a:ext>
            </a:extLst>
          </p:cNvPr>
          <p:cNvSpPr/>
          <p:nvPr userDrawn="1"/>
        </p:nvSpPr>
        <p:spPr>
          <a:xfrm>
            <a:off x="9304945" y="205330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0" name="object 4">
            <a:extLst>
              <a:ext uri="{FF2B5EF4-FFF2-40B4-BE49-F238E27FC236}">
                <a16:creationId xmlns:a16="http://schemas.microsoft.com/office/drawing/2014/main" id="{F5CC6881-9934-BB05-74A5-A28FA516DF55}"/>
              </a:ext>
            </a:extLst>
          </p:cNvPr>
          <p:cNvSpPr txBox="1"/>
          <p:nvPr userDrawn="1"/>
        </p:nvSpPr>
        <p:spPr>
          <a:xfrm>
            <a:off x="9345454" y="4735906"/>
            <a:ext cx="2530448" cy="1183610"/>
          </a:xfrm>
          <a:prstGeom prst="rect">
            <a:avLst/>
          </a:prstGeom>
        </p:spPr>
        <p:txBody>
          <a:bodyPr vert="horz" wrap="square" lIns="0" tIns="31449" rIns="0" bIns="0" rtlCol="0">
            <a:spAutoFit/>
          </a:bodyPr>
          <a:lstStyle/>
          <a:p>
            <a:pPr marL="6419">
              <a:lnSpc>
                <a:spcPts val="1080"/>
              </a:lnSpc>
              <a:spcBef>
                <a:spcPts val="248"/>
              </a:spcBef>
            </a:pPr>
            <a:r>
              <a:rPr lang="en-IN" sz="900" b="1" spc="0">
                <a:solidFill>
                  <a:srgbClr val="FF9C00"/>
                </a:solidFill>
                <a:latin typeface="DMSans-Medium"/>
                <a:cs typeface="DMSans-Medium"/>
              </a:rPr>
              <a:t>COPYRIGHT NOTICE</a:t>
            </a:r>
          </a:p>
          <a:p>
            <a:pPr marL="6419">
              <a:lnSpc>
                <a:spcPts val="1080"/>
              </a:lnSpc>
              <a:spcBef>
                <a:spcPts val="248"/>
              </a:spcBef>
            </a:pPr>
            <a:r>
              <a:rPr lang="en-IN" sz="9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900" spc="0">
              <a:solidFill>
                <a:schemeClr val="bg1"/>
              </a:solidFill>
              <a:latin typeface="+mn-lt"/>
              <a:cs typeface="DM Sans"/>
            </a:endParaRPr>
          </a:p>
        </p:txBody>
      </p:sp>
      <p:pic>
        <p:nvPicPr>
          <p:cNvPr id="51" name="Picture 50">
            <a:extLst>
              <a:ext uri="{FF2B5EF4-FFF2-40B4-BE49-F238E27FC236}">
                <a16:creationId xmlns:a16="http://schemas.microsoft.com/office/drawing/2014/main" id="{E3C72E3B-5CD6-5A30-3780-61968C61ADA9}"/>
              </a:ext>
            </a:extLst>
          </p:cNvPr>
          <p:cNvPicPr>
            <a:picLocks noChangeAspect="1"/>
          </p:cNvPicPr>
          <p:nvPr userDrawn="1"/>
        </p:nvPicPr>
        <p:blipFill>
          <a:blip r:embed="rId22"/>
          <a:stretch>
            <a:fillRect/>
          </a:stretch>
        </p:blipFill>
        <p:spPr>
          <a:xfrm>
            <a:off x="9349122" y="1574199"/>
            <a:ext cx="136391" cy="139259"/>
          </a:xfrm>
          <a:prstGeom prst="rect">
            <a:avLst/>
          </a:prstGeom>
        </p:spPr>
      </p:pic>
      <p:sp>
        <p:nvSpPr>
          <p:cNvPr id="2" name="object 3">
            <a:extLst>
              <a:ext uri="{FF2B5EF4-FFF2-40B4-BE49-F238E27FC236}">
                <a16:creationId xmlns:a16="http://schemas.microsoft.com/office/drawing/2014/main" id="{312C70AC-AC82-949A-7FC0-856314F31CE7}"/>
              </a:ext>
            </a:extLst>
          </p:cNvPr>
          <p:cNvSpPr txBox="1"/>
          <p:nvPr userDrawn="1"/>
        </p:nvSpPr>
        <p:spPr>
          <a:xfrm>
            <a:off x="323648" y="100591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rgbClr val="FF9C00"/>
                </a:solidFill>
                <a:latin typeface="DMSans-Medium"/>
                <a:cs typeface="DMSans-Medium"/>
              </a:rPr>
              <a:t>ASIA</a:t>
            </a:r>
            <a:r>
              <a:rPr sz="1100" spc="223">
                <a:solidFill>
                  <a:srgbClr val="FF9C00"/>
                </a:solidFill>
                <a:latin typeface="DMSans-Medium"/>
                <a:cs typeface="DMSans-Medium"/>
              </a:rPr>
              <a:t> </a:t>
            </a:r>
            <a:r>
              <a:rPr sz="1100" spc="71">
                <a:solidFill>
                  <a:srgbClr val="FF9C00"/>
                </a:solidFill>
                <a:latin typeface="DMSans-Medium"/>
                <a:cs typeface="DMSans-Medium"/>
              </a:rPr>
              <a:t>PACIFIC </a:t>
            </a:r>
            <a:endParaRPr sz="1100">
              <a:solidFill>
                <a:srgbClr val="FF9C00"/>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4" name="object 4">
            <a:extLst>
              <a:ext uri="{FF2B5EF4-FFF2-40B4-BE49-F238E27FC236}">
                <a16:creationId xmlns:a16="http://schemas.microsoft.com/office/drawing/2014/main" id="{3168261F-472A-D21F-7D4A-DB897412BBFD}"/>
              </a:ext>
            </a:extLst>
          </p:cNvPr>
          <p:cNvSpPr txBox="1"/>
          <p:nvPr userDrawn="1"/>
        </p:nvSpPr>
        <p:spPr>
          <a:xfrm>
            <a:off x="323650" y="2636627"/>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rgbClr val="FF9C00"/>
                </a:solidFill>
                <a:latin typeface="DMSans-Medium"/>
                <a:cs typeface="DMSans-Medium"/>
              </a:rPr>
              <a:t>EUROPE </a:t>
            </a:r>
            <a:endParaRPr sz="1100">
              <a:solidFill>
                <a:srgbClr val="FF9C00"/>
              </a:solidFill>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5" name="object 5">
            <a:extLst>
              <a:ext uri="{FF2B5EF4-FFF2-40B4-BE49-F238E27FC236}">
                <a16:creationId xmlns:a16="http://schemas.microsoft.com/office/drawing/2014/main" id="{F7C38B91-C029-D495-1C61-8B2EC27F3113}"/>
              </a:ext>
            </a:extLst>
          </p:cNvPr>
          <p:cNvSpPr txBox="1"/>
          <p:nvPr userDrawn="1"/>
        </p:nvSpPr>
        <p:spPr>
          <a:xfrm>
            <a:off x="323319" y="4673608"/>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rgbClr val="FF9C00"/>
                </a:solidFill>
                <a:latin typeface="DMSans-Medium"/>
                <a:cs typeface="DMSans-Medium"/>
              </a:rPr>
              <a:t>NORTH</a:t>
            </a:r>
            <a:r>
              <a:rPr sz="1100" spc="219">
                <a:solidFill>
                  <a:srgbClr val="FF9C00"/>
                </a:solidFill>
                <a:latin typeface="DMSans-Medium"/>
                <a:cs typeface="DMSans-Medium"/>
              </a:rPr>
              <a:t> </a:t>
            </a:r>
            <a:r>
              <a:rPr sz="1100" spc="87">
                <a:solidFill>
                  <a:srgbClr val="FF9C00"/>
                </a:solidFill>
                <a:latin typeface="DMSans-Medium"/>
                <a:cs typeface="DMSans-Medium"/>
              </a:rPr>
              <a:t>AMERICA</a:t>
            </a:r>
            <a:endParaRPr sz="1100">
              <a:solidFill>
                <a:srgbClr val="FF9C00"/>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6" name="hcSlideMaster67.Closing slideHeader" descr="Classification: Internal">
            <a:extLst>
              <a:ext uri="{FF2B5EF4-FFF2-40B4-BE49-F238E27FC236}">
                <a16:creationId xmlns:a16="http://schemas.microsoft.com/office/drawing/2014/main" id="{A98282FC-3471-D429-D2C5-7A3F6FD89AA6}"/>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5166743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chemeClr val="tx2"/>
                </a:solidFill>
                <a:effectLst/>
              </a:rPr>
              <a:t>© Copyright 2025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5E74C22E-322B-EEA4-687A-34F4F453852D}"/>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398ADDCD-4167-9DEE-724E-1E792B4BF0DD}"/>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itle Placeholder 21">
            <a:extLst>
              <a:ext uri="{FF2B5EF4-FFF2-40B4-BE49-F238E27FC236}">
                <a16:creationId xmlns:a16="http://schemas.microsoft.com/office/drawing/2014/main" id="{42B9E2A0-40C4-522D-455F-DC10C9B6736B}"/>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7" name="Text Placeholder 2">
            <a:extLst>
              <a:ext uri="{FF2B5EF4-FFF2-40B4-BE49-F238E27FC236}">
                <a16:creationId xmlns:a16="http://schemas.microsoft.com/office/drawing/2014/main" id="{B47C8308-20FF-0423-5FE6-5D85CB4612E9}"/>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hcSlideMaster77.BlankHeader" descr="Classification: Internal">
            <a:extLst>
              <a:ext uri="{FF2B5EF4-FFF2-40B4-BE49-F238E27FC236}">
                <a16:creationId xmlns:a16="http://schemas.microsoft.com/office/drawing/2014/main" id="{B5137ECE-A62B-0220-96E4-AD4DF2AC93BE}"/>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40904371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ER&amp;D">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33E9758E-BFB7-341F-10CC-D21DBEC32D57}"/>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32F2D523-8278-880D-0481-A9A8A6E5B504}"/>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578551E0-B6CA-468B-977B-8B7D61A390C2}"/>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chemeClr val="bg1"/>
                </a:solidFill>
              </a:defRPr>
            </a:lvl1pPr>
          </a:lstStyle>
          <a:p>
            <a:r>
              <a:rPr lang="en-GB"/>
              <a:t>Click to edit Master title</a:t>
            </a:r>
            <a:endParaRPr lang="en-US"/>
          </a:p>
        </p:txBody>
      </p:sp>
      <p:sp>
        <p:nvSpPr>
          <p:cNvPr id="6" name="Text Placeholder 2">
            <a:extLst>
              <a:ext uri="{FF2B5EF4-FFF2-40B4-BE49-F238E27FC236}">
                <a16:creationId xmlns:a16="http://schemas.microsoft.com/office/drawing/2014/main" id="{72BAF4BB-87B2-2027-BB47-A61F5DD9224A}"/>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hcSlideMaster77.Blank ER&amp;DHeader" descr="Classification: Internal">
            <a:extLst>
              <a:ext uri="{FF2B5EF4-FFF2-40B4-BE49-F238E27FC236}">
                <a16:creationId xmlns:a16="http://schemas.microsoft.com/office/drawing/2014/main" id="{6A339488-FA8B-0A62-4472-897F5BAEEBE8}"/>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7203132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ver ER&amp;D">
    <p:bg>
      <p:bgPr>
        <a:solidFill>
          <a:schemeClr val="tx2"/>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5" name="Picture Placeholder 12">
            <a:extLst>
              <a:ext uri="{FF2B5EF4-FFF2-40B4-BE49-F238E27FC236}">
                <a16:creationId xmlns:a16="http://schemas.microsoft.com/office/drawing/2014/main" id="{4C0A6BFA-50DF-57AC-2B5C-E6000CAC2BB6}"/>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grpSp>
        <p:nvGrpSpPr>
          <p:cNvPr id="44" name="object 8">
            <a:extLst>
              <a:ext uri="{FF2B5EF4-FFF2-40B4-BE49-F238E27FC236}">
                <a16:creationId xmlns:a16="http://schemas.microsoft.com/office/drawing/2014/main" id="{FCF89D88-0C98-6291-996E-A6D5BEA98897}"/>
              </a:ext>
            </a:extLst>
          </p:cNvPr>
          <p:cNvGrpSpPr/>
          <p:nvPr userDrawn="1"/>
        </p:nvGrpSpPr>
        <p:grpSpPr>
          <a:xfrm>
            <a:off x="354437" y="1263039"/>
            <a:ext cx="664823" cy="844735"/>
            <a:chOff x="523764" y="2527388"/>
            <a:chExt cx="1093470" cy="1389380"/>
          </a:xfrm>
        </p:grpSpPr>
        <p:sp>
          <p:nvSpPr>
            <p:cNvPr id="46" name="object 9">
              <a:extLst>
                <a:ext uri="{FF2B5EF4-FFF2-40B4-BE49-F238E27FC236}">
                  <a16:creationId xmlns:a16="http://schemas.microsoft.com/office/drawing/2014/main" id="{031497F7-456C-BCE2-9816-B21A06566A6C}"/>
                </a:ext>
              </a:extLst>
            </p:cNvPr>
            <p:cNvSpPr/>
            <p:nvPr/>
          </p:nvSpPr>
          <p:spPr>
            <a:xfrm>
              <a:off x="788627" y="2532624"/>
              <a:ext cx="523875" cy="1378585"/>
            </a:xfrm>
            <a:custGeom>
              <a:avLst/>
              <a:gdLst/>
              <a:ahLst/>
              <a:cxnLst/>
              <a:rect l="l" t="t" r="r" b="b"/>
              <a:pathLst>
                <a:path w="523875" h="1378585">
                  <a:moveTo>
                    <a:pt x="523439" y="0"/>
                  </a:moveTo>
                  <a:lnTo>
                    <a:pt x="0" y="1378439"/>
                  </a:lnTo>
                </a:path>
              </a:pathLst>
            </a:custGeom>
            <a:ln w="10470">
              <a:solidFill>
                <a:srgbClr val="FFFFFF"/>
              </a:solidFill>
            </a:ln>
          </p:spPr>
          <p:txBody>
            <a:bodyPr wrap="square" lIns="0" tIns="0" rIns="0" bIns="0" rtlCol="0"/>
            <a:lstStyle/>
            <a:p>
              <a:endParaRPr sz="1351"/>
            </a:p>
          </p:txBody>
        </p:sp>
        <p:sp>
          <p:nvSpPr>
            <p:cNvPr id="47" name="object 10">
              <a:extLst>
                <a:ext uri="{FF2B5EF4-FFF2-40B4-BE49-F238E27FC236}">
                  <a16:creationId xmlns:a16="http://schemas.microsoft.com/office/drawing/2014/main" id="{89F6D366-9DD4-7F9F-C80C-0EDF427C9946}"/>
                </a:ext>
              </a:extLst>
            </p:cNvPr>
            <p:cNvSpPr/>
            <p:nvPr/>
          </p:nvSpPr>
          <p:spPr>
            <a:xfrm>
              <a:off x="863482" y="2532627"/>
              <a:ext cx="523875" cy="1378585"/>
            </a:xfrm>
            <a:custGeom>
              <a:avLst/>
              <a:gdLst/>
              <a:ahLst/>
              <a:cxnLst/>
              <a:rect l="l" t="t" r="r" b="b"/>
              <a:pathLst>
                <a:path w="523875" h="1378585">
                  <a:moveTo>
                    <a:pt x="523439" y="0"/>
                  </a:moveTo>
                  <a:lnTo>
                    <a:pt x="0" y="1378439"/>
                  </a:lnTo>
                </a:path>
              </a:pathLst>
            </a:custGeom>
            <a:ln w="10470">
              <a:solidFill>
                <a:srgbClr val="E7550F"/>
              </a:solidFill>
            </a:ln>
          </p:spPr>
          <p:txBody>
            <a:bodyPr wrap="square" lIns="0" tIns="0" rIns="0" bIns="0" rtlCol="0"/>
            <a:lstStyle/>
            <a:p>
              <a:endParaRPr sz="1351"/>
            </a:p>
          </p:txBody>
        </p:sp>
        <p:sp>
          <p:nvSpPr>
            <p:cNvPr id="48" name="object 11">
              <a:extLst>
                <a:ext uri="{FF2B5EF4-FFF2-40B4-BE49-F238E27FC236}">
                  <a16:creationId xmlns:a16="http://schemas.microsoft.com/office/drawing/2014/main" id="{499FB99A-EFD8-DE0D-9726-1FEC2D01DD0F}"/>
                </a:ext>
              </a:extLst>
            </p:cNvPr>
            <p:cNvSpPr/>
            <p:nvPr/>
          </p:nvSpPr>
          <p:spPr>
            <a:xfrm>
              <a:off x="938348" y="2532632"/>
              <a:ext cx="673735" cy="1378585"/>
            </a:xfrm>
            <a:custGeom>
              <a:avLst/>
              <a:gdLst/>
              <a:ahLst/>
              <a:cxnLst/>
              <a:rect l="l" t="t" r="r" b="b"/>
              <a:pathLst>
                <a:path w="673735" h="1378585">
                  <a:moveTo>
                    <a:pt x="524298" y="0"/>
                  </a:moveTo>
                  <a:lnTo>
                    <a:pt x="0" y="1378429"/>
                  </a:lnTo>
                </a:path>
                <a:path w="673735" h="1378585">
                  <a:moveTo>
                    <a:pt x="524298" y="0"/>
                  </a:moveTo>
                  <a:lnTo>
                    <a:pt x="0" y="1378429"/>
                  </a:lnTo>
                </a:path>
                <a:path w="673735" h="1378585">
                  <a:moveTo>
                    <a:pt x="673162" y="0"/>
                  </a:moveTo>
                  <a:lnTo>
                    <a:pt x="148864" y="1378429"/>
                  </a:lnTo>
                </a:path>
              </a:pathLst>
            </a:custGeom>
            <a:ln w="10470">
              <a:solidFill>
                <a:srgbClr val="FFFFFF"/>
              </a:solidFill>
            </a:ln>
          </p:spPr>
          <p:txBody>
            <a:bodyPr wrap="square" lIns="0" tIns="0" rIns="0" bIns="0" rtlCol="0"/>
            <a:lstStyle/>
            <a:p>
              <a:endParaRPr sz="1351"/>
            </a:p>
          </p:txBody>
        </p:sp>
        <p:sp>
          <p:nvSpPr>
            <p:cNvPr id="49" name="object 12">
              <a:extLst>
                <a:ext uri="{FF2B5EF4-FFF2-40B4-BE49-F238E27FC236}">
                  <a16:creationId xmlns:a16="http://schemas.microsoft.com/office/drawing/2014/main" id="{F5B382B1-1371-AFD0-76C7-86AB52B4A50A}"/>
                </a:ext>
              </a:extLst>
            </p:cNvPr>
            <p:cNvSpPr/>
            <p:nvPr/>
          </p:nvSpPr>
          <p:spPr>
            <a:xfrm>
              <a:off x="1013208" y="2532627"/>
              <a:ext cx="523875" cy="1378585"/>
            </a:xfrm>
            <a:custGeom>
              <a:avLst/>
              <a:gdLst/>
              <a:ahLst/>
              <a:cxnLst/>
              <a:rect l="l" t="t" r="r" b="b"/>
              <a:pathLst>
                <a:path w="523875" h="1378585">
                  <a:moveTo>
                    <a:pt x="523439" y="0"/>
                  </a:moveTo>
                  <a:lnTo>
                    <a:pt x="0" y="1378439"/>
                  </a:lnTo>
                </a:path>
              </a:pathLst>
            </a:custGeom>
            <a:ln w="10470">
              <a:solidFill>
                <a:srgbClr val="E7550F"/>
              </a:solidFill>
            </a:ln>
          </p:spPr>
          <p:txBody>
            <a:bodyPr wrap="square" lIns="0" tIns="0" rIns="0" bIns="0" rtlCol="0"/>
            <a:lstStyle/>
            <a:p>
              <a:endParaRPr sz="1351"/>
            </a:p>
          </p:txBody>
        </p:sp>
        <p:sp>
          <p:nvSpPr>
            <p:cNvPr id="50" name="object 13">
              <a:extLst>
                <a:ext uri="{FF2B5EF4-FFF2-40B4-BE49-F238E27FC236}">
                  <a16:creationId xmlns:a16="http://schemas.microsoft.com/office/drawing/2014/main" id="{DF0F1E9A-4017-34CF-F8AE-980FB53D5545}"/>
                </a:ext>
              </a:extLst>
            </p:cNvPr>
            <p:cNvSpPr/>
            <p:nvPr/>
          </p:nvSpPr>
          <p:spPr>
            <a:xfrm>
              <a:off x="528999" y="2733728"/>
              <a:ext cx="689610" cy="955040"/>
            </a:xfrm>
            <a:custGeom>
              <a:avLst/>
              <a:gdLst/>
              <a:ahLst/>
              <a:cxnLst/>
              <a:rect l="l" t="t" r="r" b="b"/>
              <a:pathLst>
                <a:path w="689610" h="955039">
                  <a:moveTo>
                    <a:pt x="689319" y="46291"/>
                  </a:moveTo>
                  <a:lnTo>
                    <a:pt x="673239" y="39036"/>
                  </a:lnTo>
                  <a:lnTo>
                    <a:pt x="656828" y="32345"/>
                  </a:lnTo>
                  <a:lnTo>
                    <a:pt x="640094" y="26238"/>
                  </a:lnTo>
                  <a:lnTo>
                    <a:pt x="623049" y="20732"/>
                  </a:lnTo>
                  <a:lnTo>
                    <a:pt x="570610" y="101661"/>
                  </a:lnTo>
                  <a:lnTo>
                    <a:pt x="562622" y="99899"/>
                  </a:lnTo>
                  <a:lnTo>
                    <a:pt x="521883" y="93641"/>
                  </a:lnTo>
                  <a:lnTo>
                    <a:pt x="505565" y="92405"/>
                  </a:lnTo>
                  <a:lnTo>
                    <a:pt x="477409" y="0"/>
                  </a:lnTo>
                  <a:lnTo>
                    <a:pt x="424168" y="3588"/>
                  </a:lnTo>
                  <a:lnTo>
                    <a:pt x="394312" y="101955"/>
                  </a:lnTo>
                  <a:lnTo>
                    <a:pt x="378343" y="106052"/>
                  </a:lnTo>
                  <a:lnTo>
                    <a:pt x="362614" y="110800"/>
                  </a:lnTo>
                  <a:lnTo>
                    <a:pt x="347140" y="116187"/>
                  </a:lnTo>
                  <a:lnTo>
                    <a:pt x="331937" y="122205"/>
                  </a:lnTo>
                  <a:lnTo>
                    <a:pt x="266976" y="51464"/>
                  </a:lnTo>
                  <a:lnTo>
                    <a:pt x="251154" y="59812"/>
                  </a:lnTo>
                  <a:lnTo>
                    <a:pt x="235673" y="68732"/>
                  </a:lnTo>
                  <a:lnTo>
                    <a:pt x="220537" y="78211"/>
                  </a:lnTo>
                  <a:lnTo>
                    <a:pt x="205752" y="88238"/>
                  </a:lnTo>
                  <a:lnTo>
                    <a:pt x="235846" y="180036"/>
                  </a:lnTo>
                  <a:lnTo>
                    <a:pt x="223474" y="190546"/>
                  </a:lnTo>
                  <a:lnTo>
                    <a:pt x="211531" y="201561"/>
                  </a:lnTo>
                  <a:lnTo>
                    <a:pt x="200034" y="213075"/>
                  </a:lnTo>
                  <a:lnTo>
                    <a:pt x="188999" y="225082"/>
                  </a:lnTo>
                  <a:lnTo>
                    <a:pt x="100059" y="189763"/>
                  </a:lnTo>
                  <a:lnTo>
                    <a:pt x="89381" y="204202"/>
                  </a:lnTo>
                  <a:lnTo>
                    <a:pt x="79220" y="219065"/>
                  </a:lnTo>
                  <a:lnTo>
                    <a:pt x="69588" y="234342"/>
                  </a:lnTo>
                  <a:lnTo>
                    <a:pt x="60500" y="250023"/>
                  </a:lnTo>
                  <a:lnTo>
                    <a:pt x="127158" y="319571"/>
                  </a:lnTo>
                  <a:lnTo>
                    <a:pt x="120745" y="334135"/>
                  </a:lnTo>
                  <a:lnTo>
                    <a:pt x="114906" y="349037"/>
                  </a:lnTo>
                  <a:lnTo>
                    <a:pt x="109646" y="364256"/>
                  </a:lnTo>
                  <a:lnTo>
                    <a:pt x="104970" y="379768"/>
                  </a:lnTo>
                  <a:lnTo>
                    <a:pt x="9643" y="386846"/>
                  </a:lnTo>
                  <a:lnTo>
                    <a:pt x="2514" y="429616"/>
                  </a:lnTo>
                  <a:lnTo>
                    <a:pt x="0" y="459064"/>
                  </a:lnTo>
                  <a:lnTo>
                    <a:pt x="89944" y="492560"/>
                  </a:lnTo>
                  <a:lnTo>
                    <a:pt x="90433" y="508463"/>
                  </a:lnTo>
                  <a:lnTo>
                    <a:pt x="91566" y="524235"/>
                  </a:lnTo>
                  <a:lnTo>
                    <a:pt x="93318" y="539865"/>
                  </a:lnTo>
                  <a:lnTo>
                    <a:pt x="95662" y="555344"/>
                  </a:lnTo>
                  <a:lnTo>
                    <a:pt x="12774" y="603416"/>
                  </a:lnTo>
                  <a:lnTo>
                    <a:pt x="17445" y="621244"/>
                  </a:lnTo>
                  <a:lnTo>
                    <a:pt x="22765" y="638830"/>
                  </a:lnTo>
                  <a:lnTo>
                    <a:pt x="28722" y="656158"/>
                  </a:lnTo>
                  <a:lnTo>
                    <a:pt x="35307" y="673215"/>
                  </a:lnTo>
                  <a:lnTo>
                    <a:pt x="130948" y="664042"/>
                  </a:lnTo>
                  <a:lnTo>
                    <a:pt x="138072" y="677784"/>
                  </a:lnTo>
                  <a:lnTo>
                    <a:pt x="145720" y="691217"/>
                  </a:lnTo>
                  <a:lnTo>
                    <a:pt x="153875" y="704332"/>
                  </a:lnTo>
                  <a:lnTo>
                    <a:pt x="162518" y="717119"/>
                  </a:lnTo>
                  <a:lnTo>
                    <a:pt x="108446" y="796813"/>
                  </a:lnTo>
                  <a:lnTo>
                    <a:pt x="120299" y="810885"/>
                  </a:lnTo>
                  <a:lnTo>
                    <a:pt x="132660" y="824516"/>
                  </a:lnTo>
                  <a:lnTo>
                    <a:pt x="145532" y="837680"/>
                  </a:lnTo>
                  <a:lnTo>
                    <a:pt x="158916" y="850351"/>
                  </a:lnTo>
                  <a:lnTo>
                    <a:pt x="241196" y="800247"/>
                  </a:lnTo>
                  <a:lnTo>
                    <a:pt x="253284" y="809413"/>
                  </a:lnTo>
                  <a:lnTo>
                    <a:pt x="265747" y="818117"/>
                  </a:lnTo>
                  <a:lnTo>
                    <a:pt x="278572" y="826353"/>
                  </a:lnTo>
                  <a:lnTo>
                    <a:pt x="291750" y="834110"/>
                  </a:lnTo>
                  <a:lnTo>
                    <a:pt x="277321" y="929709"/>
                  </a:lnTo>
                  <a:lnTo>
                    <a:pt x="293225" y="936871"/>
                  </a:lnTo>
                  <a:lnTo>
                    <a:pt x="309453" y="943476"/>
                  </a:lnTo>
                  <a:lnTo>
                    <a:pt x="325992" y="949511"/>
                  </a:lnTo>
                  <a:lnTo>
                    <a:pt x="342827" y="954965"/>
                  </a:lnTo>
                </a:path>
                <a:path w="689610" h="955039">
                  <a:moveTo>
                    <a:pt x="565857" y="371213"/>
                  </a:moveTo>
                  <a:lnTo>
                    <a:pt x="548840" y="362343"/>
                  </a:lnTo>
                  <a:lnTo>
                    <a:pt x="530599" y="355774"/>
                  </a:lnTo>
                  <a:lnTo>
                    <a:pt x="511316" y="351694"/>
                  </a:lnTo>
                  <a:lnTo>
                    <a:pt x="491178" y="350292"/>
                  </a:lnTo>
                  <a:lnTo>
                    <a:pt x="445490" y="357718"/>
                  </a:lnTo>
                  <a:lnTo>
                    <a:pt x="405810" y="378395"/>
                  </a:lnTo>
                  <a:lnTo>
                    <a:pt x="374518" y="409925"/>
                  </a:lnTo>
                  <a:lnTo>
                    <a:pt x="353997" y="449907"/>
                  </a:lnTo>
                  <a:lnTo>
                    <a:pt x="346628" y="495943"/>
                  </a:lnTo>
                  <a:lnTo>
                    <a:pt x="355278" y="545687"/>
                  </a:lnTo>
                  <a:lnTo>
                    <a:pt x="379196" y="588048"/>
                  </a:lnTo>
                  <a:lnTo>
                    <a:pt x="415332" y="619955"/>
                  </a:lnTo>
                  <a:lnTo>
                    <a:pt x="460635" y="638336"/>
                  </a:lnTo>
                </a:path>
              </a:pathLst>
            </a:custGeom>
            <a:ln w="10470">
              <a:solidFill>
                <a:srgbClr val="FFFFFF"/>
              </a:solidFill>
            </a:ln>
          </p:spPr>
          <p:txBody>
            <a:bodyPr wrap="square" lIns="0" tIns="0" rIns="0" bIns="0" rtlCol="0"/>
            <a:lstStyle/>
            <a:p>
              <a:endParaRPr sz="1351"/>
            </a:p>
          </p:txBody>
        </p:sp>
        <p:sp>
          <p:nvSpPr>
            <p:cNvPr id="51" name="object 14">
              <a:extLst>
                <a:ext uri="{FF2B5EF4-FFF2-40B4-BE49-F238E27FC236}">
                  <a16:creationId xmlns:a16="http://schemas.microsoft.com/office/drawing/2014/main" id="{0CD74931-B274-F885-BF68-9566802B1B55}"/>
                </a:ext>
              </a:extLst>
            </p:cNvPr>
            <p:cNvSpPr/>
            <p:nvPr/>
          </p:nvSpPr>
          <p:spPr>
            <a:xfrm>
              <a:off x="746831" y="2952542"/>
              <a:ext cx="395605" cy="543560"/>
            </a:xfrm>
            <a:custGeom>
              <a:avLst/>
              <a:gdLst/>
              <a:ahLst/>
              <a:cxnLst/>
              <a:rect l="l" t="t" r="r" b="b"/>
              <a:pathLst>
                <a:path w="395605" h="543560">
                  <a:moveTo>
                    <a:pt x="395257" y="28627"/>
                  </a:moveTo>
                  <a:lnTo>
                    <a:pt x="366870" y="16423"/>
                  </a:lnTo>
                  <a:lnTo>
                    <a:pt x="336948" y="7442"/>
                  </a:lnTo>
                  <a:lnTo>
                    <a:pt x="305706" y="1896"/>
                  </a:lnTo>
                  <a:lnTo>
                    <a:pt x="273355" y="0"/>
                  </a:lnTo>
                  <a:lnTo>
                    <a:pt x="227205" y="4823"/>
                  </a:lnTo>
                  <a:lnTo>
                    <a:pt x="185316" y="15081"/>
                  </a:lnTo>
                  <a:lnTo>
                    <a:pt x="147687" y="30248"/>
                  </a:lnTo>
                  <a:lnTo>
                    <a:pt x="114318" y="49797"/>
                  </a:lnTo>
                  <a:lnTo>
                    <a:pt x="60359" y="99941"/>
                  </a:lnTo>
                  <a:lnTo>
                    <a:pt x="23438" y="161306"/>
                  </a:lnTo>
                  <a:lnTo>
                    <a:pt x="3553" y="229684"/>
                  </a:lnTo>
                  <a:lnTo>
                    <a:pt x="0" y="265189"/>
                  </a:lnTo>
                  <a:lnTo>
                    <a:pt x="704" y="300870"/>
                  </a:lnTo>
                  <a:lnTo>
                    <a:pt x="14890" y="370657"/>
                  </a:lnTo>
                  <a:lnTo>
                    <a:pt x="46108" y="434838"/>
                  </a:lnTo>
                  <a:lnTo>
                    <a:pt x="94359" y="489206"/>
                  </a:lnTo>
                  <a:lnTo>
                    <a:pt x="159640" y="529554"/>
                  </a:lnTo>
                  <a:lnTo>
                    <a:pt x="198666" y="543156"/>
                  </a:lnTo>
                </a:path>
              </a:pathLst>
            </a:custGeom>
            <a:ln w="10470">
              <a:solidFill>
                <a:srgbClr val="E7550F"/>
              </a:solidFill>
            </a:ln>
          </p:spPr>
          <p:txBody>
            <a:bodyPr wrap="square" lIns="0" tIns="0" rIns="0" bIns="0" rtlCol="0"/>
            <a:lstStyle/>
            <a:p>
              <a:endParaRPr sz="1351"/>
            </a:p>
          </p:txBody>
        </p:sp>
      </p:grpSp>
      <p:pic>
        <p:nvPicPr>
          <p:cNvPr id="3" name="Picture 2">
            <a:extLst>
              <a:ext uri="{FF2B5EF4-FFF2-40B4-BE49-F238E27FC236}">
                <a16:creationId xmlns:a16="http://schemas.microsoft.com/office/drawing/2014/main" id="{2C25B800-F8F3-46FC-AEAA-B5975255011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E8B0FED9-3D7B-045F-0F24-74477CF7686E}"/>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8" name="Title 1">
            <a:extLst>
              <a:ext uri="{FF2B5EF4-FFF2-40B4-BE49-F238E27FC236}">
                <a16:creationId xmlns:a16="http://schemas.microsoft.com/office/drawing/2014/main" id="{6BBABBFE-9053-9905-ECEF-E5E8278D23E8}"/>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b="0" i="0" kern="1200" dirty="0">
                <a:solidFill>
                  <a:srgbClr val="E75400"/>
                </a:solidFill>
                <a:latin typeface="+mj-lt"/>
                <a:ea typeface="+mj-ea"/>
                <a:cs typeface="+mj-cs"/>
              </a:defRPr>
            </a:lvl1pPr>
          </a:lstStyle>
          <a:p>
            <a:r>
              <a:rPr lang="en-GB"/>
              <a:t>Click to edit title</a:t>
            </a:r>
            <a:endParaRPr lang="en-US"/>
          </a:p>
        </p:txBody>
      </p:sp>
      <p:sp>
        <p:nvSpPr>
          <p:cNvPr id="9" name="Text Placeholder 6">
            <a:extLst>
              <a:ext uri="{FF2B5EF4-FFF2-40B4-BE49-F238E27FC236}">
                <a16:creationId xmlns:a16="http://schemas.microsoft.com/office/drawing/2014/main" id="{978B30FC-C2C6-57FB-1567-C827E991E2C6}"/>
              </a:ext>
            </a:extLst>
          </p:cNvPr>
          <p:cNvSpPr>
            <a:spLocks noGrp="1"/>
          </p:cNvSpPr>
          <p:nvPr>
            <p:ph type="body" sz="quarter" idx="13" hasCustomPrompt="1"/>
          </p:nvPr>
        </p:nvSpPr>
        <p:spPr>
          <a:xfrm>
            <a:off x="245653" y="4004398"/>
            <a:ext cx="4291843" cy="793631"/>
          </a:xfrm>
        </p:spPr>
        <p:txBody>
          <a:bodyPr/>
          <a:lstStyle>
            <a:lvl1pPr marL="0" indent="0">
              <a:lnSpc>
                <a:spcPct val="90000"/>
              </a:lnSpc>
              <a:buNone/>
              <a:defRPr sz="2400">
                <a:solidFill>
                  <a:schemeClr val="bg1"/>
                </a:solidFill>
              </a:defRPr>
            </a:lvl1pPr>
          </a:lstStyle>
          <a:p>
            <a:pPr lvl="0"/>
            <a:r>
              <a:rPr lang="en-GB"/>
              <a:t>Click here to edit subheading</a:t>
            </a:r>
            <a:endParaRPr lang="en-US"/>
          </a:p>
        </p:txBody>
      </p:sp>
      <p:sp>
        <p:nvSpPr>
          <p:cNvPr id="10" name="Text Placeholder 6">
            <a:extLst>
              <a:ext uri="{FF2B5EF4-FFF2-40B4-BE49-F238E27FC236}">
                <a16:creationId xmlns:a16="http://schemas.microsoft.com/office/drawing/2014/main" id="{C9A63EF1-6428-766A-D1CB-09D4F6C9631A}"/>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defRPr>
            </a:lvl1pPr>
          </a:lstStyle>
          <a:p>
            <a:pPr lvl="0"/>
            <a:r>
              <a:rPr lang="en-GB"/>
              <a:t>Enter Date or Document Version</a:t>
            </a:r>
            <a:endParaRPr lang="en-US"/>
          </a:p>
        </p:txBody>
      </p:sp>
      <p:sp>
        <p:nvSpPr>
          <p:cNvPr id="2" name="TextBox 1">
            <a:extLst>
              <a:ext uri="{FF2B5EF4-FFF2-40B4-BE49-F238E27FC236}">
                <a16:creationId xmlns:a16="http://schemas.microsoft.com/office/drawing/2014/main" id="{85C382B0-0FC5-04A1-9EBA-137711FF28EF}"/>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4" name="hcSlideMaster77.Cover ER&amp;DHeader" descr="Classification: Internal">
            <a:extLst>
              <a:ext uri="{FF2B5EF4-FFF2-40B4-BE49-F238E27FC236}">
                <a16:creationId xmlns:a16="http://schemas.microsoft.com/office/drawing/2014/main" id="{202C73FE-5714-AE63-43EC-47C9C87F26B9}"/>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786639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R&amp;D Separato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9"/>
            <a:ext cx="4350335" cy="1715893"/>
          </a:xfrm>
          <a:prstGeom prst="rect">
            <a:avLst/>
          </a:prstGeom>
        </p:spPr>
        <p:txBody>
          <a:bodyPr/>
          <a:lstStyle>
            <a:lvl1pPr>
              <a:lnSpc>
                <a:spcPct val="90000"/>
              </a:lnSpc>
              <a:defRPr sz="2800">
                <a:solidFill>
                  <a:schemeClr val="bg1"/>
                </a:solidFill>
              </a:defRPr>
            </a:lvl1pPr>
          </a:lstStyle>
          <a:p>
            <a:r>
              <a:rPr lang="en-GB"/>
              <a:t>Separator</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9" name="Picture 8">
            <a:extLst>
              <a:ext uri="{FF2B5EF4-FFF2-40B4-BE49-F238E27FC236}">
                <a16:creationId xmlns:a16="http://schemas.microsoft.com/office/drawing/2014/main" id="{1AB32C2A-9270-1987-07DA-F7F354037270}"/>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10" name="Graphic 9">
            <a:extLst>
              <a:ext uri="{FF2B5EF4-FFF2-40B4-BE49-F238E27FC236}">
                <a16:creationId xmlns:a16="http://schemas.microsoft.com/office/drawing/2014/main" id="{D9FDAC8B-2531-2963-4228-B807F21C856A}"/>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4" name="Graphic 3">
            <a:extLst>
              <a:ext uri="{FF2B5EF4-FFF2-40B4-BE49-F238E27FC236}">
                <a16:creationId xmlns:a16="http://schemas.microsoft.com/office/drawing/2014/main" id="{3979A961-4503-AADF-F993-BD8AB2110638}"/>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682428" y="-670201"/>
            <a:ext cx="6037765" cy="7074469"/>
          </a:xfrm>
          <a:prstGeom prst="rect">
            <a:avLst/>
          </a:prstGeom>
        </p:spPr>
      </p:pic>
      <p:sp>
        <p:nvSpPr>
          <p:cNvPr id="2" name="TextBox 1">
            <a:extLst>
              <a:ext uri="{FF2B5EF4-FFF2-40B4-BE49-F238E27FC236}">
                <a16:creationId xmlns:a16="http://schemas.microsoft.com/office/drawing/2014/main" id="{49B2BC11-47A8-C4D8-EB3E-30EE61809F45}"/>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3" name="hcSlideMaster77.ER&amp;D SeparatorHeader" descr="Classification: Internal">
            <a:extLst>
              <a:ext uri="{FF2B5EF4-FFF2-40B4-BE49-F238E27FC236}">
                <a16:creationId xmlns:a16="http://schemas.microsoft.com/office/drawing/2014/main" id="{0670F908-80C5-3CFF-6691-F5CAD919853C}"/>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46283818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R&amp;D Separator 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25DF583-D45F-3FA1-D8C7-82A753218622}"/>
              </a:ext>
            </a:extLst>
          </p:cNvPr>
          <p:cNvSpPr>
            <a:spLocks noGrp="1"/>
          </p:cNvSpPr>
          <p:nvPr>
            <p:ph type="pic" sz="quarter" idx="11"/>
          </p:nvPr>
        </p:nvSpPr>
        <p:spPr>
          <a:xfrm>
            <a:off x="5781211" y="1273423"/>
            <a:ext cx="5943600" cy="3390900"/>
          </a:xfrm>
          <a:custGeom>
            <a:avLst/>
            <a:gdLst>
              <a:gd name="connsiteX0" fmla="*/ 1332149 w 5943600"/>
              <a:gd name="connsiteY0" fmla="*/ 0 h 3390900"/>
              <a:gd name="connsiteX1" fmla="*/ 5943600 w 5943600"/>
              <a:gd name="connsiteY1" fmla="*/ 0 h 3390900"/>
              <a:gd name="connsiteX2" fmla="*/ 4611451 w 5943600"/>
              <a:gd name="connsiteY2" fmla="*/ 3390900 h 3390900"/>
              <a:gd name="connsiteX3" fmla="*/ 0 w 594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5943600" h="3390900">
                <a:moveTo>
                  <a:pt x="1332149" y="0"/>
                </a:moveTo>
                <a:lnTo>
                  <a:pt x="5943600" y="0"/>
                </a:lnTo>
                <a:lnTo>
                  <a:pt x="4611451" y="3390900"/>
                </a:lnTo>
                <a:lnTo>
                  <a:pt x="0" y="3390900"/>
                </a:lnTo>
                <a:close/>
              </a:path>
            </a:pathLst>
          </a:custGeom>
          <a:solidFill>
            <a:schemeClr val="bg1">
              <a:lumMod val="95000"/>
            </a:schemeClr>
          </a:solidFill>
        </p:spPr>
        <p:txBody>
          <a:bodyPr wrap="square" anchor="ctr">
            <a:noAutofit/>
          </a:bodyPr>
          <a:lstStyle>
            <a:lvl1pPr algn="ctr">
              <a:defRPr/>
            </a:lvl1pPr>
          </a:lstStyle>
          <a:p>
            <a:endParaRPr lang="en-US"/>
          </a:p>
        </p:txBody>
      </p:sp>
      <p:sp>
        <p:nvSpPr>
          <p:cNvPr id="15" name="Picture Placeholder 14">
            <a:extLst>
              <a:ext uri="{FF2B5EF4-FFF2-40B4-BE49-F238E27FC236}">
                <a16:creationId xmlns:a16="http://schemas.microsoft.com/office/drawing/2014/main" id="{A3B1A9F1-5E2D-25D0-4904-C4157E0F04C2}"/>
              </a:ext>
            </a:extLst>
          </p:cNvPr>
          <p:cNvSpPr>
            <a:spLocks noGrp="1"/>
          </p:cNvSpPr>
          <p:nvPr>
            <p:ph type="pic" sz="quarter" idx="12"/>
          </p:nvPr>
        </p:nvSpPr>
        <p:spPr>
          <a:xfrm>
            <a:off x="851112" y="2710967"/>
            <a:ext cx="5676472" cy="3238500"/>
          </a:xfrm>
          <a:custGeom>
            <a:avLst/>
            <a:gdLst>
              <a:gd name="connsiteX0" fmla="*/ 1332149 w 5943600"/>
              <a:gd name="connsiteY0" fmla="*/ 0 h 3390900"/>
              <a:gd name="connsiteX1" fmla="*/ 5943600 w 5943600"/>
              <a:gd name="connsiteY1" fmla="*/ 0 h 3390900"/>
              <a:gd name="connsiteX2" fmla="*/ 4611451 w 5943600"/>
              <a:gd name="connsiteY2" fmla="*/ 3390900 h 3390900"/>
              <a:gd name="connsiteX3" fmla="*/ 0 w 594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5943600" h="3390900">
                <a:moveTo>
                  <a:pt x="1332149" y="0"/>
                </a:moveTo>
                <a:lnTo>
                  <a:pt x="5943600" y="0"/>
                </a:lnTo>
                <a:lnTo>
                  <a:pt x="4611451" y="3390900"/>
                </a:lnTo>
                <a:lnTo>
                  <a:pt x="0" y="3390900"/>
                </a:lnTo>
                <a:close/>
              </a:path>
            </a:pathLst>
          </a:custGeom>
          <a:solidFill>
            <a:schemeClr val="bg1">
              <a:lumMod val="95000"/>
            </a:schemeClr>
          </a:solidFill>
        </p:spPr>
        <p:txBody>
          <a:bodyPr wrap="square" anchor="ctr">
            <a:noAutofit/>
          </a:bodyPr>
          <a:lstStyle>
            <a:lvl1pPr algn="ctr">
              <a:defRPr/>
            </a:lvl1pPr>
          </a:lstStyle>
          <a:p>
            <a:endParaRPr lang="en-US"/>
          </a:p>
        </p:txBody>
      </p:sp>
      <p:sp>
        <p:nvSpPr>
          <p:cNvPr id="2" name="Title 1">
            <a:extLst>
              <a:ext uri="{FF2B5EF4-FFF2-40B4-BE49-F238E27FC236}">
                <a16:creationId xmlns:a16="http://schemas.microsoft.com/office/drawing/2014/main" id="{84AAD9E5-9770-BAAD-EED5-B9281B34EEBD}"/>
              </a:ext>
            </a:extLst>
          </p:cNvPr>
          <p:cNvSpPr>
            <a:spLocks noGrp="1"/>
          </p:cNvSpPr>
          <p:nvPr>
            <p:ph type="title" hasCustomPrompt="1"/>
          </p:nvPr>
        </p:nvSpPr>
        <p:spPr>
          <a:xfrm>
            <a:off x="245655" y="888104"/>
            <a:ext cx="6103391" cy="1751581"/>
          </a:xfrm>
          <a:prstGeom prst="rect">
            <a:avLst/>
          </a:prstGeom>
        </p:spPr>
        <p:txBody>
          <a:bodyPr/>
          <a:lstStyle>
            <a:lvl1pPr>
              <a:lnSpc>
                <a:spcPct val="90000"/>
              </a:lnSpc>
              <a:defRPr sz="2800">
                <a:solidFill>
                  <a:schemeClr val="bg2"/>
                </a:solidFill>
              </a:defRPr>
            </a:lvl1pPr>
          </a:lstStyle>
          <a:p>
            <a:r>
              <a:rPr lang="en-GB"/>
              <a:t>Separator</a:t>
            </a:r>
            <a:endParaRPr lang="en-US"/>
          </a:p>
        </p:txBody>
      </p:sp>
      <p:grpSp>
        <p:nvGrpSpPr>
          <p:cNvPr id="21" name="Group 20">
            <a:extLst>
              <a:ext uri="{FF2B5EF4-FFF2-40B4-BE49-F238E27FC236}">
                <a16:creationId xmlns:a16="http://schemas.microsoft.com/office/drawing/2014/main" id="{E25172A6-D006-0CAE-9D3D-F9BDAAA58A02}"/>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D274207-AA4F-71FB-4CF0-93AAD4FEE8A9}"/>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C93B14B2-6319-0061-6572-5D1EEC9CCE7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9785C40C-ED24-4026-97B5-43FD00093BE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46FF6BE3-0551-6A4B-C50A-CF5C64D4370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6E85E10E-50C7-8361-DA25-DD2307DA8AAD}"/>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1" name="TextBox 30">
            <a:extLst>
              <a:ext uri="{FF2B5EF4-FFF2-40B4-BE49-F238E27FC236}">
                <a16:creationId xmlns:a16="http://schemas.microsoft.com/office/drawing/2014/main" id="{3E3436A4-70E4-2578-CC51-43E2E91DCE1E}"/>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4" name="Graphic 3">
            <a:extLst>
              <a:ext uri="{FF2B5EF4-FFF2-40B4-BE49-F238E27FC236}">
                <a16:creationId xmlns:a16="http://schemas.microsoft.com/office/drawing/2014/main" id="{A0C70C4D-EAD9-31BA-D111-3975324D9D4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C9CA75D5-4C7A-4D18-966A-F9C19DC3450D}"/>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pic>
        <p:nvPicPr>
          <p:cNvPr id="3" name="Graphic 2">
            <a:extLst>
              <a:ext uri="{FF2B5EF4-FFF2-40B4-BE49-F238E27FC236}">
                <a16:creationId xmlns:a16="http://schemas.microsoft.com/office/drawing/2014/main" id="{F6ED7F9B-1CC2-5923-C6F2-75DA114C2C7B}"/>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937133" y="892387"/>
            <a:ext cx="2453641" cy="5378292"/>
          </a:xfrm>
          <a:prstGeom prst="rect">
            <a:avLst/>
          </a:prstGeom>
        </p:spPr>
      </p:pic>
      <p:sp>
        <p:nvSpPr>
          <p:cNvPr id="6" name="hcSlideMaster77.ER&amp;D Separator 1Header" descr="Classification: Internal">
            <a:extLst>
              <a:ext uri="{FF2B5EF4-FFF2-40B4-BE49-F238E27FC236}">
                <a16:creationId xmlns:a16="http://schemas.microsoft.com/office/drawing/2014/main" id="{F01C719C-6800-BF52-771C-A707ED72998F}"/>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28845463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DEEE5"/>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2" name="Graphic 1">
            <a:extLst>
              <a:ext uri="{FF2B5EF4-FFF2-40B4-BE49-F238E27FC236}">
                <a16:creationId xmlns:a16="http://schemas.microsoft.com/office/drawing/2014/main" id="{6DD02985-1403-4C24-8C34-EBC907F9C81C}"/>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9515C11F-1961-A3B6-5A4C-716D8CD72A0F}"/>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 Placeholder 6">
            <a:extLst>
              <a:ext uri="{FF2B5EF4-FFF2-40B4-BE49-F238E27FC236}">
                <a16:creationId xmlns:a16="http://schemas.microsoft.com/office/drawing/2014/main" id="{C19411FF-EC7A-7F5B-15C0-9F12F031CD8C}"/>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6" name="hcSlideMaster77.Title onlyHeader" descr="Classification: Internal">
            <a:extLst>
              <a:ext uri="{FF2B5EF4-FFF2-40B4-BE49-F238E27FC236}">
                <a16:creationId xmlns:a16="http://schemas.microsoft.com/office/drawing/2014/main" id="{21352D70-80E3-5C92-6177-3A38317DD98F}"/>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10491334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2" y="849280"/>
            <a:ext cx="3101445" cy="1356365"/>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5" name="TextBox 24">
            <a:extLst>
              <a:ext uri="{FF2B5EF4-FFF2-40B4-BE49-F238E27FC236}">
                <a16:creationId xmlns:a16="http://schemas.microsoft.com/office/drawing/2014/main" id="{8C19C1E7-8295-246C-61F7-8607BE60CAD7}"/>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4" name="Graphic 3">
            <a:extLst>
              <a:ext uri="{FF2B5EF4-FFF2-40B4-BE49-F238E27FC236}">
                <a16:creationId xmlns:a16="http://schemas.microsoft.com/office/drawing/2014/main" id="{97A42961-D304-ACF4-1E29-27BCD6E6849A}"/>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69BCA98C-CA71-E04F-CA3E-98D15862742A}"/>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hcSlideMaster77.Content 1Header" descr="Classification: Internal">
            <a:extLst>
              <a:ext uri="{FF2B5EF4-FFF2-40B4-BE49-F238E27FC236}">
                <a16:creationId xmlns:a16="http://schemas.microsoft.com/office/drawing/2014/main" id="{0D6CBA15-C510-48D4-E175-ED77B16B3F0D}"/>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82904965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FDEEE5"/>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6423817E-A03D-F66B-1D8F-EA47C579A065}"/>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FE6531A4-AC65-DAA4-746A-F38372DF5A77}"/>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Box 4">
            <a:extLst>
              <a:ext uri="{FF2B5EF4-FFF2-40B4-BE49-F238E27FC236}">
                <a16:creationId xmlns:a16="http://schemas.microsoft.com/office/drawing/2014/main" id="{8B41A0BF-0CD5-7795-41E0-5B4DAE774BA6}"/>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6" name="hcSlideMaster77.Content 2Header" descr="Classification: Internal">
            <a:extLst>
              <a:ext uri="{FF2B5EF4-FFF2-40B4-BE49-F238E27FC236}">
                <a16:creationId xmlns:a16="http://schemas.microsoft.com/office/drawing/2014/main" id="{E3EB8146-89EA-D80D-30C5-01A099CAE2CC}"/>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4128243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4" name="Graphic 3">
            <a:extLst>
              <a:ext uri="{FF2B5EF4-FFF2-40B4-BE49-F238E27FC236}">
                <a16:creationId xmlns:a16="http://schemas.microsoft.com/office/drawing/2014/main" id="{9F0A3190-D876-F868-7528-3B21E3629955}"/>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3F169B47-9582-357D-7FF0-C5999DA82B77}"/>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TextBox 1">
            <a:extLst>
              <a:ext uri="{FF2B5EF4-FFF2-40B4-BE49-F238E27FC236}">
                <a16:creationId xmlns:a16="http://schemas.microsoft.com/office/drawing/2014/main" id="{3B8A80D8-AAAA-7D22-921D-7AC65AD174DC}"/>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6" name="hcSlideMaster77.Content 3Header" descr="Classification: Internal">
            <a:extLst>
              <a:ext uri="{FF2B5EF4-FFF2-40B4-BE49-F238E27FC236}">
                <a16:creationId xmlns:a16="http://schemas.microsoft.com/office/drawing/2014/main" id="{C3815B1F-C987-AB01-6F96-FEEEBC4A894E}"/>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6510754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pic>
        <p:nvPicPr>
          <p:cNvPr id="3" name="Picture 2">
            <a:extLst>
              <a:ext uri="{FF2B5EF4-FFF2-40B4-BE49-F238E27FC236}">
                <a16:creationId xmlns:a16="http://schemas.microsoft.com/office/drawing/2014/main" id="{D79B2F0F-EDE4-6072-43F1-CF5316CBD7C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10" name="Graphic 9">
            <a:extLst>
              <a:ext uri="{FF2B5EF4-FFF2-40B4-BE49-F238E27FC236}">
                <a16:creationId xmlns:a16="http://schemas.microsoft.com/office/drawing/2014/main" id="{BE4FF9DA-99F3-D4BD-BDE2-868DD61BC461}"/>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17" name="Graphic 16">
            <a:extLst>
              <a:ext uri="{FF2B5EF4-FFF2-40B4-BE49-F238E27FC236}">
                <a16:creationId xmlns:a16="http://schemas.microsoft.com/office/drawing/2014/main" id="{71BEEE81-0217-7D49-DBA2-D0454BF27062}"/>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5443513" y="95795"/>
            <a:ext cx="3176660" cy="6312278"/>
          </a:xfrm>
          <a:prstGeom prst="rect">
            <a:avLst/>
          </a:prstGeom>
        </p:spPr>
      </p:pic>
      <p:sp>
        <p:nvSpPr>
          <p:cNvPr id="12" name="object 7">
            <a:extLst>
              <a:ext uri="{FF2B5EF4-FFF2-40B4-BE49-F238E27FC236}">
                <a16:creationId xmlns:a16="http://schemas.microsoft.com/office/drawing/2014/main" id="{69211774-AB94-C125-82C3-C37A7BDCFA12}"/>
              </a:ext>
            </a:extLst>
          </p:cNvPr>
          <p:cNvSpPr txBox="1"/>
          <p:nvPr userDrawn="1"/>
        </p:nvSpPr>
        <p:spPr>
          <a:xfrm>
            <a:off x="9345454" y="991815"/>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lang="en-IN" sz="1100" spc="-7">
                <a:solidFill>
                  <a:srgbClr val="FFFFFF"/>
                </a:solidFill>
                <a:latin typeface="DM Sans"/>
                <a:cs typeface="DM Sans"/>
              </a:rPr>
              <a:t>@t</a:t>
            </a:r>
            <a:r>
              <a:rPr sz="1100" spc="-7" err="1">
                <a:solidFill>
                  <a:srgbClr val="FFFFFF"/>
                </a:solidFill>
                <a:latin typeface="DM Sans"/>
                <a:cs typeface="DM Sans"/>
              </a:rPr>
              <a: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err="1">
                <a:solidFill>
                  <a:srgbClr val="E75400"/>
                </a:solidFill>
                <a:latin typeface="DM Sans"/>
                <a:cs typeface="DM Sans"/>
              </a:rPr>
              <a:t>tatatechnologies.com</a:t>
            </a:r>
            <a:endParaRPr sz="1600">
              <a:solidFill>
                <a:srgbClr val="E75400"/>
              </a:solidFill>
              <a:latin typeface="DM Sans"/>
              <a:cs typeface="DM Sans"/>
            </a:endParaRPr>
          </a:p>
        </p:txBody>
      </p:sp>
      <p:pic>
        <p:nvPicPr>
          <p:cNvPr id="13" name="Graphic 12">
            <a:extLst>
              <a:ext uri="{FF2B5EF4-FFF2-40B4-BE49-F238E27FC236}">
                <a16:creationId xmlns:a16="http://schemas.microsoft.com/office/drawing/2014/main" id="{D6372D0D-5A5A-26ED-E6B7-480FAF7F6F48}"/>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353105" y="1091858"/>
            <a:ext cx="132408" cy="132408"/>
          </a:xfrm>
          <a:prstGeom prst="rect">
            <a:avLst/>
          </a:prstGeom>
        </p:spPr>
      </p:pic>
      <p:pic>
        <p:nvPicPr>
          <p:cNvPr id="14" name="Graphic 13">
            <a:extLst>
              <a:ext uri="{FF2B5EF4-FFF2-40B4-BE49-F238E27FC236}">
                <a16:creationId xmlns:a16="http://schemas.microsoft.com/office/drawing/2014/main" id="{96524068-68C3-465D-09AC-19059DCFFB51}"/>
              </a:ext>
            </a:extLst>
          </p:cNvPr>
          <p:cNvPicPr>
            <a:picLocks noChangeAspect="1"/>
          </p:cNvPicPr>
          <p:nvPr userDrawn="1"/>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344278" y="2072869"/>
            <a:ext cx="146107" cy="136976"/>
          </a:xfrm>
          <a:prstGeom prst="rect">
            <a:avLst/>
          </a:prstGeom>
        </p:spPr>
      </p:pic>
      <p:pic>
        <p:nvPicPr>
          <p:cNvPr id="28" name="Picture 27">
            <a:extLst>
              <a:ext uri="{FF2B5EF4-FFF2-40B4-BE49-F238E27FC236}">
                <a16:creationId xmlns:a16="http://schemas.microsoft.com/office/drawing/2014/main" id="{478BCAC9-E1F3-C385-30BA-20AABB5EB03E}"/>
              </a:ext>
            </a:extLst>
          </p:cNvPr>
          <p:cNvPicPr>
            <a:picLocks noChangeAspect="1"/>
          </p:cNvPicPr>
          <p:nvPr userDrawn="1"/>
        </p:nvPicPr>
        <p:blipFill rotWithShape="1">
          <a:blip r:embed="rId13" cstate="email">
            <a:extLst>
              <a:ext uri="{28A0092B-C50C-407E-A947-70E740481C1C}">
                <a14:useLocalDpi xmlns:a14="http://schemas.microsoft.com/office/drawing/2010/main"/>
              </a:ext>
            </a:extLst>
          </a:blip>
          <a:srcRect b="-3480"/>
          <a:stretch/>
        </p:blipFill>
        <p:spPr>
          <a:xfrm>
            <a:off x="9336129" y="1842353"/>
            <a:ext cx="166369" cy="113863"/>
          </a:xfrm>
          <a:prstGeom prst="rect">
            <a:avLst/>
          </a:prstGeom>
        </p:spPr>
      </p:pic>
      <p:pic>
        <p:nvPicPr>
          <p:cNvPr id="29" name="Graphic 28">
            <a:extLst>
              <a:ext uri="{FF2B5EF4-FFF2-40B4-BE49-F238E27FC236}">
                <a16:creationId xmlns:a16="http://schemas.microsoft.com/office/drawing/2014/main" id="{0A6B024D-5147-E3F6-B01A-F2D19BFE9B12}"/>
              </a:ext>
            </a:extLst>
          </p:cNvPr>
          <p:cNvPicPr>
            <a:picLocks noChangeAspect="1"/>
          </p:cNvPicPr>
          <p:nvPr userDrawn="1"/>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353105" y="1345563"/>
            <a:ext cx="132408" cy="132408"/>
          </a:xfrm>
          <a:prstGeom prst="rect">
            <a:avLst/>
          </a:prstGeom>
        </p:spPr>
      </p:pic>
      <p:sp>
        <p:nvSpPr>
          <p:cNvPr id="30" name="Rectangle 29">
            <a:hlinkClick r:id="rId16"/>
            <a:extLst>
              <a:ext uri="{FF2B5EF4-FFF2-40B4-BE49-F238E27FC236}">
                <a16:creationId xmlns:a16="http://schemas.microsoft.com/office/drawing/2014/main" id="{EABA9564-BC7E-3EE8-712B-6B2DA2486E99}"/>
              </a:ext>
            </a:extLst>
          </p:cNvPr>
          <p:cNvSpPr/>
          <p:nvPr userDrawn="1"/>
        </p:nvSpPr>
        <p:spPr>
          <a:xfrm>
            <a:off x="9288922" y="2487482"/>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2" name="Rectangle 31">
            <a:hlinkClick r:id="rId17"/>
            <a:extLst>
              <a:ext uri="{FF2B5EF4-FFF2-40B4-BE49-F238E27FC236}">
                <a16:creationId xmlns:a16="http://schemas.microsoft.com/office/drawing/2014/main" id="{CFF00946-00C4-F57E-F5E9-5ABFC3FDFFFC}"/>
              </a:ext>
            </a:extLst>
          </p:cNvPr>
          <p:cNvSpPr/>
          <p:nvPr userDrawn="1"/>
        </p:nvSpPr>
        <p:spPr>
          <a:xfrm>
            <a:off x="9304945" y="105907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4" name="Rectangle 33">
            <a:hlinkClick r:id="rId18"/>
            <a:extLst>
              <a:ext uri="{FF2B5EF4-FFF2-40B4-BE49-F238E27FC236}">
                <a16:creationId xmlns:a16="http://schemas.microsoft.com/office/drawing/2014/main" id="{47E4466E-CFFB-2014-B76F-5483EFF9ED92}"/>
              </a:ext>
            </a:extLst>
          </p:cNvPr>
          <p:cNvSpPr/>
          <p:nvPr userDrawn="1"/>
        </p:nvSpPr>
        <p:spPr>
          <a:xfrm>
            <a:off x="9304945" y="132818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5" name="Rectangle 34">
            <a:hlinkClick r:id="rId19"/>
            <a:extLst>
              <a:ext uri="{FF2B5EF4-FFF2-40B4-BE49-F238E27FC236}">
                <a16:creationId xmlns:a16="http://schemas.microsoft.com/office/drawing/2014/main" id="{C10D2CA1-A9DA-3205-9BC7-ED73DF9DF78E}"/>
              </a:ext>
            </a:extLst>
          </p:cNvPr>
          <p:cNvSpPr/>
          <p:nvPr userDrawn="1"/>
        </p:nvSpPr>
        <p:spPr>
          <a:xfrm>
            <a:off x="9304945" y="1552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6" name="Rectangle 35">
            <a:hlinkClick r:id="rId20"/>
            <a:extLst>
              <a:ext uri="{FF2B5EF4-FFF2-40B4-BE49-F238E27FC236}">
                <a16:creationId xmlns:a16="http://schemas.microsoft.com/office/drawing/2014/main" id="{E419BB61-5E08-8FB6-F4E5-439E1112642E}"/>
              </a:ext>
            </a:extLst>
          </p:cNvPr>
          <p:cNvSpPr/>
          <p:nvPr userDrawn="1"/>
        </p:nvSpPr>
        <p:spPr>
          <a:xfrm>
            <a:off x="9304945" y="1806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9" name="Rectangle 48">
            <a:hlinkClick r:id="rId21"/>
            <a:extLst>
              <a:ext uri="{FF2B5EF4-FFF2-40B4-BE49-F238E27FC236}">
                <a16:creationId xmlns:a16="http://schemas.microsoft.com/office/drawing/2014/main" id="{5049762E-40EE-AFF6-6FD0-24B202B8A1F9}"/>
              </a:ext>
            </a:extLst>
          </p:cNvPr>
          <p:cNvSpPr/>
          <p:nvPr userDrawn="1"/>
        </p:nvSpPr>
        <p:spPr>
          <a:xfrm>
            <a:off x="9304945" y="205330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0" name="object 4">
            <a:extLst>
              <a:ext uri="{FF2B5EF4-FFF2-40B4-BE49-F238E27FC236}">
                <a16:creationId xmlns:a16="http://schemas.microsoft.com/office/drawing/2014/main" id="{808C714D-9079-6538-0A79-61EC5037DCF1}"/>
              </a:ext>
            </a:extLst>
          </p:cNvPr>
          <p:cNvSpPr txBox="1"/>
          <p:nvPr userDrawn="1"/>
        </p:nvSpPr>
        <p:spPr>
          <a:xfrm>
            <a:off x="9345454" y="4735906"/>
            <a:ext cx="2530448" cy="1183610"/>
          </a:xfrm>
          <a:prstGeom prst="rect">
            <a:avLst/>
          </a:prstGeom>
        </p:spPr>
        <p:txBody>
          <a:bodyPr vert="horz" wrap="square" lIns="0" tIns="31449" rIns="0" bIns="0" rtlCol="0">
            <a:spAutoFit/>
          </a:bodyPr>
          <a:lstStyle/>
          <a:p>
            <a:pPr marL="6419">
              <a:lnSpc>
                <a:spcPts val="1080"/>
              </a:lnSpc>
              <a:spcBef>
                <a:spcPts val="248"/>
              </a:spcBef>
            </a:pPr>
            <a:r>
              <a:rPr lang="en-IN" sz="900" b="1" spc="0">
                <a:solidFill>
                  <a:srgbClr val="E75400"/>
                </a:solidFill>
                <a:latin typeface="DMSans-Medium"/>
                <a:cs typeface="DMSans-Medium"/>
              </a:rPr>
              <a:t>COPYRIGHT NOTICE</a:t>
            </a:r>
          </a:p>
          <a:p>
            <a:pPr marL="6419">
              <a:lnSpc>
                <a:spcPts val="1080"/>
              </a:lnSpc>
              <a:spcBef>
                <a:spcPts val="248"/>
              </a:spcBef>
            </a:pPr>
            <a:r>
              <a:rPr lang="en-IN" sz="9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900" spc="0">
              <a:solidFill>
                <a:schemeClr val="bg1"/>
              </a:solidFill>
              <a:latin typeface="+mn-lt"/>
              <a:cs typeface="DM Sans"/>
            </a:endParaRPr>
          </a:p>
        </p:txBody>
      </p:sp>
      <p:pic>
        <p:nvPicPr>
          <p:cNvPr id="51" name="Picture 50">
            <a:extLst>
              <a:ext uri="{FF2B5EF4-FFF2-40B4-BE49-F238E27FC236}">
                <a16:creationId xmlns:a16="http://schemas.microsoft.com/office/drawing/2014/main" id="{470EB738-C28A-65EF-A53F-AF63E81E8E54}"/>
              </a:ext>
            </a:extLst>
          </p:cNvPr>
          <p:cNvPicPr>
            <a:picLocks noChangeAspect="1"/>
          </p:cNvPicPr>
          <p:nvPr userDrawn="1"/>
        </p:nvPicPr>
        <p:blipFill>
          <a:blip r:embed="rId22"/>
          <a:stretch>
            <a:fillRect/>
          </a:stretch>
        </p:blipFill>
        <p:spPr>
          <a:xfrm>
            <a:off x="9349122" y="1574199"/>
            <a:ext cx="136391" cy="139259"/>
          </a:xfrm>
          <a:prstGeom prst="rect">
            <a:avLst/>
          </a:prstGeom>
        </p:spPr>
      </p:pic>
      <p:sp>
        <p:nvSpPr>
          <p:cNvPr id="2" name="object 3">
            <a:extLst>
              <a:ext uri="{FF2B5EF4-FFF2-40B4-BE49-F238E27FC236}">
                <a16:creationId xmlns:a16="http://schemas.microsoft.com/office/drawing/2014/main" id="{A61D049D-78F1-416C-D6BD-826AA0641578}"/>
              </a:ext>
            </a:extLst>
          </p:cNvPr>
          <p:cNvSpPr txBox="1"/>
          <p:nvPr userDrawn="1"/>
        </p:nvSpPr>
        <p:spPr>
          <a:xfrm>
            <a:off x="323648" y="100591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rgbClr val="E75400"/>
                </a:solidFill>
                <a:latin typeface="DMSans-Medium"/>
                <a:cs typeface="DMSans-Medium"/>
              </a:rPr>
              <a:t>ASIA</a:t>
            </a:r>
            <a:r>
              <a:rPr sz="1100" spc="223">
                <a:solidFill>
                  <a:srgbClr val="E75400"/>
                </a:solidFill>
                <a:latin typeface="DMSans-Medium"/>
                <a:cs typeface="DMSans-Medium"/>
              </a:rPr>
              <a:t> </a:t>
            </a:r>
            <a:r>
              <a:rPr sz="1100" spc="71">
                <a:solidFill>
                  <a:srgbClr val="E75400"/>
                </a:solidFill>
                <a:latin typeface="DMSans-Medium"/>
                <a:cs typeface="DMSans-Medium"/>
              </a:rPr>
              <a:t>PACIFIC </a:t>
            </a:r>
            <a:endParaRPr sz="1100">
              <a:solidFill>
                <a:srgbClr val="E75400"/>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4" name="object 4">
            <a:extLst>
              <a:ext uri="{FF2B5EF4-FFF2-40B4-BE49-F238E27FC236}">
                <a16:creationId xmlns:a16="http://schemas.microsoft.com/office/drawing/2014/main" id="{15A82501-5F0A-B7D8-BC80-FB170D4E5388}"/>
              </a:ext>
            </a:extLst>
          </p:cNvPr>
          <p:cNvSpPr txBox="1"/>
          <p:nvPr userDrawn="1"/>
        </p:nvSpPr>
        <p:spPr>
          <a:xfrm>
            <a:off x="323650" y="2636627"/>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rgbClr val="E75400"/>
                </a:solidFill>
                <a:latin typeface="DMSans-Medium"/>
                <a:cs typeface="DMSans-Medium"/>
              </a:rPr>
              <a:t>EUROPE </a:t>
            </a:r>
            <a:endParaRPr sz="1100">
              <a:solidFill>
                <a:srgbClr val="E75400"/>
              </a:solidFill>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5" name="object 5">
            <a:extLst>
              <a:ext uri="{FF2B5EF4-FFF2-40B4-BE49-F238E27FC236}">
                <a16:creationId xmlns:a16="http://schemas.microsoft.com/office/drawing/2014/main" id="{5C44E6ED-9EC4-4A3F-13A2-333ABDD127FE}"/>
              </a:ext>
            </a:extLst>
          </p:cNvPr>
          <p:cNvSpPr txBox="1"/>
          <p:nvPr userDrawn="1"/>
        </p:nvSpPr>
        <p:spPr>
          <a:xfrm>
            <a:off x="323319" y="4673608"/>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rgbClr val="E75400"/>
                </a:solidFill>
                <a:latin typeface="DMSans-Medium"/>
                <a:cs typeface="DMSans-Medium"/>
              </a:rPr>
              <a:t>NORTH</a:t>
            </a:r>
            <a:r>
              <a:rPr sz="1100" spc="219">
                <a:solidFill>
                  <a:srgbClr val="E75400"/>
                </a:solidFill>
                <a:latin typeface="DMSans-Medium"/>
                <a:cs typeface="DMSans-Medium"/>
              </a:rPr>
              <a:t> </a:t>
            </a:r>
            <a:r>
              <a:rPr sz="1100" spc="87">
                <a:solidFill>
                  <a:srgbClr val="E75400"/>
                </a:solidFill>
                <a:latin typeface="DMSans-Medium"/>
                <a:cs typeface="DMSans-Medium"/>
              </a:rPr>
              <a:t>AMERICA</a:t>
            </a:r>
            <a:endParaRPr sz="1100">
              <a:solidFill>
                <a:srgbClr val="E75400"/>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6" name="hcSlideMaster77.Closing slideHeader" descr="Classification: Internal">
            <a:extLst>
              <a:ext uri="{FF2B5EF4-FFF2-40B4-BE49-F238E27FC236}">
                <a16:creationId xmlns:a16="http://schemas.microsoft.com/office/drawing/2014/main" id="{ECF6064A-73B1-18AF-52F4-73515D6F13FD}"/>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7500163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chemeClr val="tx2"/>
                </a:solidFill>
                <a:effectLst/>
              </a:rPr>
              <a:t>© Copyright 2025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6BE526C4-B223-7972-5BDD-83CEEA7F79A5}"/>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CA2650C4-85D6-0C05-218C-94E95F432B4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itle Placeholder 21">
            <a:extLst>
              <a:ext uri="{FF2B5EF4-FFF2-40B4-BE49-F238E27FC236}">
                <a16:creationId xmlns:a16="http://schemas.microsoft.com/office/drawing/2014/main" id="{513F9DE6-F1E1-D174-964D-48A4D2D3174A}"/>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7" name="Text Placeholder 2">
            <a:extLst>
              <a:ext uri="{FF2B5EF4-FFF2-40B4-BE49-F238E27FC236}">
                <a16:creationId xmlns:a16="http://schemas.microsoft.com/office/drawing/2014/main" id="{AEA68A35-9AF1-9D70-829E-F5EC47E8CF52}"/>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hcSlideMaster87.BlankHeader" descr="Classification: Internal">
            <a:extLst>
              <a:ext uri="{FF2B5EF4-FFF2-40B4-BE49-F238E27FC236}">
                <a16:creationId xmlns:a16="http://schemas.microsoft.com/office/drawing/2014/main" id="{67C24159-924C-59D2-87BC-DAE068371344}"/>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403815870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DES">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B3FE88D6-6F99-F991-941B-FB1827EE2FA8}"/>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2AEC0FB4-4714-D8D3-BD04-714B6A386426}"/>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06D9E6CE-B514-1C65-78C1-F908785E59A6}"/>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chemeClr val="bg1"/>
                </a:solidFill>
              </a:defRPr>
            </a:lvl1pPr>
          </a:lstStyle>
          <a:p>
            <a:r>
              <a:rPr lang="en-GB"/>
              <a:t>Click to edit Master title</a:t>
            </a:r>
            <a:endParaRPr lang="en-US"/>
          </a:p>
        </p:txBody>
      </p:sp>
      <p:sp>
        <p:nvSpPr>
          <p:cNvPr id="6" name="Text Placeholder 2">
            <a:extLst>
              <a:ext uri="{FF2B5EF4-FFF2-40B4-BE49-F238E27FC236}">
                <a16:creationId xmlns:a16="http://schemas.microsoft.com/office/drawing/2014/main" id="{D4216548-B169-884F-2FA3-033A06ED79D4}"/>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hcSlideMaster87.Blank DESHeader" descr="Classification: Internal">
            <a:extLst>
              <a:ext uri="{FF2B5EF4-FFF2-40B4-BE49-F238E27FC236}">
                <a16:creationId xmlns:a16="http://schemas.microsoft.com/office/drawing/2014/main" id="{95D9F8D1-FE7C-501E-E454-FB6238B4EED8}"/>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21354310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ver DES">
    <p:bg>
      <p:bgPr>
        <a:solidFill>
          <a:schemeClr val="tx2"/>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5" name="Picture Placeholder 12">
            <a:extLst>
              <a:ext uri="{FF2B5EF4-FFF2-40B4-BE49-F238E27FC236}">
                <a16:creationId xmlns:a16="http://schemas.microsoft.com/office/drawing/2014/main" id="{4C0A6BFA-50DF-57AC-2B5C-E6000CAC2BB6}"/>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grpSp>
        <p:nvGrpSpPr>
          <p:cNvPr id="48" name="object 8">
            <a:extLst>
              <a:ext uri="{FF2B5EF4-FFF2-40B4-BE49-F238E27FC236}">
                <a16:creationId xmlns:a16="http://schemas.microsoft.com/office/drawing/2014/main" id="{D13C272C-7EF2-D01B-8F08-93EFF066643C}"/>
              </a:ext>
            </a:extLst>
          </p:cNvPr>
          <p:cNvGrpSpPr/>
          <p:nvPr userDrawn="1"/>
        </p:nvGrpSpPr>
        <p:grpSpPr>
          <a:xfrm>
            <a:off x="358845" y="1264529"/>
            <a:ext cx="660415" cy="836315"/>
            <a:chOff x="528780" y="2526675"/>
            <a:chExt cx="1104182" cy="1398279"/>
          </a:xfrm>
        </p:grpSpPr>
        <p:sp>
          <p:nvSpPr>
            <p:cNvPr id="49" name="object 9">
              <a:extLst>
                <a:ext uri="{FF2B5EF4-FFF2-40B4-BE49-F238E27FC236}">
                  <a16:creationId xmlns:a16="http://schemas.microsoft.com/office/drawing/2014/main" id="{4CAAC7AF-2B48-009B-2572-5067A9E55163}"/>
                </a:ext>
              </a:extLst>
            </p:cNvPr>
            <p:cNvSpPr/>
            <p:nvPr/>
          </p:nvSpPr>
          <p:spPr>
            <a:xfrm>
              <a:off x="844639" y="3051093"/>
              <a:ext cx="282575" cy="349250"/>
            </a:xfrm>
            <a:custGeom>
              <a:avLst/>
              <a:gdLst/>
              <a:ahLst/>
              <a:cxnLst/>
              <a:rect l="l" t="t" r="r" b="b"/>
              <a:pathLst>
                <a:path w="282575" h="349250">
                  <a:moveTo>
                    <a:pt x="147482" y="349204"/>
                  </a:moveTo>
                  <a:lnTo>
                    <a:pt x="0" y="349204"/>
                  </a:lnTo>
                  <a:lnTo>
                    <a:pt x="0" y="0"/>
                  </a:lnTo>
                  <a:lnTo>
                    <a:pt x="282504" y="0"/>
                  </a:lnTo>
                </a:path>
              </a:pathLst>
            </a:custGeom>
            <a:ln w="10470">
              <a:solidFill>
                <a:srgbClr val="FFFFFF"/>
              </a:solidFill>
            </a:ln>
          </p:spPr>
          <p:txBody>
            <a:bodyPr wrap="square" lIns="0" tIns="0" rIns="0" bIns="0" rtlCol="0"/>
            <a:lstStyle/>
            <a:p>
              <a:endParaRPr sz="1351"/>
            </a:p>
          </p:txBody>
        </p:sp>
        <p:sp>
          <p:nvSpPr>
            <p:cNvPr id="50" name="object 10">
              <a:extLst>
                <a:ext uri="{FF2B5EF4-FFF2-40B4-BE49-F238E27FC236}">
                  <a16:creationId xmlns:a16="http://schemas.microsoft.com/office/drawing/2014/main" id="{2FE86A13-3FB2-EDAD-1FAA-169CED73380F}"/>
                </a:ext>
              </a:extLst>
            </p:cNvPr>
            <p:cNvSpPr/>
            <p:nvPr/>
          </p:nvSpPr>
          <p:spPr>
            <a:xfrm>
              <a:off x="694297" y="2900754"/>
              <a:ext cx="490855" cy="650240"/>
            </a:xfrm>
            <a:custGeom>
              <a:avLst/>
              <a:gdLst/>
              <a:ahLst/>
              <a:cxnLst/>
              <a:rect l="l" t="t" r="r" b="b"/>
              <a:pathLst>
                <a:path w="490855" h="650239">
                  <a:moveTo>
                    <a:pt x="490718" y="0"/>
                  </a:moveTo>
                  <a:lnTo>
                    <a:pt x="0" y="0"/>
                  </a:lnTo>
                  <a:lnTo>
                    <a:pt x="0" y="649875"/>
                  </a:lnTo>
                  <a:lnTo>
                    <a:pt x="240013" y="649875"/>
                  </a:lnTo>
                </a:path>
              </a:pathLst>
            </a:custGeom>
            <a:ln w="10470">
              <a:solidFill>
                <a:schemeClr val="bg2"/>
              </a:solidFill>
            </a:ln>
          </p:spPr>
          <p:txBody>
            <a:bodyPr wrap="square" lIns="0" tIns="0" rIns="0" bIns="0" rtlCol="0"/>
            <a:lstStyle/>
            <a:p>
              <a:endParaRPr sz="1351"/>
            </a:p>
          </p:txBody>
        </p:sp>
        <p:sp>
          <p:nvSpPr>
            <p:cNvPr id="51" name="object 11">
              <a:extLst>
                <a:ext uri="{FF2B5EF4-FFF2-40B4-BE49-F238E27FC236}">
                  <a16:creationId xmlns:a16="http://schemas.microsoft.com/office/drawing/2014/main" id="{3728EDB2-9F7C-199D-58B9-4C281C4AEC50}"/>
                </a:ext>
              </a:extLst>
            </p:cNvPr>
            <p:cNvSpPr/>
            <p:nvPr/>
          </p:nvSpPr>
          <p:spPr>
            <a:xfrm>
              <a:off x="528780" y="2735239"/>
              <a:ext cx="681355" cy="981075"/>
            </a:xfrm>
            <a:custGeom>
              <a:avLst/>
              <a:gdLst/>
              <a:ahLst/>
              <a:cxnLst/>
              <a:rect l="l" t="t" r="r" b="b"/>
              <a:pathLst>
                <a:path w="681355" h="981075">
                  <a:moveTo>
                    <a:pt x="341790" y="980912"/>
                  </a:moveTo>
                  <a:lnTo>
                    <a:pt x="314932" y="980912"/>
                  </a:lnTo>
                  <a:lnTo>
                    <a:pt x="314932" y="880580"/>
                  </a:lnTo>
                  <a:lnTo>
                    <a:pt x="100447" y="880580"/>
                  </a:lnTo>
                  <a:lnTo>
                    <a:pt x="100447" y="666335"/>
                  </a:lnTo>
                  <a:lnTo>
                    <a:pt x="0" y="666335"/>
                  </a:lnTo>
                  <a:lnTo>
                    <a:pt x="0" y="601824"/>
                  </a:lnTo>
                  <a:lnTo>
                    <a:pt x="100447" y="601824"/>
                  </a:lnTo>
                  <a:lnTo>
                    <a:pt x="100447" y="379087"/>
                  </a:lnTo>
                  <a:lnTo>
                    <a:pt x="0" y="379087"/>
                  </a:lnTo>
                  <a:lnTo>
                    <a:pt x="0" y="314566"/>
                  </a:lnTo>
                  <a:lnTo>
                    <a:pt x="100447" y="314566"/>
                  </a:lnTo>
                  <a:lnTo>
                    <a:pt x="100447" y="100332"/>
                  </a:lnTo>
                  <a:lnTo>
                    <a:pt x="314932" y="100332"/>
                  </a:lnTo>
                  <a:lnTo>
                    <a:pt x="314932" y="0"/>
                  </a:lnTo>
                  <a:lnTo>
                    <a:pt x="379517" y="0"/>
                  </a:lnTo>
                  <a:lnTo>
                    <a:pt x="379517" y="100332"/>
                  </a:lnTo>
                  <a:lnTo>
                    <a:pt x="602505" y="100332"/>
                  </a:lnTo>
                  <a:lnTo>
                    <a:pt x="602505" y="0"/>
                  </a:lnTo>
                  <a:lnTo>
                    <a:pt x="667100" y="0"/>
                  </a:lnTo>
                  <a:lnTo>
                    <a:pt x="667100" y="100332"/>
                  </a:lnTo>
                  <a:lnTo>
                    <a:pt x="681172" y="100332"/>
                  </a:lnTo>
                </a:path>
              </a:pathLst>
            </a:custGeom>
            <a:ln w="10470">
              <a:solidFill>
                <a:srgbClr val="FFFFFF"/>
              </a:solidFill>
            </a:ln>
          </p:spPr>
          <p:txBody>
            <a:bodyPr wrap="square" lIns="0" tIns="0" rIns="0" bIns="0" rtlCol="0"/>
            <a:lstStyle/>
            <a:p>
              <a:endParaRPr sz="1351"/>
            </a:p>
          </p:txBody>
        </p:sp>
        <p:sp>
          <p:nvSpPr>
            <p:cNvPr id="52" name="object 12">
              <a:extLst>
                <a:ext uri="{FF2B5EF4-FFF2-40B4-BE49-F238E27FC236}">
                  <a16:creationId xmlns:a16="http://schemas.microsoft.com/office/drawing/2014/main" id="{359BDC29-8045-8654-E488-338D95746C5E}"/>
                </a:ext>
              </a:extLst>
            </p:cNvPr>
            <p:cNvSpPr/>
            <p:nvPr/>
          </p:nvSpPr>
          <p:spPr>
            <a:xfrm>
              <a:off x="909413" y="3115863"/>
              <a:ext cx="190500" cy="219710"/>
            </a:xfrm>
            <a:custGeom>
              <a:avLst/>
              <a:gdLst/>
              <a:ahLst/>
              <a:cxnLst/>
              <a:rect l="l" t="t" r="r" b="b"/>
              <a:pathLst>
                <a:path w="190500" h="219710">
                  <a:moveTo>
                    <a:pt x="0" y="219658"/>
                  </a:moveTo>
                  <a:lnTo>
                    <a:pt x="105965" y="219658"/>
                  </a:lnTo>
                  <a:lnTo>
                    <a:pt x="189899" y="0"/>
                  </a:lnTo>
                  <a:lnTo>
                    <a:pt x="0" y="0"/>
                  </a:lnTo>
                  <a:lnTo>
                    <a:pt x="0" y="219658"/>
                  </a:lnTo>
                  <a:close/>
                </a:path>
              </a:pathLst>
            </a:custGeom>
            <a:ln w="10470">
              <a:solidFill>
                <a:schemeClr val="bg2"/>
              </a:solidFill>
            </a:ln>
          </p:spPr>
          <p:txBody>
            <a:bodyPr wrap="square" lIns="0" tIns="0" rIns="0" bIns="0" rtlCol="0"/>
            <a:lstStyle/>
            <a:p>
              <a:endParaRPr sz="1351"/>
            </a:p>
          </p:txBody>
        </p:sp>
        <p:sp>
          <p:nvSpPr>
            <p:cNvPr id="53" name="object 13">
              <a:extLst>
                <a:ext uri="{FF2B5EF4-FFF2-40B4-BE49-F238E27FC236}">
                  <a16:creationId xmlns:a16="http://schemas.microsoft.com/office/drawing/2014/main" id="{4AC6B14A-226F-A5DB-7CEC-3447D367A194}"/>
                </a:ext>
              </a:extLst>
            </p:cNvPr>
            <p:cNvSpPr/>
            <p:nvPr/>
          </p:nvSpPr>
          <p:spPr>
            <a:xfrm>
              <a:off x="791653" y="2526675"/>
              <a:ext cx="535305" cy="1398270"/>
            </a:xfrm>
            <a:custGeom>
              <a:avLst/>
              <a:gdLst/>
              <a:ahLst/>
              <a:cxnLst/>
              <a:rect l="l" t="t" r="r" b="b"/>
              <a:pathLst>
                <a:path w="535305" h="1398270">
                  <a:moveTo>
                    <a:pt x="535009" y="0"/>
                  </a:moveTo>
                  <a:lnTo>
                    <a:pt x="0" y="1398030"/>
                  </a:lnTo>
                </a:path>
              </a:pathLst>
            </a:custGeom>
            <a:ln w="10470">
              <a:solidFill>
                <a:srgbClr val="FFFFFF"/>
              </a:solidFill>
            </a:ln>
          </p:spPr>
          <p:txBody>
            <a:bodyPr wrap="square" lIns="0" tIns="0" rIns="0" bIns="0" rtlCol="0"/>
            <a:lstStyle/>
            <a:p>
              <a:endParaRPr sz="1351"/>
            </a:p>
          </p:txBody>
        </p:sp>
        <p:sp>
          <p:nvSpPr>
            <p:cNvPr id="54" name="object 14">
              <a:extLst>
                <a:ext uri="{FF2B5EF4-FFF2-40B4-BE49-F238E27FC236}">
                  <a16:creationId xmlns:a16="http://schemas.microsoft.com/office/drawing/2014/main" id="{56A49083-2988-F34A-C6EE-5EE5E18BB60C}"/>
                </a:ext>
              </a:extLst>
            </p:cNvPr>
            <p:cNvSpPr/>
            <p:nvPr/>
          </p:nvSpPr>
          <p:spPr>
            <a:xfrm>
              <a:off x="868134" y="2526681"/>
              <a:ext cx="535305" cy="1398270"/>
            </a:xfrm>
            <a:custGeom>
              <a:avLst/>
              <a:gdLst/>
              <a:ahLst/>
              <a:cxnLst/>
              <a:rect l="l" t="t" r="r" b="b"/>
              <a:pathLst>
                <a:path w="535305" h="1398270">
                  <a:moveTo>
                    <a:pt x="535009" y="0"/>
                  </a:moveTo>
                  <a:lnTo>
                    <a:pt x="0" y="1398030"/>
                  </a:lnTo>
                </a:path>
              </a:pathLst>
            </a:custGeom>
            <a:ln w="10470">
              <a:solidFill>
                <a:schemeClr val="bg2"/>
              </a:solidFill>
            </a:ln>
          </p:spPr>
          <p:txBody>
            <a:bodyPr wrap="square" lIns="0" tIns="0" rIns="0" bIns="0" rtlCol="0"/>
            <a:lstStyle/>
            <a:p>
              <a:endParaRPr sz="1351"/>
            </a:p>
          </p:txBody>
        </p:sp>
        <p:sp>
          <p:nvSpPr>
            <p:cNvPr id="55" name="object 15">
              <a:extLst>
                <a:ext uri="{FF2B5EF4-FFF2-40B4-BE49-F238E27FC236}">
                  <a16:creationId xmlns:a16="http://schemas.microsoft.com/office/drawing/2014/main" id="{41626C90-04CA-52C8-6BBB-71924E717BBC}"/>
                </a:ext>
              </a:extLst>
            </p:cNvPr>
            <p:cNvSpPr/>
            <p:nvPr/>
          </p:nvSpPr>
          <p:spPr>
            <a:xfrm>
              <a:off x="944621" y="2526681"/>
              <a:ext cx="535305" cy="1398270"/>
            </a:xfrm>
            <a:custGeom>
              <a:avLst/>
              <a:gdLst/>
              <a:ahLst/>
              <a:cxnLst/>
              <a:rect l="l" t="t" r="r" b="b"/>
              <a:pathLst>
                <a:path w="535305" h="1398270">
                  <a:moveTo>
                    <a:pt x="535009" y="0"/>
                  </a:moveTo>
                  <a:lnTo>
                    <a:pt x="0" y="1398030"/>
                  </a:lnTo>
                </a:path>
              </a:pathLst>
            </a:custGeom>
            <a:ln w="10470">
              <a:solidFill>
                <a:srgbClr val="183E51"/>
              </a:solidFill>
            </a:ln>
          </p:spPr>
          <p:txBody>
            <a:bodyPr wrap="square" lIns="0" tIns="0" rIns="0" bIns="0" rtlCol="0"/>
            <a:lstStyle/>
            <a:p>
              <a:endParaRPr sz="1351"/>
            </a:p>
          </p:txBody>
        </p:sp>
        <p:sp>
          <p:nvSpPr>
            <p:cNvPr id="56" name="object 16">
              <a:extLst>
                <a:ext uri="{FF2B5EF4-FFF2-40B4-BE49-F238E27FC236}">
                  <a16:creationId xmlns:a16="http://schemas.microsoft.com/office/drawing/2014/main" id="{7EB37F1F-CF3A-7D32-5209-6FB9C075DEDF}"/>
                </a:ext>
              </a:extLst>
            </p:cNvPr>
            <p:cNvSpPr/>
            <p:nvPr/>
          </p:nvSpPr>
          <p:spPr>
            <a:xfrm>
              <a:off x="944622" y="2526684"/>
              <a:ext cx="688340" cy="1398270"/>
            </a:xfrm>
            <a:custGeom>
              <a:avLst/>
              <a:gdLst/>
              <a:ahLst/>
              <a:cxnLst/>
              <a:rect l="l" t="t" r="r" b="b"/>
              <a:pathLst>
                <a:path w="688339" h="1398270">
                  <a:moveTo>
                    <a:pt x="535837" y="0"/>
                  </a:moveTo>
                  <a:lnTo>
                    <a:pt x="0" y="1398020"/>
                  </a:lnTo>
                </a:path>
                <a:path w="688339" h="1398270">
                  <a:moveTo>
                    <a:pt x="687979" y="0"/>
                  </a:moveTo>
                  <a:lnTo>
                    <a:pt x="152141" y="1398020"/>
                  </a:lnTo>
                </a:path>
              </a:pathLst>
            </a:custGeom>
            <a:ln w="10470">
              <a:solidFill>
                <a:srgbClr val="FFFFFF"/>
              </a:solidFill>
            </a:ln>
          </p:spPr>
          <p:txBody>
            <a:bodyPr wrap="square" lIns="0" tIns="0" rIns="0" bIns="0" rtlCol="0"/>
            <a:lstStyle/>
            <a:p>
              <a:endParaRPr sz="1351"/>
            </a:p>
          </p:txBody>
        </p:sp>
        <p:sp>
          <p:nvSpPr>
            <p:cNvPr id="57" name="object 17">
              <a:extLst>
                <a:ext uri="{FF2B5EF4-FFF2-40B4-BE49-F238E27FC236}">
                  <a16:creationId xmlns:a16="http://schemas.microsoft.com/office/drawing/2014/main" id="{6068F8FA-0E80-95A3-8343-0CE7F6793E14}"/>
                </a:ext>
              </a:extLst>
            </p:cNvPr>
            <p:cNvSpPr/>
            <p:nvPr/>
          </p:nvSpPr>
          <p:spPr>
            <a:xfrm>
              <a:off x="1021103" y="2526681"/>
              <a:ext cx="535306" cy="1398270"/>
            </a:xfrm>
            <a:custGeom>
              <a:avLst/>
              <a:gdLst/>
              <a:ahLst/>
              <a:cxnLst/>
              <a:rect l="l" t="t" r="r" b="b"/>
              <a:pathLst>
                <a:path w="535305" h="1398270">
                  <a:moveTo>
                    <a:pt x="535009" y="0"/>
                  </a:moveTo>
                  <a:lnTo>
                    <a:pt x="0" y="1398030"/>
                  </a:lnTo>
                </a:path>
              </a:pathLst>
            </a:custGeom>
            <a:ln w="10470">
              <a:solidFill>
                <a:schemeClr val="bg2"/>
              </a:solidFill>
            </a:ln>
          </p:spPr>
          <p:txBody>
            <a:bodyPr wrap="square" lIns="0" tIns="0" rIns="0" bIns="0" rtlCol="0"/>
            <a:lstStyle/>
            <a:p>
              <a:endParaRPr sz="1351"/>
            </a:p>
          </p:txBody>
        </p:sp>
      </p:grpSp>
      <p:pic>
        <p:nvPicPr>
          <p:cNvPr id="3" name="Picture 2">
            <a:extLst>
              <a:ext uri="{FF2B5EF4-FFF2-40B4-BE49-F238E27FC236}">
                <a16:creationId xmlns:a16="http://schemas.microsoft.com/office/drawing/2014/main" id="{68304903-4936-BF54-5DAD-CBF01F349497}"/>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D23B228C-738E-B738-CC47-A2751BDD0067}"/>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8" name="Title 1">
            <a:extLst>
              <a:ext uri="{FF2B5EF4-FFF2-40B4-BE49-F238E27FC236}">
                <a16:creationId xmlns:a16="http://schemas.microsoft.com/office/drawing/2014/main" id="{7B6562EF-2E79-05B3-1327-807DFB79F533}"/>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b="0" i="0" kern="1200" dirty="0">
                <a:solidFill>
                  <a:srgbClr val="628BFF"/>
                </a:solidFill>
                <a:latin typeface="+mj-lt"/>
                <a:ea typeface="+mj-ea"/>
                <a:cs typeface="+mj-cs"/>
              </a:defRPr>
            </a:lvl1pPr>
          </a:lstStyle>
          <a:p>
            <a:r>
              <a:rPr lang="en-GB"/>
              <a:t>Click to edit title</a:t>
            </a:r>
            <a:endParaRPr lang="en-US"/>
          </a:p>
        </p:txBody>
      </p:sp>
      <p:sp>
        <p:nvSpPr>
          <p:cNvPr id="9" name="Text Placeholder 6">
            <a:extLst>
              <a:ext uri="{FF2B5EF4-FFF2-40B4-BE49-F238E27FC236}">
                <a16:creationId xmlns:a16="http://schemas.microsoft.com/office/drawing/2014/main" id="{F4F530A0-0040-E714-1D11-6508419849CE}"/>
              </a:ext>
            </a:extLst>
          </p:cNvPr>
          <p:cNvSpPr>
            <a:spLocks noGrp="1"/>
          </p:cNvSpPr>
          <p:nvPr>
            <p:ph type="body" sz="quarter" idx="13" hasCustomPrompt="1"/>
          </p:nvPr>
        </p:nvSpPr>
        <p:spPr>
          <a:xfrm>
            <a:off x="245653" y="4004398"/>
            <a:ext cx="4291843" cy="793631"/>
          </a:xfrm>
        </p:spPr>
        <p:txBody>
          <a:bodyPr/>
          <a:lstStyle>
            <a:lvl1pPr marL="0" indent="0">
              <a:lnSpc>
                <a:spcPct val="90000"/>
              </a:lnSpc>
              <a:buNone/>
              <a:defRPr sz="2400">
                <a:solidFill>
                  <a:schemeClr val="bg1"/>
                </a:solidFill>
              </a:defRPr>
            </a:lvl1pPr>
          </a:lstStyle>
          <a:p>
            <a:pPr lvl="0"/>
            <a:r>
              <a:rPr lang="en-GB"/>
              <a:t>Click here to edit subheading</a:t>
            </a:r>
            <a:endParaRPr lang="en-US"/>
          </a:p>
        </p:txBody>
      </p:sp>
      <p:sp>
        <p:nvSpPr>
          <p:cNvPr id="10" name="Text Placeholder 6">
            <a:extLst>
              <a:ext uri="{FF2B5EF4-FFF2-40B4-BE49-F238E27FC236}">
                <a16:creationId xmlns:a16="http://schemas.microsoft.com/office/drawing/2014/main" id="{6F918E89-793C-5499-7F45-F84DE5D5CA92}"/>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defRPr>
            </a:lvl1pPr>
          </a:lstStyle>
          <a:p>
            <a:pPr lvl="0"/>
            <a:r>
              <a:rPr lang="en-GB"/>
              <a:t>Enter Date or Document Version</a:t>
            </a:r>
            <a:endParaRPr lang="en-US"/>
          </a:p>
        </p:txBody>
      </p:sp>
      <p:sp>
        <p:nvSpPr>
          <p:cNvPr id="2" name="TextBox 1">
            <a:extLst>
              <a:ext uri="{FF2B5EF4-FFF2-40B4-BE49-F238E27FC236}">
                <a16:creationId xmlns:a16="http://schemas.microsoft.com/office/drawing/2014/main" id="{3DE8556E-DE0F-4663-4A7D-7983FBE48AED}"/>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4" name="hcSlideMaster87.Cover DESHeader" descr="Classification: Internal">
            <a:extLst>
              <a:ext uri="{FF2B5EF4-FFF2-40B4-BE49-F238E27FC236}">
                <a16:creationId xmlns:a16="http://schemas.microsoft.com/office/drawing/2014/main" id="{B73AC74E-63EC-6020-8F24-227D98479EBB}"/>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8361806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ES Separato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9"/>
            <a:ext cx="4350335" cy="1715893"/>
          </a:xfrm>
          <a:prstGeom prst="rect">
            <a:avLst/>
          </a:prstGeom>
        </p:spPr>
        <p:txBody>
          <a:bodyPr/>
          <a:lstStyle>
            <a:lvl1pPr>
              <a:lnSpc>
                <a:spcPct val="90000"/>
              </a:lnSpc>
              <a:defRPr sz="2800">
                <a:solidFill>
                  <a:schemeClr val="bg1"/>
                </a:solidFill>
              </a:defRPr>
            </a:lvl1pPr>
          </a:lstStyle>
          <a:p>
            <a:r>
              <a:rPr lang="en-GB"/>
              <a:t>Separator</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5" name="Picture 4">
            <a:extLst>
              <a:ext uri="{FF2B5EF4-FFF2-40B4-BE49-F238E27FC236}">
                <a16:creationId xmlns:a16="http://schemas.microsoft.com/office/drawing/2014/main" id="{6C45B086-F1A2-F2B3-251C-4152C9D5E67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6" name="Graphic 5">
            <a:extLst>
              <a:ext uri="{FF2B5EF4-FFF2-40B4-BE49-F238E27FC236}">
                <a16:creationId xmlns:a16="http://schemas.microsoft.com/office/drawing/2014/main" id="{370F1023-174D-19FE-8110-DB01E755E15B}"/>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9" name="Graphic 8">
            <a:extLst>
              <a:ext uri="{FF2B5EF4-FFF2-40B4-BE49-F238E27FC236}">
                <a16:creationId xmlns:a16="http://schemas.microsoft.com/office/drawing/2014/main" id="{EDDBFB7C-7692-C8C9-3DD3-C14B97B73CB4}"/>
              </a:ext>
            </a:extLst>
          </p:cNvPr>
          <p:cNvPicPr>
            <a:picLocks noChangeAspect="1"/>
          </p:cNvPicPr>
          <p:nvPr userDrawn="1"/>
        </p:nvPicPr>
        <p:blipFill rotWithShape="1">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rcRect t="12318"/>
          <a:stretch/>
        </p:blipFill>
        <p:spPr>
          <a:xfrm>
            <a:off x="4232936" y="101237"/>
            <a:ext cx="6148633" cy="6316979"/>
          </a:xfrm>
          <a:prstGeom prst="rect">
            <a:avLst/>
          </a:prstGeom>
        </p:spPr>
      </p:pic>
      <p:sp>
        <p:nvSpPr>
          <p:cNvPr id="2" name="TextBox 1">
            <a:extLst>
              <a:ext uri="{FF2B5EF4-FFF2-40B4-BE49-F238E27FC236}">
                <a16:creationId xmlns:a16="http://schemas.microsoft.com/office/drawing/2014/main" id="{F0DD02DB-2284-233F-D2B0-7B6CF74A943E}"/>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3" name="hcSlideMaster87.DES SeparatorHeader" descr="Classification: Internal">
            <a:extLst>
              <a:ext uri="{FF2B5EF4-FFF2-40B4-BE49-F238E27FC236}">
                <a16:creationId xmlns:a16="http://schemas.microsoft.com/office/drawing/2014/main" id="{09D3BFA2-170A-D952-030D-23577ECC6AD4}"/>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2141853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ES Separator 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25DF583-D45F-3FA1-D8C7-82A753218622}"/>
              </a:ext>
            </a:extLst>
          </p:cNvPr>
          <p:cNvSpPr>
            <a:spLocks noGrp="1"/>
          </p:cNvSpPr>
          <p:nvPr>
            <p:ph type="pic" sz="quarter" idx="11"/>
          </p:nvPr>
        </p:nvSpPr>
        <p:spPr>
          <a:xfrm>
            <a:off x="5781211" y="1273423"/>
            <a:ext cx="5943600" cy="3390900"/>
          </a:xfrm>
          <a:custGeom>
            <a:avLst/>
            <a:gdLst>
              <a:gd name="connsiteX0" fmla="*/ 1332149 w 5943600"/>
              <a:gd name="connsiteY0" fmla="*/ 0 h 3390900"/>
              <a:gd name="connsiteX1" fmla="*/ 5943600 w 5943600"/>
              <a:gd name="connsiteY1" fmla="*/ 0 h 3390900"/>
              <a:gd name="connsiteX2" fmla="*/ 4611451 w 5943600"/>
              <a:gd name="connsiteY2" fmla="*/ 3390900 h 3390900"/>
              <a:gd name="connsiteX3" fmla="*/ 0 w 594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5943600" h="3390900">
                <a:moveTo>
                  <a:pt x="1332149" y="0"/>
                </a:moveTo>
                <a:lnTo>
                  <a:pt x="5943600" y="0"/>
                </a:lnTo>
                <a:lnTo>
                  <a:pt x="4611451" y="3390900"/>
                </a:lnTo>
                <a:lnTo>
                  <a:pt x="0" y="3390900"/>
                </a:lnTo>
                <a:close/>
              </a:path>
            </a:pathLst>
          </a:custGeom>
          <a:solidFill>
            <a:schemeClr val="bg1">
              <a:lumMod val="95000"/>
            </a:schemeClr>
          </a:solidFill>
        </p:spPr>
        <p:txBody>
          <a:bodyPr wrap="square" anchor="ctr">
            <a:noAutofit/>
          </a:bodyPr>
          <a:lstStyle>
            <a:lvl1pPr algn="ctr">
              <a:defRPr/>
            </a:lvl1pPr>
          </a:lstStyle>
          <a:p>
            <a:endParaRPr lang="en-US"/>
          </a:p>
        </p:txBody>
      </p:sp>
      <p:sp>
        <p:nvSpPr>
          <p:cNvPr id="15" name="Picture Placeholder 14">
            <a:extLst>
              <a:ext uri="{FF2B5EF4-FFF2-40B4-BE49-F238E27FC236}">
                <a16:creationId xmlns:a16="http://schemas.microsoft.com/office/drawing/2014/main" id="{A3B1A9F1-5E2D-25D0-4904-C4157E0F04C2}"/>
              </a:ext>
            </a:extLst>
          </p:cNvPr>
          <p:cNvSpPr>
            <a:spLocks noGrp="1"/>
          </p:cNvSpPr>
          <p:nvPr>
            <p:ph type="pic" sz="quarter" idx="12"/>
          </p:nvPr>
        </p:nvSpPr>
        <p:spPr>
          <a:xfrm>
            <a:off x="851112" y="2710967"/>
            <a:ext cx="5676472" cy="3238500"/>
          </a:xfrm>
          <a:custGeom>
            <a:avLst/>
            <a:gdLst>
              <a:gd name="connsiteX0" fmla="*/ 1332149 w 5943600"/>
              <a:gd name="connsiteY0" fmla="*/ 0 h 3390900"/>
              <a:gd name="connsiteX1" fmla="*/ 5943600 w 5943600"/>
              <a:gd name="connsiteY1" fmla="*/ 0 h 3390900"/>
              <a:gd name="connsiteX2" fmla="*/ 4611451 w 5943600"/>
              <a:gd name="connsiteY2" fmla="*/ 3390900 h 3390900"/>
              <a:gd name="connsiteX3" fmla="*/ 0 w 594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5943600" h="3390900">
                <a:moveTo>
                  <a:pt x="1332149" y="0"/>
                </a:moveTo>
                <a:lnTo>
                  <a:pt x="5943600" y="0"/>
                </a:lnTo>
                <a:lnTo>
                  <a:pt x="4611451" y="3390900"/>
                </a:lnTo>
                <a:lnTo>
                  <a:pt x="0" y="3390900"/>
                </a:lnTo>
                <a:close/>
              </a:path>
            </a:pathLst>
          </a:custGeom>
          <a:solidFill>
            <a:schemeClr val="bg1">
              <a:lumMod val="95000"/>
            </a:schemeClr>
          </a:solidFill>
        </p:spPr>
        <p:txBody>
          <a:bodyPr wrap="square" anchor="ctr">
            <a:noAutofit/>
          </a:bodyPr>
          <a:lstStyle>
            <a:lvl1pPr algn="ctr">
              <a:defRPr/>
            </a:lvl1pPr>
          </a:lstStyle>
          <a:p>
            <a:endParaRPr lang="en-US"/>
          </a:p>
        </p:txBody>
      </p:sp>
      <p:sp>
        <p:nvSpPr>
          <p:cNvPr id="2" name="Title 1">
            <a:extLst>
              <a:ext uri="{FF2B5EF4-FFF2-40B4-BE49-F238E27FC236}">
                <a16:creationId xmlns:a16="http://schemas.microsoft.com/office/drawing/2014/main" id="{84AAD9E5-9770-BAAD-EED5-B9281B34EEBD}"/>
              </a:ext>
            </a:extLst>
          </p:cNvPr>
          <p:cNvSpPr>
            <a:spLocks noGrp="1"/>
          </p:cNvSpPr>
          <p:nvPr>
            <p:ph type="title" hasCustomPrompt="1"/>
          </p:nvPr>
        </p:nvSpPr>
        <p:spPr>
          <a:xfrm>
            <a:off x="245655" y="888104"/>
            <a:ext cx="6103391" cy="1751581"/>
          </a:xfrm>
          <a:prstGeom prst="rect">
            <a:avLst/>
          </a:prstGeom>
        </p:spPr>
        <p:txBody>
          <a:bodyPr/>
          <a:lstStyle>
            <a:lvl1pPr>
              <a:lnSpc>
                <a:spcPct val="90000"/>
              </a:lnSpc>
              <a:defRPr sz="2800">
                <a:solidFill>
                  <a:schemeClr val="bg2"/>
                </a:solidFill>
              </a:defRPr>
            </a:lvl1pPr>
          </a:lstStyle>
          <a:p>
            <a:r>
              <a:rPr lang="en-GB"/>
              <a:t>Separator</a:t>
            </a:r>
            <a:endParaRPr lang="en-US"/>
          </a:p>
        </p:txBody>
      </p:sp>
      <p:grpSp>
        <p:nvGrpSpPr>
          <p:cNvPr id="21" name="Group 20">
            <a:extLst>
              <a:ext uri="{FF2B5EF4-FFF2-40B4-BE49-F238E27FC236}">
                <a16:creationId xmlns:a16="http://schemas.microsoft.com/office/drawing/2014/main" id="{E25172A6-D006-0CAE-9D3D-F9BDAAA58A02}"/>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D274207-AA4F-71FB-4CF0-93AAD4FEE8A9}"/>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C93B14B2-6319-0061-6572-5D1EEC9CCE7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9785C40C-ED24-4026-97B5-43FD00093BE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46FF6BE3-0551-6A4B-C50A-CF5C64D4370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6E85E10E-50C7-8361-DA25-DD2307DA8AAD}"/>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1" name="TextBox 30">
            <a:extLst>
              <a:ext uri="{FF2B5EF4-FFF2-40B4-BE49-F238E27FC236}">
                <a16:creationId xmlns:a16="http://schemas.microsoft.com/office/drawing/2014/main" id="{3E3436A4-70E4-2578-CC51-43E2E91DCE1E}"/>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4" name="Graphic 3">
            <a:extLst>
              <a:ext uri="{FF2B5EF4-FFF2-40B4-BE49-F238E27FC236}">
                <a16:creationId xmlns:a16="http://schemas.microsoft.com/office/drawing/2014/main" id="{A0C70C4D-EAD9-31BA-D111-3975324D9D4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C9CA75D5-4C7A-4D18-966A-F9C19DC3450D}"/>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pic>
        <p:nvPicPr>
          <p:cNvPr id="3" name="Graphic 2">
            <a:extLst>
              <a:ext uri="{FF2B5EF4-FFF2-40B4-BE49-F238E27FC236}">
                <a16:creationId xmlns:a16="http://schemas.microsoft.com/office/drawing/2014/main" id="{F6ED7F9B-1CC2-5923-C6F2-75DA114C2C7B}"/>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937133" y="892387"/>
            <a:ext cx="2453641" cy="5378292"/>
          </a:xfrm>
          <a:prstGeom prst="rect">
            <a:avLst/>
          </a:prstGeom>
        </p:spPr>
      </p:pic>
      <p:sp>
        <p:nvSpPr>
          <p:cNvPr id="6" name="hcSlideMaster87.DES Separator 1Header" descr="Classification: Internal">
            <a:extLst>
              <a:ext uri="{FF2B5EF4-FFF2-40B4-BE49-F238E27FC236}">
                <a16:creationId xmlns:a16="http://schemas.microsoft.com/office/drawing/2014/main" id="{1D3B6066-DEDC-0359-A83D-EC4FEF7C5B9B}"/>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2555580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EFF4FF"/>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2" name="Graphic 1">
            <a:extLst>
              <a:ext uri="{FF2B5EF4-FFF2-40B4-BE49-F238E27FC236}">
                <a16:creationId xmlns:a16="http://schemas.microsoft.com/office/drawing/2014/main" id="{5B3121DB-2A0B-9512-3A42-2DCCAD29AF7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15D78483-EB25-72E8-2585-A138A6335DDF}"/>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 Placeholder 6">
            <a:extLst>
              <a:ext uri="{FF2B5EF4-FFF2-40B4-BE49-F238E27FC236}">
                <a16:creationId xmlns:a16="http://schemas.microsoft.com/office/drawing/2014/main" id="{1C020D42-48EC-6E22-2F3E-995D58098CAF}"/>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6" name="hcSlideMaster87.Title onlyHeader" descr="Classification: Internal">
            <a:extLst>
              <a:ext uri="{FF2B5EF4-FFF2-40B4-BE49-F238E27FC236}">
                <a16:creationId xmlns:a16="http://schemas.microsoft.com/office/drawing/2014/main" id="{A9BE4E8B-75B0-0CCB-CCD1-EC7F8E069802}"/>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7729600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1" y="849280"/>
            <a:ext cx="3084192" cy="1356365"/>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4" name="Graphic 3">
            <a:extLst>
              <a:ext uri="{FF2B5EF4-FFF2-40B4-BE49-F238E27FC236}">
                <a16:creationId xmlns:a16="http://schemas.microsoft.com/office/drawing/2014/main" id="{7DF666A1-A5B3-6D62-DF3F-DFB8F76B057C}"/>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AB4C143F-705E-3E91-B389-3CBE24411FFB}"/>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TextBox 1">
            <a:extLst>
              <a:ext uri="{FF2B5EF4-FFF2-40B4-BE49-F238E27FC236}">
                <a16:creationId xmlns:a16="http://schemas.microsoft.com/office/drawing/2014/main" id="{E49B0A26-51B4-39F1-2ACA-CCFD19050A77}"/>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6" name="hcSlideMaster87.Content 1Header" descr="Classification: Internal">
            <a:extLst>
              <a:ext uri="{FF2B5EF4-FFF2-40B4-BE49-F238E27FC236}">
                <a16:creationId xmlns:a16="http://schemas.microsoft.com/office/drawing/2014/main" id="{707164BF-8A3B-A51C-453C-AB16BD4F56CF}"/>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97165030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EFF4FF"/>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219C1A6E-1AE4-4190-05E9-393DC4ECEBA6}"/>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BD99F0EE-E4D8-577D-A042-2C4DE310BFEE}"/>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Box 4">
            <a:extLst>
              <a:ext uri="{FF2B5EF4-FFF2-40B4-BE49-F238E27FC236}">
                <a16:creationId xmlns:a16="http://schemas.microsoft.com/office/drawing/2014/main" id="{F954F414-F82E-93DE-F5FA-01782E4304D5}"/>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6" name="hcSlideMaster87.Content 2Header" descr="Classification: Internal">
            <a:extLst>
              <a:ext uri="{FF2B5EF4-FFF2-40B4-BE49-F238E27FC236}">
                <a16:creationId xmlns:a16="http://schemas.microsoft.com/office/drawing/2014/main" id="{19F71282-880A-4AF7-D0FA-B1047F008AF6}"/>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4322402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4" name="Graphic 3">
            <a:extLst>
              <a:ext uri="{FF2B5EF4-FFF2-40B4-BE49-F238E27FC236}">
                <a16:creationId xmlns:a16="http://schemas.microsoft.com/office/drawing/2014/main" id="{F0E7A172-1949-1179-56E7-11C168D6C9E2}"/>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C2C26B8A-3E73-62AE-DF28-DD88FCD743E3}"/>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TextBox 1">
            <a:extLst>
              <a:ext uri="{FF2B5EF4-FFF2-40B4-BE49-F238E27FC236}">
                <a16:creationId xmlns:a16="http://schemas.microsoft.com/office/drawing/2014/main" id="{14B63ED8-E5C2-7443-177E-EDBEF0BC27D4}"/>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6" name="hcSlideMaster87.Content 3Header" descr="Classification: Internal">
            <a:extLst>
              <a:ext uri="{FF2B5EF4-FFF2-40B4-BE49-F238E27FC236}">
                <a16:creationId xmlns:a16="http://schemas.microsoft.com/office/drawing/2014/main" id="{1DE3379C-0F4E-8B7D-4B92-6B12F86E1A82}"/>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62631075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pic>
        <p:nvPicPr>
          <p:cNvPr id="3" name="Picture 2">
            <a:extLst>
              <a:ext uri="{FF2B5EF4-FFF2-40B4-BE49-F238E27FC236}">
                <a16:creationId xmlns:a16="http://schemas.microsoft.com/office/drawing/2014/main" id="{C422654A-826F-7ED3-FFA7-72601795D96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10" name="Graphic 9">
            <a:extLst>
              <a:ext uri="{FF2B5EF4-FFF2-40B4-BE49-F238E27FC236}">
                <a16:creationId xmlns:a16="http://schemas.microsoft.com/office/drawing/2014/main" id="{E793F383-FBEB-83D4-E117-A99214B65367}"/>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11" name="Graphic 10">
            <a:extLst>
              <a:ext uri="{FF2B5EF4-FFF2-40B4-BE49-F238E27FC236}">
                <a16:creationId xmlns:a16="http://schemas.microsoft.com/office/drawing/2014/main" id="{A9361D9C-3DF1-9ECE-BE9C-86C46425200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5445503" y="95795"/>
            <a:ext cx="3176660" cy="6312278"/>
          </a:xfrm>
          <a:prstGeom prst="rect">
            <a:avLst/>
          </a:prstGeom>
        </p:spPr>
      </p:pic>
      <p:sp>
        <p:nvSpPr>
          <p:cNvPr id="12" name="object 7">
            <a:extLst>
              <a:ext uri="{FF2B5EF4-FFF2-40B4-BE49-F238E27FC236}">
                <a16:creationId xmlns:a16="http://schemas.microsoft.com/office/drawing/2014/main" id="{048DA71F-9178-2EC5-0367-E6E561D2ED6C}"/>
              </a:ext>
            </a:extLst>
          </p:cNvPr>
          <p:cNvSpPr txBox="1"/>
          <p:nvPr userDrawn="1"/>
        </p:nvSpPr>
        <p:spPr>
          <a:xfrm>
            <a:off x="9345454" y="991815"/>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lang="en-IN" sz="1100" spc="-7">
                <a:solidFill>
                  <a:srgbClr val="FFFFFF"/>
                </a:solidFill>
                <a:latin typeface="DM Sans"/>
                <a:cs typeface="DM Sans"/>
              </a:rPr>
              <a:t>@t</a:t>
            </a:r>
            <a:r>
              <a:rPr sz="1100" spc="-7" err="1">
                <a:solidFill>
                  <a:srgbClr val="FFFFFF"/>
                </a:solidFill>
                <a:latin typeface="DM Sans"/>
                <a:cs typeface="DM Sans"/>
              </a:rPr>
              <a: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err="1">
                <a:solidFill>
                  <a:srgbClr val="628BFF"/>
                </a:solidFill>
                <a:latin typeface="DM Sans"/>
                <a:cs typeface="DM Sans"/>
              </a:rPr>
              <a:t>tatatechnologies.com</a:t>
            </a:r>
            <a:endParaRPr sz="1600">
              <a:solidFill>
                <a:srgbClr val="628BFF"/>
              </a:solidFill>
              <a:latin typeface="DM Sans"/>
              <a:cs typeface="DM Sans"/>
            </a:endParaRPr>
          </a:p>
        </p:txBody>
      </p:sp>
      <p:pic>
        <p:nvPicPr>
          <p:cNvPr id="13" name="Graphic 12">
            <a:extLst>
              <a:ext uri="{FF2B5EF4-FFF2-40B4-BE49-F238E27FC236}">
                <a16:creationId xmlns:a16="http://schemas.microsoft.com/office/drawing/2014/main" id="{5BE534CE-1309-930E-4BB5-BA51F42CD0D7}"/>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353105" y="1091858"/>
            <a:ext cx="132408" cy="132408"/>
          </a:xfrm>
          <a:prstGeom prst="rect">
            <a:avLst/>
          </a:prstGeom>
        </p:spPr>
      </p:pic>
      <p:pic>
        <p:nvPicPr>
          <p:cNvPr id="14" name="Graphic 13">
            <a:extLst>
              <a:ext uri="{FF2B5EF4-FFF2-40B4-BE49-F238E27FC236}">
                <a16:creationId xmlns:a16="http://schemas.microsoft.com/office/drawing/2014/main" id="{F31480ED-8D9C-CBAB-E437-1F1053861BCF}"/>
              </a:ext>
            </a:extLst>
          </p:cNvPr>
          <p:cNvPicPr>
            <a:picLocks noChangeAspect="1"/>
          </p:cNvPicPr>
          <p:nvPr userDrawn="1"/>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344278" y="2072869"/>
            <a:ext cx="146107" cy="136976"/>
          </a:xfrm>
          <a:prstGeom prst="rect">
            <a:avLst/>
          </a:prstGeom>
        </p:spPr>
      </p:pic>
      <p:pic>
        <p:nvPicPr>
          <p:cNvPr id="28" name="Picture 27">
            <a:extLst>
              <a:ext uri="{FF2B5EF4-FFF2-40B4-BE49-F238E27FC236}">
                <a16:creationId xmlns:a16="http://schemas.microsoft.com/office/drawing/2014/main" id="{7949B49D-1A30-B73B-97FD-3ADFF9840D50}"/>
              </a:ext>
            </a:extLst>
          </p:cNvPr>
          <p:cNvPicPr>
            <a:picLocks noChangeAspect="1"/>
          </p:cNvPicPr>
          <p:nvPr userDrawn="1"/>
        </p:nvPicPr>
        <p:blipFill rotWithShape="1">
          <a:blip r:embed="rId13" cstate="email">
            <a:extLst>
              <a:ext uri="{28A0092B-C50C-407E-A947-70E740481C1C}">
                <a14:useLocalDpi xmlns:a14="http://schemas.microsoft.com/office/drawing/2010/main"/>
              </a:ext>
            </a:extLst>
          </a:blip>
          <a:srcRect b="-3480"/>
          <a:stretch/>
        </p:blipFill>
        <p:spPr>
          <a:xfrm>
            <a:off x="9336129" y="1842353"/>
            <a:ext cx="166369" cy="113863"/>
          </a:xfrm>
          <a:prstGeom prst="rect">
            <a:avLst/>
          </a:prstGeom>
        </p:spPr>
      </p:pic>
      <p:pic>
        <p:nvPicPr>
          <p:cNvPr id="29" name="Graphic 28">
            <a:extLst>
              <a:ext uri="{FF2B5EF4-FFF2-40B4-BE49-F238E27FC236}">
                <a16:creationId xmlns:a16="http://schemas.microsoft.com/office/drawing/2014/main" id="{6D481D89-5E38-48C4-71D6-DD8E78FD3314}"/>
              </a:ext>
            </a:extLst>
          </p:cNvPr>
          <p:cNvPicPr>
            <a:picLocks noChangeAspect="1"/>
          </p:cNvPicPr>
          <p:nvPr userDrawn="1"/>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353105" y="1345563"/>
            <a:ext cx="132408" cy="132408"/>
          </a:xfrm>
          <a:prstGeom prst="rect">
            <a:avLst/>
          </a:prstGeom>
        </p:spPr>
      </p:pic>
      <p:sp>
        <p:nvSpPr>
          <p:cNvPr id="30" name="Rectangle 29">
            <a:hlinkClick r:id="rId16"/>
            <a:extLst>
              <a:ext uri="{FF2B5EF4-FFF2-40B4-BE49-F238E27FC236}">
                <a16:creationId xmlns:a16="http://schemas.microsoft.com/office/drawing/2014/main" id="{82388917-D6D0-9118-B172-52ED097A4D0C}"/>
              </a:ext>
            </a:extLst>
          </p:cNvPr>
          <p:cNvSpPr/>
          <p:nvPr userDrawn="1"/>
        </p:nvSpPr>
        <p:spPr>
          <a:xfrm>
            <a:off x="9304945" y="2474447"/>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2" name="Rectangle 31">
            <a:hlinkClick r:id="rId17"/>
            <a:extLst>
              <a:ext uri="{FF2B5EF4-FFF2-40B4-BE49-F238E27FC236}">
                <a16:creationId xmlns:a16="http://schemas.microsoft.com/office/drawing/2014/main" id="{80852F95-437B-4364-5A8A-7069D67E30D7}"/>
              </a:ext>
            </a:extLst>
          </p:cNvPr>
          <p:cNvSpPr/>
          <p:nvPr userDrawn="1"/>
        </p:nvSpPr>
        <p:spPr>
          <a:xfrm>
            <a:off x="9304945" y="105907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4" name="Rectangle 33">
            <a:hlinkClick r:id="rId18"/>
            <a:extLst>
              <a:ext uri="{FF2B5EF4-FFF2-40B4-BE49-F238E27FC236}">
                <a16:creationId xmlns:a16="http://schemas.microsoft.com/office/drawing/2014/main" id="{D05D39A1-5569-AF21-BF31-40C6B0A37DEA}"/>
              </a:ext>
            </a:extLst>
          </p:cNvPr>
          <p:cNvSpPr/>
          <p:nvPr userDrawn="1"/>
        </p:nvSpPr>
        <p:spPr>
          <a:xfrm>
            <a:off x="9304945" y="132818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5" name="Rectangle 34">
            <a:hlinkClick r:id="rId19"/>
            <a:extLst>
              <a:ext uri="{FF2B5EF4-FFF2-40B4-BE49-F238E27FC236}">
                <a16:creationId xmlns:a16="http://schemas.microsoft.com/office/drawing/2014/main" id="{C805AB96-662B-778D-2FEC-4D1DC2BCC6C5}"/>
              </a:ext>
            </a:extLst>
          </p:cNvPr>
          <p:cNvSpPr/>
          <p:nvPr userDrawn="1"/>
        </p:nvSpPr>
        <p:spPr>
          <a:xfrm>
            <a:off x="9304945" y="1552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6" name="Rectangle 35">
            <a:hlinkClick r:id="rId20"/>
            <a:extLst>
              <a:ext uri="{FF2B5EF4-FFF2-40B4-BE49-F238E27FC236}">
                <a16:creationId xmlns:a16="http://schemas.microsoft.com/office/drawing/2014/main" id="{D8F598FD-B322-EA4E-7A4D-B318F2CD227F}"/>
              </a:ext>
            </a:extLst>
          </p:cNvPr>
          <p:cNvSpPr/>
          <p:nvPr userDrawn="1"/>
        </p:nvSpPr>
        <p:spPr>
          <a:xfrm>
            <a:off x="9304945" y="1806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9" name="Rectangle 48">
            <a:hlinkClick r:id="rId21"/>
            <a:extLst>
              <a:ext uri="{FF2B5EF4-FFF2-40B4-BE49-F238E27FC236}">
                <a16:creationId xmlns:a16="http://schemas.microsoft.com/office/drawing/2014/main" id="{1F6F9B29-A7A7-D390-5154-BF17CCF5E75B}"/>
              </a:ext>
            </a:extLst>
          </p:cNvPr>
          <p:cNvSpPr/>
          <p:nvPr userDrawn="1"/>
        </p:nvSpPr>
        <p:spPr>
          <a:xfrm>
            <a:off x="9304945" y="205330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0" name="object 4">
            <a:extLst>
              <a:ext uri="{FF2B5EF4-FFF2-40B4-BE49-F238E27FC236}">
                <a16:creationId xmlns:a16="http://schemas.microsoft.com/office/drawing/2014/main" id="{22DEF3F9-5B18-2E21-302B-AAA04BC3B09B}"/>
              </a:ext>
            </a:extLst>
          </p:cNvPr>
          <p:cNvSpPr txBox="1"/>
          <p:nvPr userDrawn="1"/>
        </p:nvSpPr>
        <p:spPr>
          <a:xfrm>
            <a:off x="9345454" y="4735906"/>
            <a:ext cx="2530448" cy="1183610"/>
          </a:xfrm>
          <a:prstGeom prst="rect">
            <a:avLst/>
          </a:prstGeom>
        </p:spPr>
        <p:txBody>
          <a:bodyPr vert="horz" wrap="square" lIns="0" tIns="31449" rIns="0" bIns="0" rtlCol="0">
            <a:spAutoFit/>
          </a:bodyPr>
          <a:lstStyle/>
          <a:p>
            <a:pPr marL="6419">
              <a:lnSpc>
                <a:spcPts val="1080"/>
              </a:lnSpc>
              <a:spcBef>
                <a:spcPts val="248"/>
              </a:spcBef>
            </a:pPr>
            <a:r>
              <a:rPr lang="en-IN" sz="900" b="1" spc="0">
                <a:solidFill>
                  <a:srgbClr val="628BFF"/>
                </a:solidFill>
                <a:latin typeface="DMSans-Medium"/>
                <a:cs typeface="DMSans-Medium"/>
              </a:rPr>
              <a:t>COPYRIGHT NOTICE</a:t>
            </a:r>
          </a:p>
          <a:p>
            <a:pPr marL="6419">
              <a:lnSpc>
                <a:spcPts val="1080"/>
              </a:lnSpc>
              <a:spcBef>
                <a:spcPts val="248"/>
              </a:spcBef>
            </a:pPr>
            <a:r>
              <a:rPr lang="en-IN" sz="9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900" spc="0">
              <a:solidFill>
                <a:schemeClr val="bg1"/>
              </a:solidFill>
              <a:latin typeface="+mn-lt"/>
              <a:cs typeface="DM Sans"/>
            </a:endParaRPr>
          </a:p>
        </p:txBody>
      </p:sp>
      <p:pic>
        <p:nvPicPr>
          <p:cNvPr id="51" name="Picture 50">
            <a:extLst>
              <a:ext uri="{FF2B5EF4-FFF2-40B4-BE49-F238E27FC236}">
                <a16:creationId xmlns:a16="http://schemas.microsoft.com/office/drawing/2014/main" id="{15E3918F-C8CD-89BE-27E0-3991B9091E4A}"/>
              </a:ext>
            </a:extLst>
          </p:cNvPr>
          <p:cNvPicPr>
            <a:picLocks noChangeAspect="1"/>
          </p:cNvPicPr>
          <p:nvPr userDrawn="1"/>
        </p:nvPicPr>
        <p:blipFill>
          <a:blip r:embed="rId22"/>
          <a:stretch>
            <a:fillRect/>
          </a:stretch>
        </p:blipFill>
        <p:spPr>
          <a:xfrm>
            <a:off x="9349122" y="1574199"/>
            <a:ext cx="136391" cy="139259"/>
          </a:xfrm>
          <a:prstGeom prst="rect">
            <a:avLst/>
          </a:prstGeom>
        </p:spPr>
      </p:pic>
      <p:sp>
        <p:nvSpPr>
          <p:cNvPr id="2" name="object 3">
            <a:extLst>
              <a:ext uri="{FF2B5EF4-FFF2-40B4-BE49-F238E27FC236}">
                <a16:creationId xmlns:a16="http://schemas.microsoft.com/office/drawing/2014/main" id="{BEA5D00B-78FC-6C93-764E-3AF5F25814B3}"/>
              </a:ext>
            </a:extLst>
          </p:cNvPr>
          <p:cNvSpPr txBox="1"/>
          <p:nvPr userDrawn="1"/>
        </p:nvSpPr>
        <p:spPr>
          <a:xfrm>
            <a:off x="323648" y="100591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rgbClr val="628BFF"/>
                </a:solidFill>
                <a:latin typeface="DMSans-Medium"/>
                <a:cs typeface="DMSans-Medium"/>
              </a:rPr>
              <a:t>ASIA</a:t>
            </a:r>
            <a:r>
              <a:rPr sz="1100" spc="223">
                <a:solidFill>
                  <a:srgbClr val="628BFF"/>
                </a:solidFill>
                <a:latin typeface="DMSans-Medium"/>
                <a:cs typeface="DMSans-Medium"/>
              </a:rPr>
              <a:t> </a:t>
            </a:r>
            <a:r>
              <a:rPr sz="1100" spc="71">
                <a:solidFill>
                  <a:srgbClr val="628BFF"/>
                </a:solidFill>
                <a:latin typeface="DMSans-Medium"/>
                <a:cs typeface="DMSans-Medium"/>
              </a:rPr>
              <a:t>PACIFIC </a:t>
            </a:r>
            <a:endParaRPr sz="1100">
              <a:solidFill>
                <a:srgbClr val="628BFF"/>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4" name="object 4">
            <a:extLst>
              <a:ext uri="{FF2B5EF4-FFF2-40B4-BE49-F238E27FC236}">
                <a16:creationId xmlns:a16="http://schemas.microsoft.com/office/drawing/2014/main" id="{561955EE-694B-0229-42F3-F05BA3F0E119}"/>
              </a:ext>
            </a:extLst>
          </p:cNvPr>
          <p:cNvSpPr txBox="1"/>
          <p:nvPr userDrawn="1"/>
        </p:nvSpPr>
        <p:spPr>
          <a:xfrm>
            <a:off x="323650" y="2636627"/>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rgbClr val="628BFF"/>
                </a:solidFill>
                <a:latin typeface="DMSans-Medium"/>
                <a:cs typeface="DMSans-Medium"/>
              </a:rPr>
              <a:t>EUROPE </a:t>
            </a:r>
            <a:endParaRPr sz="1100">
              <a:solidFill>
                <a:srgbClr val="628BFF"/>
              </a:solidFill>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5" name="object 5">
            <a:extLst>
              <a:ext uri="{FF2B5EF4-FFF2-40B4-BE49-F238E27FC236}">
                <a16:creationId xmlns:a16="http://schemas.microsoft.com/office/drawing/2014/main" id="{BE7AF6C9-C396-0134-B423-2F024D08DEA9}"/>
              </a:ext>
            </a:extLst>
          </p:cNvPr>
          <p:cNvSpPr txBox="1"/>
          <p:nvPr userDrawn="1"/>
        </p:nvSpPr>
        <p:spPr>
          <a:xfrm>
            <a:off x="323319" y="4673608"/>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rgbClr val="628BFF"/>
                </a:solidFill>
                <a:latin typeface="DMSans-Medium"/>
                <a:cs typeface="DMSans-Medium"/>
              </a:rPr>
              <a:t>NORTH</a:t>
            </a:r>
            <a:r>
              <a:rPr sz="1100" spc="219">
                <a:solidFill>
                  <a:srgbClr val="628BFF"/>
                </a:solidFill>
                <a:latin typeface="DMSans-Medium"/>
                <a:cs typeface="DMSans-Medium"/>
              </a:rPr>
              <a:t> </a:t>
            </a:r>
            <a:r>
              <a:rPr sz="1100" spc="87">
                <a:solidFill>
                  <a:srgbClr val="628BFF"/>
                </a:solidFill>
                <a:latin typeface="DMSans-Medium"/>
                <a:cs typeface="DMSans-Medium"/>
              </a:rPr>
              <a:t>AMERICA</a:t>
            </a:r>
            <a:endParaRPr sz="1100">
              <a:solidFill>
                <a:srgbClr val="628BFF"/>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6" name="hcSlideMaster87.Closing slideHeader" descr="Classification: Internal">
            <a:extLst>
              <a:ext uri="{FF2B5EF4-FFF2-40B4-BE49-F238E27FC236}">
                <a16:creationId xmlns:a16="http://schemas.microsoft.com/office/drawing/2014/main" id="{D2EDA9D1-7331-42A3-ABEC-6D93E11D7DE0}"/>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28978501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chemeClr val="tx2"/>
                </a:solidFill>
                <a:effectLst/>
              </a:rPr>
              <a:t>© Copyright 2025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E4E378E5-4AE5-9417-E142-6F858F9FA577}"/>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EF23703E-AE3D-DE2C-6C4A-1A8C46057AD2}"/>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itle Placeholder 21">
            <a:extLst>
              <a:ext uri="{FF2B5EF4-FFF2-40B4-BE49-F238E27FC236}">
                <a16:creationId xmlns:a16="http://schemas.microsoft.com/office/drawing/2014/main" id="{855271DE-BEBA-20AD-15A8-A0C5EC1569D0}"/>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7" name="Text Placeholder 2">
            <a:extLst>
              <a:ext uri="{FF2B5EF4-FFF2-40B4-BE49-F238E27FC236}">
                <a16:creationId xmlns:a16="http://schemas.microsoft.com/office/drawing/2014/main" id="{A12E6A27-2F5D-6274-66D1-9F35D02AEDC9}"/>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hcSlideMaster97.BlankHeader" descr="Classification: Internal">
            <a:extLst>
              <a:ext uri="{FF2B5EF4-FFF2-40B4-BE49-F238E27FC236}">
                <a16:creationId xmlns:a16="http://schemas.microsoft.com/office/drawing/2014/main" id="{A8AD5DE6-FF81-8D0E-9A70-F2D9A597EED7}"/>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25686223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lank Education">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66D3E84C-6034-ECEC-139A-C925D444193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C720BFB4-5BB2-EAF2-BF14-3181C99E704E}"/>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5D9DC8BD-3534-83EA-39C2-FA7B4C3F45FB}"/>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chemeClr val="bg1"/>
                </a:solidFill>
              </a:defRPr>
            </a:lvl1pPr>
          </a:lstStyle>
          <a:p>
            <a:r>
              <a:rPr lang="en-GB"/>
              <a:t>Click to edit Master title</a:t>
            </a:r>
            <a:endParaRPr lang="en-US"/>
          </a:p>
        </p:txBody>
      </p:sp>
      <p:sp>
        <p:nvSpPr>
          <p:cNvPr id="6" name="Text Placeholder 2">
            <a:extLst>
              <a:ext uri="{FF2B5EF4-FFF2-40B4-BE49-F238E27FC236}">
                <a16:creationId xmlns:a16="http://schemas.microsoft.com/office/drawing/2014/main" id="{28F6945F-5116-4D5F-9806-8D0D959FCA09}"/>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hcSlideMaster97.Blank EducationHeader" descr="Classification: Internal">
            <a:extLst>
              <a:ext uri="{FF2B5EF4-FFF2-40B4-BE49-F238E27FC236}">
                <a16:creationId xmlns:a16="http://schemas.microsoft.com/office/drawing/2014/main" id="{F70291A9-1A62-D89B-2B9B-FED529881DDC}"/>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474958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ver Eduction">
    <p:bg>
      <p:bgPr>
        <a:solidFill>
          <a:schemeClr val="tx2"/>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6" name="TextBox 35">
            <a:extLst>
              <a:ext uri="{FF2B5EF4-FFF2-40B4-BE49-F238E27FC236}">
                <a16:creationId xmlns:a16="http://schemas.microsoft.com/office/drawing/2014/main" id="{00439E84-97CE-7951-71AF-552278CECA61}"/>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45" name="Picture Placeholder 12">
            <a:extLst>
              <a:ext uri="{FF2B5EF4-FFF2-40B4-BE49-F238E27FC236}">
                <a16:creationId xmlns:a16="http://schemas.microsoft.com/office/drawing/2014/main" id="{4C0A6BFA-50DF-57AC-2B5C-E6000CAC2BB6}"/>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pic>
        <p:nvPicPr>
          <p:cNvPr id="3" name="Picture 2">
            <a:extLst>
              <a:ext uri="{FF2B5EF4-FFF2-40B4-BE49-F238E27FC236}">
                <a16:creationId xmlns:a16="http://schemas.microsoft.com/office/drawing/2014/main" id="{6506F441-EFD0-AFAF-EC3D-8860D7DC289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056A3A4B-5E08-515F-893B-9070BE9D04C3}"/>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11" name="Title 1">
            <a:extLst>
              <a:ext uri="{FF2B5EF4-FFF2-40B4-BE49-F238E27FC236}">
                <a16:creationId xmlns:a16="http://schemas.microsoft.com/office/drawing/2014/main" id="{C731BC8D-E26E-0674-83B1-6149FE092A5D}"/>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b="0" i="0" kern="1200" dirty="0">
                <a:solidFill>
                  <a:srgbClr val="FFEC00"/>
                </a:solidFill>
                <a:latin typeface="+mj-lt"/>
                <a:ea typeface="+mj-ea"/>
                <a:cs typeface="+mj-cs"/>
              </a:defRPr>
            </a:lvl1pPr>
          </a:lstStyle>
          <a:p>
            <a:r>
              <a:rPr lang="en-GB"/>
              <a:t>Click to edit title</a:t>
            </a:r>
            <a:endParaRPr lang="en-US"/>
          </a:p>
        </p:txBody>
      </p:sp>
      <p:sp>
        <p:nvSpPr>
          <p:cNvPr id="12" name="Text Placeholder 6">
            <a:extLst>
              <a:ext uri="{FF2B5EF4-FFF2-40B4-BE49-F238E27FC236}">
                <a16:creationId xmlns:a16="http://schemas.microsoft.com/office/drawing/2014/main" id="{1EEE3846-0C41-09E6-19F1-B579C8E2AB2C}"/>
              </a:ext>
            </a:extLst>
          </p:cNvPr>
          <p:cNvSpPr>
            <a:spLocks noGrp="1"/>
          </p:cNvSpPr>
          <p:nvPr>
            <p:ph type="body" sz="quarter" idx="13" hasCustomPrompt="1"/>
          </p:nvPr>
        </p:nvSpPr>
        <p:spPr>
          <a:xfrm>
            <a:off x="245653" y="4004398"/>
            <a:ext cx="4291843" cy="793631"/>
          </a:xfrm>
        </p:spPr>
        <p:txBody>
          <a:bodyPr/>
          <a:lstStyle>
            <a:lvl1pPr marL="0" indent="0">
              <a:lnSpc>
                <a:spcPct val="90000"/>
              </a:lnSpc>
              <a:buNone/>
              <a:defRPr sz="2400">
                <a:solidFill>
                  <a:schemeClr val="bg1"/>
                </a:solidFill>
              </a:defRPr>
            </a:lvl1pPr>
          </a:lstStyle>
          <a:p>
            <a:pPr lvl="0"/>
            <a:r>
              <a:rPr lang="en-GB"/>
              <a:t>Click here to edit subheading</a:t>
            </a:r>
            <a:endParaRPr lang="en-US"/>
          </a:p>
        </p:txBody>
      </p:sp>
      <p:sp>
        <p:nvSpPr>
          <p:cNvPr id="13" name="Text Placeholder 6">
            <a:extLst>
              <a:ext uri="{FF2B5EF4-FFF2-40B4-BE49-F238E27FC236}">
                <a16:creationId xmlns:a16="http://schemas.microsoft.com/office/drawing/2014/main" id="{ECEE140D-DDCC-83DE-B5EF-7A351935C951}"/>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defRPr>
            </a:lvl1pPr>
          </a:lstStyle>
          <a:p>
            <a:pPr lvl="0"/>
            <a:r>
              <a:rPr lang="en-GB"/>
              <a:t>Enter Date or Document Version</a:t>
            </a:r>
            <a:endParaRPr lang="en-US"/>
          </a:p>
        </p:txBody>
      </p:sp>
      <p:sp>
        <p:nvSpPr>
          <p:cNvPr id="2" name="hcSlideMaster97.Cover EductionHeader" descr="Classification: Internal">
            <a:extLst>
              <a:ext uri="{FF2B5EF4-FFF2-40B4-BE49-F238E27FC236}">
                <a16:creationId xmlns:a16="http://schemas.microsoft.com/office/drawing/2014/main" id="{1F516F59-6080-1405-7593-30CCC0C20253}"/>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5678909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Education Separato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9"/>
            <a:ext cx="4350335" cy="1715893"/>
          </a:xfrm>
          <a:prstGeom prst="rect">
            <a:avLst/>
          </a:prstGeom>
        </p:spPr>
        <p:txBody>
          <a:bodyPr/>
          <a:lstStyle>
            <a:lvl1pPr>
              <a:lnSpc>
                <a:spcPct val="90000"/>
              </a:lnSpc>
              <a:defRPr sz="2800">
                <a:solidFill>
                  <a:schemeClr val="bg1"/>
                </a:solidFill>
              </a:defRPr>
            </a:lvl1pPr>
          </a:lstStyle>
          <a:p>
            <a:r>
              <a:rPr lang="en-GB"/>
              <a:t>Click to edit title</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3" name="TextBox 32">
            <a:extLst>
              <a:ext uri="{FF2B5EF4-FFF2-40B4-BE49-F238E27FC236}">
                <a16:creationId xmlns:a16="http://schemas.microsoft.com/office/drawing/2014/main" id="{0D3738DA-E1A3-951E-954E-52831689FC14}"/>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pic>
        <p:nvPicPr>
          <p:cNvPr id="5" name="Picture 4">
            <a:extLst>
              <a:ext uri="{FF2B5EF4-FFF2-40B4-BE49-F238E27FC236}">
                <a16:creationId xmlns:a16="http://schemas.microsoft.com/office/drawing/2014/main" id="{29592541-D6FF-920E-8DD4-0DF5E0390F1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6" name="Graphic 5">
            <a:extLst>
              <a:ext uri="{FF2B5EF4-FFF2-40B4-BE49-F238E27FC236}">
                <a16:creationId xmlns:a16="http://schemas.microsoft.com/office/drawing/2014/main" id="{3AF795EE-3A43-1B87-22F2-9C4A6AEA81FE}"/>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4" name="Graphic 3">
            <a:extLst>
              <a:ext uri="{FF2B5EF4-FFF2-40B4-BE49-F238E27FC236}">
                <a16:creationId xmlns:a16="http://schemas.microsoft.com/office/drawing/2014/main" id="{DA40CE07-F721-8FAF-2CC1-2AB13B20B196}"/>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240338" y="-810765"/>
            <a:ext cx="6147337" cy="7202855"/>
          </a:xfrm>
          <a:prstGeom prst="rect">
            <a:avLst/>
          </a:prstGeom>
        </p:spPr>
      </p:pic>
      <p:sp>
        <p:nvSpPr>
          <p:cNvPr id="2" name="hcSlideMaster97.Education SeparatorHeader" descr="Classification: Internal">
            <a:extLst>
              <a:ext uri="{FF2B5EF4-FFF2-40B4-BE49-F238E27FC236}">
                <a16:creationId xmlns:a16="http://schemas.microsoft.com/office/drawing/2014/main" id="{A5035BAA-5F21-D26F-E452-9DB89D91A1D8}"/>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63160040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Education Separator 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25DF583-D45F-3FA1-D8C7-82A753218622}"/>
              </a:ext>
            </a:extLst>
          </p:cNvPr>
          <p:cNvSpPr>
            <a:spLocks noGrp="1"/>
          </p:cNvSpPr>
          <p:nvPr>
            <p:ph type="pic" sz="quarter" idx="11"/>
          </p:nvPr>
        </p:nvSpPr>
        <p:spPr>
          <a:xfrm>
            <a:off x="5781211" y="1273423"/>
            <a:ext cx="5943600" cy="3390900"/>
          </a:xfrm>
          <a:custGeom>
            <a:avLst/>
            <a:gdLst>
              <a:gd name="connsiteX0" fmla="*/ 1332149 w 5943600"/>
              <a:gd name="connsiteY0" fmla="*/ 0 h 3390900"/>
              <a:gd name="connsiteX1" fmla="*/ 5943600 w 5943600"/>
              <a:gd name="connsiteY1" fmla="*/ 0 h 3390900"/>
              <a:gd name="connsiteX2" fmla="*/ 4611451 w 5943600"/>
              <a:gd name="connsiteY2" fmla="*/ 3390900 h 3390900"/>
              <a:gd name="connsiteX3" fmla="*/ 0 w 594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5943600" h="3390900">
                <a:moveTo>
                  <a:pt x="1332149" y="0"/>
                </a:moveTo>
                <a:lnTo>
                  <a:pt x="5943600" y="0"/>
                </a:lnTo>
                <a:lnTo>
                  <a:pt x="4611451" y="3390900"/>
                </a:lnTo>
                <a:lnTo>
                  <a:pt x="0" y="3390900"/>
                </a:lnTo>
                <a:close/>
              </a:path>
            </a:pathLst>
          </a:custGeom>
          <a:solidFill>
            <a:schemeClr val="bg1">
              <a:lumMod val="95000"/>
            </a:schemeClr>
          </a:solidFill>
        </p:spPr>
        <p:txBody>
          <a:bodyPr wrap="square" anchor="ctr">
            <a:noAutofit/>
          </a:bodyPr>
          <a:lstStyle>
            <a:lvl1pPr algn="ctr">
              <a:defRPr/>
            </a:lvl1pPr>
          </a:lstStyle>
          <a:p>
            <a:endParaRPr lang="en-US"/>
          </a:p>
        </p:txBody>
      </p:sp>
      <p:sp>
        <p:nvSpPr>
          <p:cNvPr id="15" name="Picture Placeholder 14">
            <a:extLst>
              <a:ext uri="{FF2B5EF4-FFF2-40B4-BE49-F238E27FC236}">
                <a16:creationId xmlns:a16="http://schemas.microsoft.com/office/drawing/2014/main" id="{A3B1A9F1-5E2D-25D0-4904-C4157E0F04C2}"/>
              </a:ext>
            </a:extLst>
          </p:cNvPr>
          <p:cNvSpPr>
            <a:spLocks noGrp="1"/>
          </p:cNvSpPr>
          <p:nvPr>
            <p:ph type="pic" sz="quarter" idx="12"/>
          </p:nvPr>
        </p:nvSpPr>
        <p:spPr>
          <a:xfrm>
            <a:off x="851112" y="2710967"/>
            <a:ext cx="5676472" cy="3238500"/>
          </a:xfrm>
          <a:custGeom>
            <a:avLst/>
            <a:gdLst>
              <a:gd name="connsiteX0" fmla="*/ 1332149 w 5943600"/>
              <a:gd name="connsiteY0" fmla="*/ 0 h 3390900"/>
              <a:gd name="connsiteX1" fmla="*/ 5943600 w 5943600"/>
              <a:gd name="connsiteY1" fmla="*/ 0 h 3390900"/>
              <a:gd name="connsiteX2" fmla="*/ 4611451 w 5943600"/>
              <a:gd name="connsiteY2" fmla="*/ 3390900 h 3390900"/>
              <a:gd name="connsiteX3" fmla="*/ 0 w 594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5943600" h="3390900">
                <a:moveTo>
                  <a:pt x="1332149" y="0"/>
                </a:moveTo>
                <a:lnTo>
                  <a:pt x="5943600" y="0"/>
                </a:lnTo>
                <a:lnTo>
                  <a:pt x="4611451" y="3390900"/>
                </a:lnTo>
                <a:lnTo>
                  <a:pt x="0" y="3390900"/>
                </a:lnTo>
                <a:close/>
              </a:path>
            </a:pathLst>
          </a:custGeom>
          <a:solidFill>
            <a:schemeClr val="bg1">
              <a:lumMod val="95000"/>
            </a:schemeClr>
          </a:solidFill>
        </p:spPr>
        <p:txBody>
          <a:bodyPr wrap="square" anchor="ctr">
            <a:noAutofit/>
          </a:bodyPr>
          <a:lstStyle>
            <a:lvl1pPr algn="ctr">
              <a:defRPr/>
            </a:lvl1pPr>
          </a:lstStyle>
          <a:p>
            <a:endParaRPr lang="en-US"/>
          </a:p>
        </p:txBody>
      </p:sp>
      <p:sp>
        <p:nvSpPr>
          <p:cNvPr id="2" name="Title 1">
            <a:extLst>
              <a:ext uri="{FF2B5EF4-FFF2-40B4-BE49-F238E27FC236}">
                <a16:creationId xmlns:a16="http://schemas.microsoft.com/office/drawing/2014/main" id="{84AAD9E5-9770-BAAD-EED5-B9281B34EEBD}"/>
              </a:ext>
            </a:extLst>
          </p:cNvPr>
          <p:cNvSpPr>
            <a:spLocks noGrp="1"/>
          </p:cNvSpPr>
          <p:nvPr>
            <p:ph type="title" hasCustomPrompt="1"/>
          </p:nvPr>
        </p:nvSpPr>
        <p:spPr>
          <a:xfrm>
            <a:off x="245655" y="888104"/>
            <a:ext cx="6103391" cy="1751581"/>
          </a:xfrm>
          <a:prstGeom prst="rect">
            <a:avLst/>
          </a:prstGeom>
        </p:spPr>
        <p:txBody>
          <a:bodyPr/>
          <a:lstStyle>
            <a:lvl1pPr>
              <a:lnSpc>
                <a:spcPct val="90000"/>
              </a:lnSpc>
              <a:defRPr sz="2800">
                <a:solidFill>
                  <a:schemeClr val="bg2"/>
                </a:solidFill>
              </a:defRPr>
            </a:lvl1pPr>
          </a:lstStyle>
          <a:p>
            <a:r>
              <a:rPr lang="en-GB"/>
              <a:t>Separator</a:t>
            </a:r>
            <a:endParaRPr lang="en-US"/>
          </a:p>
        </p:txBody>
      </p:sp>
      <p:grpSp>
        <p:nvGrpSpPr>
          <p:cNvPr id="21" name="Group 20">
            <a:extLst>
              <a:ext uri="{FF2B5EF4-FFF2-40B4-BE49-F238E27FC236}">
                <a16:creationId xmlns:a16="http://schemas.microsoft.com/office/drawing/2014/main" id="{E25172A6-D006-0CAE-9D3D-F9BDAAA58A02}"/>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D274207-AA4F-71FB-4CF0-93AAD4FEE8A9}"/>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C93B14B2-6319-0061-6572-5D1EEC9CCE7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9785C40C-ED24-4026-97B5-43FD00093BE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46FF6BE3-0551-6A4B-C50A-CF5C64D4370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6E85E10E-50C7-8361-DA25-DD2307DA8AAD}"/>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1" name="TextBox 30">
            <a:extLst>
              <a:ext uri="{FF2B5EF4-FFF2-40B4-BE49-F238E27FC236}">
                <a16:creationId xmlns:a16="http://schemas.microsoft.com/office/drawing/2014/main" id="{3E3436A4-70E4-2578-CC51-43E2E91DCE1E}"/>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4" name="Graphic 3">
            <a:extLst>
              <a:ext uri="{FF2B5EF4-FFF2-40B4-BE49-F238E27FC236}">
                <a16:creationId xmlns:a16="http://schemas.microsoft.com/office/drawing/2014/main" id="{A0C70C4D-EAD9-31BA-D111-3975324D9D4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C9CA75D5-4C7A-4D18-966A-F9C19DC3450D}"/>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pic>
        <p:nvPicPr>
          <p:cNvPr id="3" name="Graphic 2">
            <a:extLst>
              <a:ext uri="{FF2B5EF4-FFF2-40B4-BE49-F238E27FC236}">
                <a16:creationId xmlns:a16="http://schemas.microsoft.com/office/drawing/2014/main" id="{F6ED7F9B-1CC2-5923-C6F2-75DA114C2C7B}"/>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937133" y="892387"/>
            <a:ext cx="2453641" cy="5378292"/>
          </a:xfrm>
          <a:prstGeom prst="rect">
            <a:avLst/>
          </a:prstGeom>
        </p:spPr>
      </p:pic>
      <p:sp>
        <p:nvSpPr>
          <p:cNvPr id="6" name="hcSlideMaster97.Education Separator 1Header" descr="Classification: Internal">
            <a:extLst>
              <a:ext uri="{FF2B5EF4-FFF2-40B4-BE49-F238E27FC236}">
                <a16:creationId xmlns:a16="http://schemas.microsoft.com/office/drawing/2014/main" id="{70098B84-2B74-07B0-2D72-BAADFBEF1042}"/>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2808557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FFDE5"/>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DA86D7A8-EB8A-2832-AB1B-6B23E1F58EEA}"/>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B3A4BD74-7512-33AB-6164-950395DE13DF}"/>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 Placeholder 6">
            <a:extLst>
              <a:ext uri="{FF2B5EF4-FFF2-40B4-BE49-F238E27FC236}">
                <a16:creationId xmlns:a16="http://schemas.microsoft.com/office/drawing/2014/main" id="{59811453-6D1E-E7EA-8CBF-380FD472F723}"/>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6" name="TextBox 5">
            <a:extLst>
              <a:ext uri="{FF2B5EF4-FFF2-40B4-BE49-F238E27FC236}">
                <a16:creationId xmlns:a16="http://schemas.microsoft.com/office/drawing/2014/main" id="{244EB988-81D2-5E6B-CE33-97926C2CBA66}"/>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7" name="hcSlideMaster97.Title onlyHeader" descr="Classification: Internal">
            <a:extLst>
              <a:ext uri="{FF2B5EF4-FFF2-40B4-BE49-F238E27FC236}">
                <a16:creationId xmlns:a16="http://schemas.microsoft.com/office/drawing/2014/main" id="{67F36818-1FB1-059C-81CB-9E59A0999010}"/>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82141886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3" y="849280"/>
            <a:ext cx="3092819" cy="1356365"/>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4" name="Graphic 3">
            <a:extLst>
              <a:ext uri="{FF2B5EF4-FFF2-40B4-BE49-F238E27FC236}">
                <a16:creationId xmlns:a16="http://schemas.microsoft.com/office/drawing/2014/main" id="{D97F2A1D-C049-E92B-CE18-27D154078F3D}"/>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A356FD4F-F82A-7090-E77B-88B017ACE063}"/>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TextBox 1">
            <a:extLst>
              <a:ext uri="{FF2B5EF4-FFF2-40B4-BE49-F238E27FC236}">
                <a16:creationId xmlns:a16="http://schemas.microsoft.com/office/drawing/2014/main" id="{F3E84A10-E266-7D18-DEC8-C4C885CB95B4}"/>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6" name="hcSlideMaster97.Content 1Header" descr="Classification: Internal">
            <a:extLst>
              <a:ext uri="{FF2B5EF4-FFF2-40B4-BE49-F238E27FC236}">
                <a16:creationId xmlns:a16="http://schemas.microsoft.com/office/drawing/2014/main" id="{0FB9425A-7B62-B2BD-67E3-6972622A8D7C}"/>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8720546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FFFDE5"/>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AF805B28-41B5-988C-4391-E0A122E5CBEF}"/>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600084E3-673E-BE7E-4FB3-65782A60E864}"/>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Box 4">
            <a:extLst>
              <a:ext uri="{FF2B5EF4-FFF2-40B4-BE49-F238E27FC236}">
                <a16:creationId xmlns:a16="http://schemas.microsoft.com/office/drawing/2014/main" id="{319F4F83-80D5-19D6-FCEB-029BE2FE03AE}"/>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6" name="hcSlideMaster97.Content 2Header" descr="Classification: Internal">
            <a:extLst>
              <a:ext uri="{FF2B5EF4-FFF2-40B4-BE49-F238E27FC236}">
                <a16:creationId xmlns:a16="http://schemas.microsoft.com/office/drawing/2014/main" id="{45782394-255F-94C8-5435-7D16B54558AF}"/>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35362581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4" name="Graphic 3">
            <a:extLst>
              <a:ext uri="{FF2B5EF4-FFF2-40B4-BE49-F238E27FC236}">
                <a16:creationId xmlns:a16="http://schemas.microsoft.com/office/drawing/2014/main" id="{57200D40-AB10-D5C6-A14C-A460890F2EA9}"/>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03888AB8-42DE-9A40-A4E3-69457E75BC9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TextBox 1">
            <a:extLst>
              <a:ext uri="{FF2B5EF4-FFF2-40B4-BE49-F238E27FC236}">
                <a16:creationId xmlns:a16="http://schemas.microsoft.com/office/drawing/2014/main" id="{9AF23A3B-16C8-F703-D2D0-52783B56126D}"/>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6" name="hcSlideMaster97.Content 3Header" descr="Classification: Internal">
            <a:extLst>
              <a:ext uri="{FF2B5EF4-FFF2-40B4-BE49-F238E27FC236}">
                <a16:creationId xmlns:a16="http://schemas.microsoft.com/office/drawing/2014/main" id="{3244AB62-BC7D-07BC-657D-A9285C616E81}"/>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411988637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pic>
        <p:nvPicPr>
          <p:cNvPr id="3" name="Picture 2">
            <a:extLst>
              <a:ext uri="{FF2B5EF4-FFF2-40B4-BE49-F238E27FC236}">
                <a16:creationId xmlns:a16="http://schemas.microsoft.com/office/drawing/2014/main" id="{288132F9-CE14-A6DD-1169-FF2861A0873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10" name="Graphic 9">
            <a:extLst>
              <a:ext uri="{FF2B5EF4-FFF2-40B4-BE49-F238E27FC236}">
                <a16:creationId xmlns:a16="http://schemas.microsoft.com/office/drawing/2014/main" id="{23A4FE0C-7B28-D980-28F6-E0DA37F54F0E}"/>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11" name="Graphic 10">
            <a:extLst>
              <a:ext uri="{FF2B5EF4-FFF2-40B4-BE49-F238E27FC236}">
                <a16:creationId xmlns:a16="http://schemas.microsoft.com/office/drawing/2014/main" id="{00B445AA-41FA-484F-294E-55D723EBF37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5448829" y="95795"/>
            <a:ext cx="3176660" cy="6312278"/>
          </a:xfrm>
          <a:prstGeom prst="rect">
            <a:avLst/>
          </a:prstGeom>
        </p:spPr>
      </p:pic>
      <p:sp>
        <p:nvSpPr>
          <p:cNvPr id="12" name="object 7">
            <a:extLst>
              <a:ext uri="{FF2B5EF4-FFF2-40B4-BE49-F238E27FC236}">
                <a16:creationId xmlns:a16="http://schemas.microsoft.com/office/drawing/2014/main" id="{0CD07F33-D45C-360D-7664-2C20467AA3B7}"/>
              </a:ext>
            </a:extLst>
          </p:cNvPr>
          <p:cNvSpPr txBox="1"/>
          <p:nvPr userDrawn="1"/>
        </p:nvSpPr>
        <p:spPr>
          <a:xfrm>
            <a:off x="9345454" y="991815"/>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lang="en-IN" sz="1100" spc="-7">
                <a:solidFill>
                  <a:srgbClr val="FFFFFF"/>
                </a:solidFill>
                <a:latin typeface="DM Sans"/>
                <a:cs typeface="DM Sans"/>
              </a:rPr>
              <a:t>@t</a:t>
            </a:r>
            <a:r>
              <a:rPr sz="1100" spc="-7" err="1">
                <a:solidFill>
                  <a:srgbClr val="FFFFFF"/>
                </a:solidFill>
                <a:latin typeface="DM Sans"/>
                <a:cs typeface="DM Sans"/>
              </a:rPr>
              <a: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err="1">
                <a:solidFill>
                  <a:schemeClr val="bg2"/>
                </a:solidFill>
                <a:latin typeface="DM Sans"/>
                <a:cs typeface="DM Sans"/>
              </a:rPr>
              <a:t>tatatechnologies.com</a:t>
            </a:r>
            <a:endParaRPr sz="1600">
              <a:solidFill>
                <a:schemeClr val="bg2"/>
              </a:solidFill>
              <a:latin typeface="DM Sans"/>
              <a:cs typeface="DM Sans"/>
            </a:endParaRPr>
          </a:p>
        </p:txBody>
      </p:sp>
      <p:pic>
        <p:nvPicPr>
          <p:cNvPr id="13" name="Graphic 12">
            <a:extLst>
              <a:ext uri="{FF2B5EF4-FFF2-40B4-BE49-F238E27FC236}">
                <a16:creationId xmlns:a16="http://schemas.microsoft.com/office/drawing/2014/main" id="{C6F40A7A-00A2-201A-C3B7-5C94422DC35B}"/>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353105" y="1091858"/>
            <a:ext cx="132408" cy="132408"/>
          </a:xfrm>
          <a:prstGeom prst="rect">
            <a:avLst/>
          </a:prstGeom>
        </p:spPr>
      </p:pic>
      <p:pic>
        <p:nvPicPr>
          <p:cNvPr id="14" name="Graphic 13">
            <a:extLst>
              <a:ext uri="{FF2B5EF4-FFF2-40B4-BE49-F238E27FC236}">
                <a16:creationId xmlns:a16="http://schemas.microsoft.com/office/drawing/2014/main" id="{F5D29B53-A698-D7B0-FC68-C9F4450402E0}"/>
              </a:ext>
            </a:extLst>
          </p:cNvPr>
          <p:cNvPicPr>
            <a:picLocks noChangeAspect="1"/>
          </p:cNvPicPr>
          <p:nvPr userDrawn="1"/>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344278" y="2072869"/>
            <a:ext cx="146107" cy="136976"/>
          </a:xfrm>
          <a:prstGeom prst="rect">
            <a:avLst/>
          </a:prstGeom>
        </p:spPr>
      </p:pic>
      <p:pic>
        <p:nvPicPr>
          <p:cNvPr id="28" name="Picture 27">
            <a:extLst>
              <a:ext uri="{FF2B5EF4-FFF2-40B4-BE49-F238E27FC236}">
                <a16:creationId xmlns:a16="http://schemas.microsoft.com/office/drawing/2014/main" id="{9E011C40-B2F1-BA53-A72E-292DE845E09E}"/>
              </a:ext>
            </a:extLst>
          </p:cNvPr>
          <p:cNvPicPr>
            <a:picLocks noChangeAspect="1"/>
          </p:cNvPicPr>
          <p:nvPr userDrawn="1"/>
        </p:nvPicPr>
        <p:blipFill rotWithShape="1">
          <a:blip r:embed="rId13" cstate="email">
            <a:extLst>
              <a:ext uri="{28A0092B-C50C-407E-A947-70E740481C1C}">
                <a14:useLocalDpi xmlns:a14="http://schemas.microsoft.com/office/drawing/2010/main"/>
              </a:ext>
            </a:extLst>
          </a:blip>
          <a:srcRect b="-3480"/>
          <a:stretch/>
        </p:blipFill>
        <p:spPr>
          <a:xfrm>
            <a:off x="9336129" y="1842353"/>
            <a:ext cx="166369" cy="113863"/>
          </a:xfrm>
          <a:prstGeom prst="rect">
            <a:avLst/>
          </a:prstGeom>
        </p:spPr>
      </p:pic>
      <p:pic>
        <p:nvPicPr>
          <p:cNvPr id="29" name="Graphic 28">
            <a:extLst>
              <a:ext uri="{FF2B5EF4-FFF2-40B4-BE49-F238E27FC236}">
                <a16:creationId xmlns:a16="http://schemas.microsoft.com/office/drawing/2014/main" id="{5950C313-414B-67CE-20BA-35193DC6E1A2}"/>
              </a:ext>
            </a:extLst>
          </p:cNvPr>
          <p:cNvPicPr>
            <a:picLocks noChangeAspect="1"/>
          </p:cNvPicPr>
          <p:nvPr userDrawn="1"/>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353105" y="1345563"/>
            <a:ext cx="132408" cy="132408"/>
          </a:xfrm>
          <a:prstGeom prst="rect">
            <a:avLst/>
          </a:prstGeom>
        </p:spPr>
      </p:pic>
      <p:sp>
        <p:nvSpPr>
          <p:cNvPr id="30" name="Rectangle 29">
            <a:hlinkClick r:id="rId16"/>
            <a:extLst>
              <a:ext uri="{FF2B5EF4-FFF2-40B4-BE49-F238E27FC236}">
                <a16:creationId xmlns:a16="http://schemas.microsoft.com/office/drawing/2014/main" id="{F5644F10-6634-904A-6F4B-AC6936FA73F5}"/>
              </a:ext>
            </a:extLst>
          </p:cNvPr>
          <p:cNvSpPr/>
          <p:nvPr userDrawn="1"/>
        </p:nvSpPr>
        <p:spPr>
          <a:xfrm>
            <a:off x="9304945" y="2480556"/>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2" name="Rectangle 31">
            <a:hlinkClick r:id="rId17"/>
            <a:extLst>
              <a:ext uri="{FF2B5EF4-FFF2-40B4-BE49-F238E27FC236}">
                <a16:creationId xmlns:a16="http://schemas.microsoft.com/office/drawing/2014/main" id="{EB4317BA-0EED-29F5-3448-016F5060DDAB}"/>
              </a:ext>
            </a:extLst>
          </p:cNvPr>
          <p:cNvSpPr/>
          <p:nvPr userDrawn="1"/>
        </p:nvSpPr>
        <p:spPr>
          <a:xfrm>
            <a:off x="9304945" y="105907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4" name="Rectangle 33">
            <a:hlinkClick r:id="rId18"/>
            <a:extLst>
              <a:ext uri="{FF2B5EF4-FFF2-40B4-BE49-F238E27FC236}">
                <a16:creationId xmlns:a16="http://schemas.microsoft.com/office/drawing/2014/main" id="{BFF461B6-EF73-EF47-F747-A5372E8A8B4D}"/>
              </a:ext>
            </a:extLst>
          </p:cNvPr>
          <p:cNvSpPr/>
          <p:nvPr userDrawn="1"/>
        </p:nvSpPr>
        <p:spPr>
          <a:xfrm>
            <a:off x="9304945" y="132818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5" name="Rectangle 34">
            <a:hlinkClick r:id="rId19"/>
            <a:extLst>
              <a:ext uri="{FF2B5EF4-FFF2-40B4-BE49-F238E27FC236}">
                <a16:creationId xmlns:a16="http://schemas.microsoft.com/office/drawing/2014/main" id="{AE637C5C-0D4D-4D7B-8F5E-518829C9A509}"/>
              </a:ext>
            </a:extLst>
          </p:cNvPr>
          <p:cNvSpPr/>
          <p:nvPr userDrawn="1"/>
        </p:nvSpPr>
        <p:spPr>
          <a:xfrm>
            <a:off x="9304945" y="1552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6" name="Rectangle 35">
            <a:hlinkClick r:id="rId20"/>
            <a:extLst>
              <a:ext uri="{FF2B5EF4-FFF2-40B4-BE49-F238E27FC236}">
                <a16:creationId xmlns:a16="http://schemas.microsoft.com/office/drawing/2014/main" id="{1CED36F8-C398-07D6-EFF7-B22BC2BE03F5}"/>
              </a:ext>
            </a:extLst>
          </p:cNvPr>
          <p:cNvSpPr/>
          <p:nvPr userDrawn="1"/>
        </p:nvSpPr>
        <p:spPr>
          <a:xfrm>
            <a:off x="9304945" y="1806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9" name="Rectangle 48">
            <a:hlinkClick r:id="rId21"/>
            <a:extLst>
              <a:ext uri="{FF2B5EF4-FFF2-40B4-BE49-F238E27FC236}">
                <a16:creationId xmlns:a16="http://schemas.microsoft.com/office/drawing/2014/main" id="{84385682-9163-A031-2A55-EA543476F7A4}"/>
              </a:ext>
            </a:extLst>
          </p:cNvPr>
          <p:cNvSpPr/>
          <p:nvPr userDrawn="1"/>
        </p:nvSpPr>
        <p:spPr>
          <a:xfrm>
            <a:off x="9304945" y="205330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0" name="object 4">
            <a:extLst>
              <a:ext uri="{FF2B5EF4-FFF2-40B4-BE49-F238E27FC236}">
                <a16:creationId xmlns:a16="http://schemas.microsoft.com/office/drawing/2014/main" id="{76202301-0DF2-50D9-3AFC-CF9B7FF04721}"/>
              </a:ext>
            </a:extLst>
          </p:cNvPr>
          <p:cNvSpPr txBox="1"/>
          <p:nvPr userDrawn="1"/>
        </p:nvSpPr>
        <p:spPr>
          <a:xfrm>
            <a:off x="9345454" y="4735906"/>
            <a:ext cx="2530448" cy="1183610"/>
          </a:xfrm>
          <a:prstGeom prst="rect">
            <a:avLst/>
          </a:prstGeom>
        </p:spPr>
        <p:txBody>
          <a:bodyPr vert="horz" wrap="square" lIns="0" tIns="31449" rIns="0" bIns="0" rtlCol="0">
            <a:spAutoFit/>
          </a:bodyPr>
          <a:lstStyle/>
          <a:p>
            <a:pPr marL="6419">
              <a:lnSpc>
                <a:spcPts val="1080"/>
              </a:lnSpc>
              <a:spcBef>
                <a:spcPts val="248"/>
              </a:spcBef>
            </a:pPr>
            <a:r>
              <a:rPr lang="en-IN" sz="900" b="1" spc="0">
                <a:solidFill>
                  <a:schemeClr val="bg2"/>
                </a:solidFill>
                <a:latin typeface="DMSans-Medium"/>
                <a:cs typeface="DMSans-Medium"/>
              </a:rPr>
              <a:t>COPYRIGHT NOTICE</a:t>
            </a:r>
          </a:p>
          <a:p>
            <a:pPr marL="6419">
              <a:lnSpc>
                <a:spcPts val="1080"/>
              </a:lnSpc>
              <a:spcBef>
                <a:spcPts val="248"/>
              </a:spcBef>
            </a:pPr>
            <a:r>
              <a:rPr lang="en-IN" sz="9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900" spc="0">
              <a:solidFill>
                <a:schemeClr val="bg1"/>
              </a:solidFill>
              <a:latin typeface="+mn-lt"/>
              <a:cs typeface="DM Sans"/>
            </a:endParaRPr>
          </a:p>
        </p:txBody>
      </p:sp>
      <p:pic>
        <p:nvPicPr>
          <p:cNvPr id="51" name="Picture 50">
            <a:extLst>
              <a:ext uri="{FF2B5EF4-FFF2-40B4-BE49-F238E27FC236}">
                <a16:creationId xmlns:a16="http://schemas.microsoft.com/office/drawing/2014/main" id="{29CFB9E4-7564-FE7E-5E6E-9FCB0F8A0BFC}"/>
              </a:ext>
            </a:extLst>
          </p:cNvPr>
          <p:cNvPicPr>
            <a:picLocks noChangeAspect="1"/>
          </p:cNvPicPr>
          <p:nvPr userDrawn="1"/>
        </p:nvPicPr>
        <p:blipFill>
          <a:blip r:embed="rId22"/>
          <a:stretch>
            <a:fillRect/>
          </a:stretch>
        </p:blipFill>
        <p:spPr>
          <a:xfrm>
            <a:off x="9349122" y="1574199"/>
            <a:ext cx="136391" cy="139259"/>
          </a:xfrm>
          <a:prstGeom prst="rect">
            <a:avLst/>
          </a:prstGeom>
        </p:spPr>
      </p:pic>
      <p:sp>
        <p:nvSpPr>
          <p:cNvPr id="2" name="object 3">
            <a:extLst>
              <a:ext uri="{FF2B5EF4-FFF2-40B4-BE49-F238E27FC236}">
                <a16:creationId xmlns:a16="http://schemas.microsoft.com/office/drawing/2014/main" id="{48D74605-CFEF-CAAB-7FFD-4B4E84E135AF}"/>
              </a:ext>
            </a:extLst>
          </p:cNvPr>
          <p:cNvSpPr txBox="1"/>
          <p:nvPr userDrawn="1"/>
        </p:nvSpPr>
        <p:spPr>
          <a:xfrm>
            <a:off x="323648" y="100591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chemeClr val="bg2"/>
                </a:solidFill>
                <a:latin typeface="DMSans-Medium"/>
                <a:cs typeface="DMSans-Medium"/>
              </a:rPr>
              <a:t>ASIA</a:t>
            </a:r>
            <a:r>
              <a:rPr sz="1100" spc="223">
                <a:solidFill>
                  <a:schemeClr val="bg2"/>
                </a:solidFill>
                <a:latin typeface="DMSans-Medium"/>
                <a:cs typeface="DMSans-Medium"/>
              </a:rPr>
              <a:t> </a:t>
            </a:r>
            <a:r>
              <a:rPr sz="1100" spc="71">
                <a:solidFill>
                  <a:schemeClr val="bg2"/>
                </a:solidFill>
                <a:latin typeface="DMSans-Medium"/>
                <a:cs typeface="DMSans-Medium"/>
              </a:rPr>
              <a:t>PACIFIC </a:t>
            </a:r>
            <a:endParaRPr sz="1100">
              <a:solidFill>
                <a:schemeClr val="bg2"/>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4" name="object 4">
            <a:extLst>
              <a:ext uri="{FF2B5EF4-FFF2-40B4-BE49-F238E27FC236}">
                <a16:creationId xmlns:a16="http://schemas.microsoft.com/office/drawing/2014/main" id="{AD6FD344-A2A8-AA79-36A3-8079C9093975}"/>
              </a:ext>
            </a:extLst>
          </p:cNvPr>
          <p:cNvSpPr txBox="1"/>
          <p:nvPr userDrawn="1"/>
        </p:nvSpPr>
        <p:spPr>
          <a:xfrm>
            <a:off x="323650" y="2636627"/>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chemeClr val="bg2"/>
                </a:solidFill>
                <a:latin typeface="DMSans-Medium"/>
                <a:cs typeface="DMSans-Medium"/>
              </a:rPr>
              <a:t>EUROPE </a:t>
            </a:r>
            <a:endParaRPr sz="1100">
              <a:solidFill>
                <a:schemeClr val="bg2"/>
              </a:solidFill>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5" name="object 5">
            <a:extLst>
              <a:ext uri="{FF2B5EF4-FFF2-40B4-BE49-F238E27FC236}">
                <a16:creationId xmlns:a16="http://schemas.microsoft.com/office/drawing/2014/main" id="{2A6B10E8-10E5-DA80-8E94-F3A78812008B}"/>
              </a:ext>
            </a:extLst>
          </p:cNvPr>
          <p:cNvSpPr txBox="1"/>
          <p:nvPr userDrawn="1"/>
        </p:nvSpPr>
        <p:spPr>
          <a:xfrm>
            <a:off x="323319" y="4673608"/>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chemeClr val="bg2"/>
                </a:solidFill>
                <a:latin typeface="DMSans-Medium"/>
                <a:cs typeface="DMSans-Medium"/>
              </a:rPr>
              <a:t>NORTH</a:t>
            </a:r>
            <a:r>
              <a:rPr sz="1100" spc="219">
                <a:solidFill>
                  <a:schemeClr val="bg2"/>
                </a:solidFill>
                <a:latin typeface="DMSans-Medium"/>
                <a:cs typeface="DMSans-Medium"/>
              </a:rPr>
              <a:t> </a:t>
            </a:r>
            <a:r>
              <a:rPr sz="1100" spc="87">
                <a:solidFill>
                  <a:schemeClr val="bg2"/>
                </a:solidFill>
                <a:latin typeface="DMSans-Medium"/>
                <a:cs typeface="DMSans-Medium"/>
              </a:rPr>
              <a:t>AMERICA</a:t>
            </a:r>
            <a:endParaRPr sz="1100">
              <a:solidFill>
                <a:schemeClr val="bg2"/>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6" name="hcSlideMaster97.Closing slideHeader" descr="Classification: Internal">
            <a:extLst>
              <a:ext uri="{FF2B5EF4-FFF2-40B4-BE49-F238E27FC236}">
                <a16:creationId xmlns:a16="http://schemas.microsoft.com/office/drawing/2014/main" id="{06160E39-72B0-0954-B42F-970BA3F5A0D4}"/>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74061218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chemeClr val="tx2"/>
                </a:solidFill>
                <a:effectLst/>
              </a:rPr>
              <a:t>© Copyright 2025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E4E378E5-4AE5-9417-E142-6F858F9FA577}"/>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EF23703E-AE3D-DE2C-6C4A-1A8C46057AD2}"/>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itle Placeholder 21">
            <a:extLst>
              <a:ext uri="{FF2B5EF4-FFF2-40B4-BE49-F238E27FC236}">
                <a16:creationId xmlns:a16="http://schemas.microsoft.com/office/drawing/2014/main" id="{855271DE-BEBA-20AD-15A8-A0C5EC1569D0}"/>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7" name="Text Placeholder 2">
            <a:extLst>
              <a:ext uri="{FF2B5EF4-FFF2-40B4-BE49-F238E27FC236}">
                <a16:creationId xmlns:a16="http://schemas.microsoft.com/office/drawing/2014/main" id="{A12E6A27-2F5D-6274-66D1-9F35D02AEDC9}"/>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hcSlideMaster127.BlankHeader" descr="Classification: Internal">
            <a:extLst>
              <a:ext uri="{FF2B5EF4-FFF2-40B4-BE49-F238E27FC236}">
                <a16:creationId xmlns:a16="http://schemas.microsoft.com/office/drawing/2014/main" id="{3A803A6C-46F2-63C0-9E72-B8AEE90AAD3F}"/>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410060357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lank Software">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66D3E84C-6034-ECEC-139A-C925D444193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C720BFB4-5BB2-EAF2-BF14-3181C99E704E}"/>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5D9DC8BD-3534-83EA-39C2-FA7B4C3F45FB}"/>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chemeClr val="bg1"/>
                </a:solidFill>
              </a:defRPr>
            </a:lvl1pPr>
          </a:lstStyle>
          <a:p>
            <a:r>
              <a:rPr lang="en-GB"/>
              <a:t>Click to edit Master title</a:t>
            </a:r>
            <a:endParaRPr lang="en-US"/>
          </a:p>
        </p:txBody>
      </p:sp>
      <p:sp>
        <p:nvSpPr>
          <p:cNvPr id="6" name="Text Placeholder 2">
            <a:extLst>
              <a:ext uri="{FF2B5EF4-FFF2-40B4-BE49-F238E27FC236}">
                <a16:creationId xmlns:a16="http://schemas.microsoft.com/office/drawing/2014/main" id="{28F6945F-5116-4D5F-9806-8D0D959FCA09}"/>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hcSlideMaster127.Blank SoftwareHeader" descr="Classification: Internal">
            <a:extLst>
              <a:ext uri="{FF2B5EF4-FFF2-40B4-BE49-F238E27FC236}">
                <a16:creationId xmlns:a16="http://schemas.microsoft.com/office/drawing/2014/main" id="{DFBBA85D-ECC8-D0E9-C538-F8A205A3DCFD}"/>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96318409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ver Software">
    <p:bg>
      <p:bgPr>
        <a:solidFill>
          <a:schemeClr val="tx2"/>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4"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3"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4"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6" name="TextBox 35">
            <a:extLst>
              <a:ext uri="{FF2B5EF4-FFF2-40B4-BE49-F238E27FC236}">
                <a16:creationId xmlns:a16="http://schemas.microsoft.com/office/drawing/2014/main" id="{00439E84-97CE-7951-71AF-552278CECA61}"/>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45" name="Picture Placeholder 12">
            <a:extLst>
              <a:ext uri="{FF2B5EF4-FFF2-40B4-BE49-F238E27FC236}">
                <a16:creationId xmlns:a16="http://schemas.microsoft.com/office/drawing/2014/main" id="{4C0A6BFA-50DF-57AC-2B5C-E6000CAC2BB6}"/>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pic>
        <p:nvPicPr>
          <p:cNvPr id="3" name="Picture 2">
            <a:extLst>
              <a:ext uri="{FF2B5EF4-FFF2-40B4-BE49-F238E27FC236}">
                <a16:creationId xmlns:a16="http://schemas.microsoft.com/office/drawing/2014/main" id="{6506F441-EFD0-AFAF-EC3D-8860D7DC2894}"/>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056A3A4B-5E08-515F-893B-9070BE9D04C3}"/>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703997" y="6408073"/>
            <a:ext cx="2135347" cy="168971"/>
          </a:xfrm>
          <a:prstGeom prst="rect">
            <a:avLst/>
          </a:prstGeom>
        </p:spPr>
      </p:pic>
      <p:sp>
        <p:nvSpPr>
          <p:cNvPr id="11" name="Title 1">
            <a:extLst>
              <a:ext uri="{FF2B5EF4-FFF2-40B4-BE49-F238E27FC236}">
                <a16:creationId xmlns:a16="http://schemas.microsoft.com/office/drawing/2014/main" id="{C731BC8D-E26E-0674-83B1-6149FE092A5D}"/>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b="0" i="0" kern="1200" dirty="0">
                <a:solidFill>
                  <a:srgbClr val="C74EFF"/>
                </a:solidFill>
                <a:latin typeface="+mj-lt"/>
                <a:ea typeface="+mj-ea"/>
                <a:cs typeface="+mj-cs"/>
              </a:defRPr>
            </a:lvl1pPr>
          </a:lstStyle>
          <a:p>
            <a:r>
              <a:rPr lang="en-GB"/>
              <a:t>Click to edit title</a:t>
            </a:r>
            <a:endParaRPr lang="en-US"/>
          </a:p>
        </p:txBody>
      </p:sp>
      <p:sp>
        <p:nvSpPr>
          <p:cNvPr id="12" name="Text Placeholder 6">
            <a:extLst>
              <a:ext uri="{FF2B5EF4-FFF2-40B4-BE49-F238E27FC236}">
                <a16:creationId xmlns:a16="http://schemas.microsoft.com/office/drawing/2014/main" id="{1EEE3846-0C41-09E6-19F1-B579C8E2AB2C}"/>
              </a:ext>
            </a:extLst>
          </p:cNvPr>
          <p:cNvSpPr>
            <a:spLocks noGrp="1"/>
          </p:cNvSpPr>
          <p:nvPr>
            <p:ph type="body" sz="quarter" idx="13" hasCustomPrompt="1"/>
          </p:nvPr>
        </p:nvSpPr>
        <p:spPr>
          <a:xfrm>
            <a:off x="245653" y="4004398"/>
            <a:ext cx="4291843" cy="793631"/>
          </a:xfrm>
        </p:spPr>
        <p:txBody>
          <a:bodyPr/>
          <a:lstStyle>
            <a:lvl1pPr marL="0" indent="0">
              <a:lnSpc>
                <a:spcPct val="90000"/>
              </a:lnSpc>
              <a:buNone/>
              <a:defRPr sz="2400">
                <a:solidFill>
                  <a:schemeClr val="bg1"/>
                </a:solidFill>
              </a:defRPr>
            </a:lvl1pPr>
          </a:lstStyle>
          <a:p>
            <a:pPr lvl="0"/>
            <a:r>
              <a:rPr lang="en-GB"/>
              <a:t>Click here to edit subheading</a:t>
            </a:r>
            <a:endParaRPr lang="en-US"/>
          </a:p>
        </p:txBody>
      </p:sp>
      <p:sp>
        <p:nvSpPr>
          <p:cNvPr id="13" name="Text Placeholder 6">
            <a:extLst>
              <a:ext uri="{FF2B5EF4-FFF2-40B4-BE49-F238E27FC236}">
                <a16:creationId xmlns:a16="http://schemas.microsoft.com/office/drawing/2014/main" id="{ECEE140D-DDCC-83DE-B5EF-7A351935C951}"/>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defRPr>
            </a:lvl1pPr>
          </a:lstStyle>
          <a:p>
            <a:pPr lvl="0"/>
            <a:r>
              <a:rPr lang="en-GB"/>
              <a:t>Enter Date or Document Version</a:t>
            </a:r>
            <a:endParaRPr lang="en-US"/>
          </a:p>
        </p:txBody>
      </p:sp>
      <p:pic>
        <p:nvPicPr>
          <p:cNvPr id="31" name="Picture 30">
            <a:extLst>
              <a:ext uri="{FF2B5EF4-FFF2-40B4-BE49-F238E27FC236}">
                <a16:creationId xmlns:a16="http://schemas.microsoft.com/office/drawing/2014/main" id="{D2F38C8C-3ABE-B952-D87C-9FA1F4576C8A}"/>
              </a:ext>
            </a:extLst>
          </p:cNvPr>
          <p:cNvPicPr>
            <a:picLocks noChangeAspect="1"/>
          </p:cNvPicPr>
          <p:nvPr userDrawn="1"/>
        </p:nvPicPr>
        <p:blipFill>
          <a:blip r:embed="rId8"/>
          <a:stretch>
            <a:fillRect/>
          </a:stretch>
        </p:blipFill>
        <p:spPr>
          <a:xfrm>
            <a:off x="301030" y="1259573"/>
            <a:ext cx="667419" cy="832811"/>
          </a:xfrm>
          <a:prstGeom prst="rect">
            <a:avLst/>
          </a:prstGeom>
        </p:spPr>
      </p:pic>
      <p:sp>
        <p:nvSpPr>
          <p:cNvPr id="2" name="hcSlideMaster127.Cover SoftwareHeader" descr="Classification: Internal">
            <a:extLst>
              <a:ext uri="{FF2B5EF4-FFF2-40B4-BE49-F238E27FC236}">
                <a16:creationId xmlns:a16="http://schemas.microsoft.com/office/drawing/2014/main" id="{35316463-EBD6-DC8F-2DF1-B828AFBDE96D}"/>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0318136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oftware Separato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9"/>
            <a:ext cx="4350335" cy="1715893"/>
          </a:xfrm>
          <a:prstGeom prst="rect">
            <a:avLst/>
          </a:prstGeom>
        </p:spPr>
        <p:txBody>
          <a:bodyPr/>
          <a:lstStyle>
            <a:lvl1pPr>
              <a:lnSpc>
                <a:spcPct val="90000"/>
              </a:lnSpc>
              <a:defRPr sz="2800">
                <a:solidFill>
                  <a:schemeClr val="bg1"/>
                </a:solidFill>
              </a:defRPr>
            </a:lvl1pPr>
          </a:lstStyle>
          <a:p>
            <a:r>
              <a:rPr lang="en-GB"/>
              <a:t>Click to edit title</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3" name="TextBox 32">
            <a:extLst>
              <a:ext uri="{FF2B5EF4-FFF2-40B4-BE49-F238E27FC236}">
                <a16:creationId xmlns:a16="http://schemas.microsoft.com/office/drawing/2014/main" id="{0D3738DA-E1A3-951E-954E-52831689FC14}"/>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pic>
        <p:nvPicPr>
          <p:cNvPr id="5" name="Picture 4">
            <a:extLst>
              <a:ext uri="{FF2B5EF4-FFF2-40B4-BE49-F238E27FC236}">
                <a16:creationId xmlns:a16="http://schemas.microsoft.com/office/drawing/2014/main" id="{29592541-D6FF-920E-8DD4-0DF5E0390F1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6" name="Graphic 5">
            <a:extLst>
              <a:ext uri="{FF2B5EF4-FFF2-40B4-BE49-F238E27FC236}">
                <a16:creationId xmlns:a16="http://schemas.microsoft.com/office/drawing/2014/main" id="{3AF795EE-3A43-1B87-22F2-9C4A6AEA81FE}"/>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4" name="Graphic 3">
            <a:extLst>
              <a:ext uri="{FF2B5EF4-FFF2-40B4-BE49-F238E27FC236}">
                <a16:creationId xmlns:a16="http://schemas.microsoft.com/office/drawing/2014/main" id="{DA40CE07-F721-8FAF-2CC1-2AB13B20B196}"/>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240338" y="-784639"/>
            <a:ext cx="6147337" cy="7202855"/>
          </a:xfrm>
          <a:prstGeom prst="rect">
            <a:avLst/>
          </a:prstGeom>
        </p:spPr>
      </p:pic>
      <p:sp>
        <p:nvSpPr>
          <p:cNvPr id="2" name="hcSlideMaster127.Software SeparatorHeader" descr="Classification: Internal">
            <a:extLst>
              <a:ext uri="{FF2B5EF4-FFF2-40B4-BE49-F238E27FC236}">
                <a16:creationId xmlns:a16="http://schemas.microsoft.com/office/drawing/2014/main" id="{A4E5AB1B-4C41-D750-9E4D-A797C857CBA4}"/>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0191261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oftware Separator 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25DF583-D45F-3FA1-D8C7-82A753218622}"/>
              </a:ext>
            </a:extLst>
          </p:cNvPr>
          <p:cNvSpPr>
            <a:spLocks noGrp="1"/>
          </p:cNvSpPr>
          <p:nvPr>
            <p:ph type="pic" sz="quarter" idx="11"/>
          </p:nvPr>
        </p:nvSpPr>
        <p:spPr>
          <a:xfrm>
            <a:off x="5781211" y="1273423"/>
            <a:ext cx="5943600" cy="3390900"/>
          </a:xfrm>
          <a:custGeom>
            <a:avLst/>
            <a:gdLst>
              <a:gd name="connsiteX0" fmla="*/ 1332149 w 5943600"/>
              <a:gd name="connsiteY0" fmla="*/ 0 h 3390900"/>
              <a:gd name="connsiteX1" fmla="*/ 5943600 w 5943600"/>
              <a:gd name="connsiteY1" fmla="*/ 0 h 3390900"/>
              <a:gd name="connsiteX2" fmla="*/ 4611451 w 5943600"/>
              <a:gd name="connsiteY2" fmla="*/ 3390900 h 3390900"/>
              <a:gd name="connsiteX3" fmla="*/ 0 w 594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5943600" h="3390900">
                <a:moveTo>
                  <a:pt x="1332149" y="0"/>
                </a:moveTo>
                <a:lnTo>
                  <a:pt x="5943600" y="0"/>
                </a:lnTo>
                <a:lnTo>
                  <a:pt x="4611451" y="3390900"/>
                </a:lnTo>
                <a:lnTo>
                  <a:pt x="0" y="3390900"/>
                </a:lnTo>
                <a:close/>
              </a:path>
            </a:pathLst>
          </a:custGeom>
          <a:solidFill>
            <a:schemeClr val="bg1">
              <a:lumMod val="95000"/>
            </a:schemeClr>
          </a:solidFill>
        </p:spPr>
        <p:txBody>
          <a:bodyPr wrap="square" anchor="ctr">
            <a:noAutofit/>
          </a:bodyPr>
          <a:lstStyle>
            <a:lvl1pPr algn="ctr">
              <a:defRPr/>
            </a:lvl1pPr>
          </a:lstStyle>
          <a:p>
            <a:endParaRPr lang="en-US"/>
          </a:p>
        </p:txBody>
      </p:sp>
      <p:sp>
        <p:nvSpPr>
          <p:cNvPr id="15" name="Picture Placeholder 14">
            <a:extLst>
              <a:ext uri="{FF2B5EF4-FFF2-40B4-BE49-F238E27FC236}">
                <a16:creationId xmlns:a16="http://schemas.microsoft.com/office/drawing/2014/main" id="{A3B1A9F1-5E2D-25D0-4904-C4157E0F04C2}"/>
              </a:ext>
            </a:extLst>
          </p:cNvPr>
          <p:cNvSpPr>
            <a:spLocks noGrp="1"/>
          </p:cNvSpPr>
          <p:nvPr>
            <p:ph type="pic" sz="quarter" idx="12"/>
          </p:nvPr>
        </p:nvSpPr>
        <p:spPr>
          <a:xfrm>
            <a:off x="851112" y="2710967"/>
            <a:ext cx="5676472" cy="3238500"/>
          </a:xfrm>
          <a:custGeom>
            <a:avLst/>
            <a:gdLst>
              <a:gd name="connsiteX0" fmla="*/ 1332149 w 5943600"/>
              <a:gd name="connsiteY0" fmla="*/ 0 h 3390900"/>
              <a:gd name="connsiteX1" fmla="*/ 5943600 w 5943600"/>
              <a:gd name="connsiteY1" fmla="*/ 0 h 3390900"/>
              <a:gd name="connsiteX2" fmla="*/ 4611451 w 5943600"/>
              <a:gd name="connsiteY2" fmla="*/ 3390900 h 3390900"/>
              <a:gd name="connsiteX3" fmla="*/ 0 w 594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5943600" h="3390900">
                <a:moveTo>
                  <a:pt x="1332149" y="0"/>
                </a:moveTo>
                <a:lnTo>
                  <a:pt x="5943600" y="0"/>
                </a:lnTo>
                <a:lnTo>
                  <a:pt x="4611451" y="3390900"/>
                </a:lnTo>
                <a:lnTo>
                  <a:pt x="0" y="3390900"/>
                </a:lnTo>
                <a:close/>
              </a:path>
            </a:pathLst>
          </a:custGeom>
          <a:solidFill>
            <a:schemeClr val="bg1">
              <a:lumMod val="95000"/>
            </a:schemeClr>
          </a:solidFill>
        </p:spPr>
        <p:txBody>
          <a:bodyPr wrap="square" anchor="ctr">
            <a:noAutofit/>
          </a:bodyPr>
          <a:lstStyle>
            <a:lvl1pPr algn="ctr">
              <a:defRPr/>
            </a:lvl1pPr>
          </a:lstStyle>
          <a:p>
            <a:endParaRPr lang="en-US"/>
          </a:p>
        </p:txBody>
      </p:sp>
      <p:sp>
        <p:nvSpPr>
          <p:cNvPr id="2" name="Title 1">
            <a:extLst>
              <a:ext uri="{FF2B5EF4-FFF2-40B4-BE49-F238E27FC236}">
                <a16:creationId xmlns:a16="http://schemas.microsoft.com/office/drawing/2014/main" id="{84AAD9E5-9770-BAAD-EED5-B9281B34EEBD}"/>
              </a:ext>
            </a:extLst>
          </p:cNvPr>
          <p:cNvSpPr>
            <a:spLocks noGrp="1"/>
          </p:cNvSpPr>
          <p:nvPr>
            <p:ph type="title" hasCustomPrompt="1"/>
          </p:nvPr>
        </p:nvSpPr>
        <p:spPr>
          <a:xfrm>
            <a:off x="245655" y="888104"/>
            <a:ext cx="6103391" cy="1751581"/>
          </a:xfrm>
          <a:prstGeom prst="rect">
            <a:avLst/>
          </a:prstGeom>
        </p:spPr>
        <p:txBody>
          <a:bodyPr/>
          <a:lstStyle>
            <a:lvl1pPr>
              <a:lnSpc>
                <a:spcPct val="90000"/>
              </a:lnSpc>
              <a:defRPr sz="2800">
                <a:solidFill>
                  <a:srgbClr val="C74EFF"/>
                </a:solidFill>
              </a:defRPr>
            </a:lvl1pPr>
          </a:lstStyle>
          <a:p>
            <a:r>
              <a:rPr lang="en-GB"/>
              <a:t>Separator</a:t>
            </a:r>
            <a:endParaRPr lang="en-US"/>
          </a:p>
        </p:txBody>
      </p:sp>
      <p:grpSp>
        <p:nvGrpSpPr>
          <p:cNvPr id="21" name="Group 20">
            <a:extLst>
              <a:ext uri="{FF2B5EF4-FFF2-40B4-BE49-F238E27FC236}">
                <a16:creationId xmlns:a16="http://schemas.microsoft.com/office/drawing/2014/main" id="{E25172A6-D006-0CAE-9D3D-F9BDAAA58A02}"/>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D274207-AA4F-71FB-4CF0-93AAD4FEE8A9}"/>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C93B14B2-6319-0061-6572-5D1EEC9CCE7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9785C40C-ED24-4026-97B5-43FD00093BE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46FF6BE3-0551-6A4B-C50A-CF5C64D4370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6E85E10E-50C7-8361-DA25-DD2307DA8AAD}"/>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1" name="TextBox 30">
            <a:extLst>
              <a:ext uri="{FF2B5EF4-FFF2-40B4-BE49-F238E27FC236}">
                <a16:creationId xmlns:a16="http://schemas.microsoft.com/office/drawing/2014/main" id="{3E3436A4-70E4-2578-CC51-43E2E91DCE1E}"/>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4" name="Graphic 3">
            <a:extLst>
              <a:ext uri="{FF2B5EF4-FFF2-40B4-BE49-F238E27FC236}">
                <a16:creationId xmlns:a16="http://schemas.microsoft.com/office/drawing/2014/main" id="{A0C70C4D-EAD9-31BA-D111-3975324D9D4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C9CA75D5-4C7A-4D18-966A-F9C19DC3450D}"/>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pic>
        <p:nvPicPr>
          <p:cNvPr id="3" name="Graphic 2">
            <a:extLst>
              <a:ext uri="{FF2B5EF4-FFF2-40B4-BE49-F238E27FC236}">
                <a16:creationId xmlns:a16="http://schemas.microsoft.com/office/drawing/2014/main" id="{F6ED7F9B-1CC2-5923-C6F2-75DA114C2C7B}"/>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937133" y="892387"/>
            <a:ext cx="2453641" cy="5378292"/>
          </a:xfrm>
          <a:prstGeom prst="rect">
            <a:avLst/>
          </a:prstGeom>
        </p:spPr>
      </p:pic>
      <p:sp>
        <p:nvSpPr>
          <p:cNvPr id="6" name="hcSlideMaster127.Software Separator 1Header" descr="Classification: Internal">
            <a:extLst>
              <a:ext uri="{FF2B5EF4-FFF2-40B4-BE49-F238E27FC236}">
                <a16:creationId xmlns:a16="http://schemas.microsoft.com/office/drawing/2014/main" id="{2A957845-0290-B663-5641-7FD7918C1D25}"/>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5838944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C74EFF">
            <a:alpha val="10000"/>
          </a:srgbClr>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2" name="Graphic 1">
            <a:extLst>
              <a:ext uri="{FF2B5EF4-FFF2-40B4-BE49-F238E27FC236}">
                <a16:creationId xmlns:a16="http://schemas.microsoft.com/office/drawing/2014/main" id="{DA86D7A8-EB8A-2832-AB1B-6B23E1F58EEA}"/>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B3A4BD74-7512-33AB-6164-950395DE13DF}"/>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 Placeholder 6">
            <a:extLst>
              <a:ext uri="{FF2B5EF4-FFF2-40B4-BE49-F238E27FC236}">
                <a16:creationId xmlns:a16="http://schemas.microsoft.com/office/drawing/2014/main" id="{59811453-6D1E-E7EA-8CBF-380FD472F723}"/>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6" name="hcSlideMaster127.Title onlyHeader" descr="Classification: Internal">
            <a:extLst>
              <a:ext uri="{FF2B5EF4-FFF2-40B4-BE49-F238E27FC236}">
                <a16:creationId xmlns:a16="http://schemas.microsoft.com/office/drawing/2014/main" id="{C18306B6-4F74-D707-F5AF-271231A38BD6}"/>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7369840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3" y="849280"/>
            <a:ext cx="3092819" cy="1356365"/>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5" name="TextBox 24">
            <a:extLst>
              <a:ext uri="{FF2B5EF4-FFF2-40B4-BE49-F238E27FC236}">
                <a16:creationId xmlns:a16="http://schemas.microsoft.com/office/drawing/2014/main" id="{8C19C1E7-8295-246C-61F7-8607BE60CAD7}"/>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4" name="Graphic 3">
            <a:extLst>
              <a:ext uri="{FF2B5EF4-FFF2-40B4-BE49-F238E27FC236}">
                <a16:creationId xmlns:a16="http://schemas.microsoft.com/office/drawing/2014/main" id="{D97F2A1D-C049-E92B-CE18-27D154078F3D}"/>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A356FD4F-F82A-7090-E77B-88B017ACE063}"/>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hcSlideMaster127.Content 1Header" descr="Classification: Internal">
            <a:extLst>
              <a:ext uri="{FF2B5EF4-FFF2-40B4-BE49-F238E27FC236}">
                <a16:creationId xmlns:a16="http://schemas.microsoft.com/office/drawing/2014/main" id="{48C40D20-271B-6954-B71F-DAF26C330C23}"/>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24494693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C74EFF">
            <a:alpha val="10000"/>
          </a:srgbClr>
        </a:solidFill>
        <a:effectLst/>
      </p:bgPr>
    </p:bg>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0D7A0BF0-2489-55D2-D22F-70F6A243178F}"/>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AF805B28-41B5-988C-4391-E0A122E5CBEF}"/>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600084E3-673E-BE7E-4FB3-65782A60E864}"/>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hcSlideMaster127.Content 2Header" descr="Classification: Internal">
            <a:extLst>
              <a:ext uri="{FF2B5EF4-FFF2-40B4-BE49-F238E27FC236}">
                <a16:creationId xmlns:a16="http://schemas.microsoft.com/office/drawing/2014/main" id="{4D1B4714-1BB4-E4CE-E38A-3F7D769B6E71}"/>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48195876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4" name="Graphic 3">
            <a:extLst>
              <a:ext uri="{FF2B5EF4-FFF2-40B4-BE49-F238E27FC236}">
                <a16:creationId xmlns:a16="http://schemas.microsoft.com/office/drawing/2014/main" id="{57200D40-AB10-D5C6-A14C-A460890F2EA9}"/>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03888AB8-42DE-9A40-A4E3-69457E75BC9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hcSlideMaster127.Content 3Header" descr="Classification: Internal">
            <a:extLst>
              <a:ext uri="{FF2B5EF4-FFF2-40B4-BE49-F238E27FC236}">
                <a16:creationId xmlns:a16="http://schemas.microsoft.com/office/drawing/2014/main" id="{C1D7D12A-E945-3AF2-B9FC-E2FC2855FC2B}"/>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31744406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pic>
        <p:nvPicPr>
          <p:cNvPr id="3" name="Picture 2">
            <a:extLst>
              <a:ext uri="{FF2B5EF4-FFF2-40B4-BE49-F238E27FC236}">
                <a16:creationId xmlns:a16="http://schemas.microsoft.com/office/drawing/2014/main" id="{288132F9-CE14-A6DD-1169-FF2861A0873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10" name="Graphic 9">
            <a:extLst>
              <a:ext uri="{FF2B5EF4-FFF2-40B4-BE49-F238E27FC236}">
                <a16:creationId xmlns:a16="http://schemas.microsoft.com/office/drawing/2014/main" id="{23A4FE0C-7B28-D980-28F6-E0DA37F54F0E}"/>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11" name="Graphic 10">
            <a:extLst>
              <a:ext uri="{FF2B5EF4-FFF2-40B4-BE49-F238E27FC236}">
                <a16:creationId xmlns:a16="http://schemas.microsoft.com/office/drawing/2014/main" id="{00B445AA-41FA-484F-294E-55D723EBF37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5441856" y="95795"/>
            <a:ext cx="3176660" cy="6312278"/>
          </a:xfrm>
          <a:prstGeom prst="rect">
            <a:avLst/>
          </a:prstGeom>
        </p:spPr>
      </p:pic>
      <p:sp>
        <p:nvSpPr>
          <p:cNvPr id="12" name="object 7">
            <a:extLst>
              <a:ext uri="{FF2B5EF4-FFF2-40B4-BE49-F238E27FC236}">
                <a16:creationId xmlns:a16="http://schemas.microsoft.com/office/drawing/2014/main" id="{7DE9EEC7-AF32-5E86-4F20-2666ED2D6399}"/>
              </a:ext>
            </a:extLst>
          </p:cNvPr>
          <p:cNvSpPr txBox="1"/>
          <p:nvPr userDrawn="1"/>
        </p:nvSpPr>
        <p:spPr>
          <a:xfrm>
            <a:off x="9345454" y="991815"/>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lang="en-IN" sz="1100" spc="-7">
                <a:solidFill>
                  <a:srgbClr val="FFFFFF"/>
                </a:solidFill>
                <a:latin typeface="DM Sans"/>
                <a:cs typeface="DM Sans"/>
              </a:rPr>
              <a:t>@t</a:t>
            </a:r>
            <a:r>
              <a:rPr sz="1100" spc="-7" err="1">
                <a:solidFill>
                  <a:srgbClr val="FFFFFF"/>
                </a:solidFill>
                <a:latin typeface="DM Sans"/>
                <a:cs typeface="DM Sans"/>
              </a:rPr>
              <a: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err="1">
                <a:solidFill>
                  <a:srgbClr val="C74EFF"/>
                </a:solidFill>
                <a:latin typeface="DM Sans"/>
                <a:cs typeface="DM Sans"/>
              </a:rPr>
              <a:t>tatatechnologies.com</a:t>
            </a:r>
            <a:endParaRPr sz="1600">
              <a:solidFill>
                <a:srgbClr val="C74EFF"/>
              </a:solidFill>
              <a:latin typeface="DM Sans"/>
              <a:cs typeface="DM Sans"/>
            </a:endParaRPr>
          </a:p>
        </p:txBody>
      </p:sp>
      <p:pic>
        <p:nvPicPr>
          <p:cNvPr id="13" name="Graphic 12">
            <a:extLst>
              <a:ext uri="{FF2B5EF4-FFF2-40B4-BE49-F238E27FC236}">
                <a16:creationId xmlns:a16="http://schemas.microsoft.com/office/drawing/2014/main" id="{F4F48DA5-4920-5198-2A70-1046CFD7861A}"/>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353105" y="1091858"/>
            <a:ext cx="132408" cy="132408"/>
          </a:xfrm>
          <a:prstGeom prst="rect">
            <a:avLst/>
          </a:prstGeom>
        </p:spPr>
      </p:pic>
      <p:pic>
        <p:nvPicPr>
          <p:cNvPr id="14" name="Graphic 13">
            <a:extLst>
              <a:ext uri="{FF2B5EF4-FFF2-40B4-BE49-F238E27FC236}">
                <a16:creationId xmlns:a16="http://schemas.microsoft.com/office/drawing/2014/main" id="{7C0876B5-F548-22FE-551E-87D6CB1CCFDF}"/>
              </a:ext>
            </a:extLst>
          </p:cNvPr>
          <p:cNvPicPr>
            <a:picLocks noChangeAspect="1"/>
          </p:cNvPicPr>
          <p:nvPr userDrawn="1"/>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344278" y="2072869"/>
            <a:ext cx="146107" cy="136976"/>
          </a:xfrm>
          <a:prstGeom prst="rect">
            <a:avLst/>
          </a:prstGeom>
        </p:spPr>
      </p:pic>
      <p:pic>
        <p:nvPicPr>
          <p:cNvPr id="28" name="Picture 27">
            <a:extLst>
              <a:ext uri="{FF2B5EF4-FFF2-40B4-BE49-F238E27FC236}">
                <a16:creationId xmlns:a16="http://schemas.microsoft.com/office/drawing/2014/main" id="{1DD19B73-9EAD-BCC6-E8A1-254CDE5DE2BD}"/>
              </a:ext>
            </a:extLst>
          </p:cNvPr>
          <p:cNvPicPr>
            <a:picLocks noChangeAspect="1"/>
          </p:cNvPicPr>
          <p:nvPr userDrawn="1"/>
        </p:nvPicPr>
        <p:blipFill rotWithShape="1">
          <a:blip r:embed="rId13" cstate="email">
            <a:extLst>
              <a:ext uri="{28A0092B-C50C-407E-A947-70E740481C1C}">
                <a14:useLocalDpi xmlns:a14="http://schemas.microsoft.com/office/drawing/2010/main"/>
              </a:ext>
            </a:extLst>
          </a:blip>
          <a:srcRect b="-3480"/>
          <a:stretch/>
        </p:blipFill>
        <p:spPr>
          <a:xfrm>
            <a:off x="9336129" y="1842353"/>
            <a:ext cx="166369" cy="113863"/>
          </a:xfrm>
          <a:prstGeom prst="rect">
            <a:avLst/>
          </a:prstGeom>
        </p:spPr>
      </p:pic>
      <p:pic>
        <p:nvPicPr>
          <p:cNvPr id="29" name="Graphic 28">
            <a:extLst>
              <a:ext uri="{FF2B5EF4-FFF2-40B4-BE49-F238E27FC236}">
                <a16:creationId xmlns:a16="http://schemas.microsoft.com/office/drawing/2014/main" id="{DEE6BDB8-F8B5-11F7-F75E-97499B5B9D99}"/>
              </a:ext>
            </a:extLst>
          </p:cNvPr>
          <p:cNvPicPr>
            <a:picLocks noChangeAspect="1"/>
          </p:cNvPicPr>
          <p:nvPr userDrawn="1"/>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353105" y="1345563"/>
            <a:ext cx="132408" cy="132408"/>
          </a:xfrm>
          <a:prstGeom prst="rect">
            <a:avLst/>
          </a:prstGeom>
        </p:spPr>
      </p:pic>
      <p:sp>
        <p:nvSpPr>
          <p:cNvPr id="30" name="Rectangle 29">
            <a:hlinkClick r:id="rId16"/>
            <a:extLst>
              <a:ext uri="{FF2B5EF4-FFF2-40B4-BE49-F238E27FC236}">
                <a16:creationId xmlns:a16="http://schemas.microsoft.com/office/drawing/2014/main" id="{64F7FA98-4E23-12E7-0423-A6BC8A7B87B4}"/>
              </a:ext>
            </a:extLst>
          </p:cNvPr>
          <p:cNvSpPr/>
          <p:nvPr userDrawn="1"/>
        </p:nvSpPr>
        <p:spPr>
          <a:xfrm>
            <a:off x="9304945" y="2474447"/>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2" name="Rectangle 31">
            <a:hlinkClick r:id="rId17"/>
            <a:extLst>
              <a:ext uri="{FF2B5EF4-FFF2-40B4-BE49-F238E27FC236}">
                <a16:creationId xmlns:a16="http://schemas.microsoft.com/office/drawing/2014/main" id="{099F1026-5426-0FE8-11CA-07C78D953C7E}"/>
              </a:ext>
            </a:extLst>
          </p:cNvPr>
          <p:cNvSpPr/>
          <p:nvPr userDrawn="1"/>
        </p:nvSpPr>
        <p:spPr>
          <a:xfrm>
            <a:off x="9304945" y="105907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4" name="Rectangle 33">
            <a:hlinkClick r:id="rId18"/>
            <a:extLst>
              <a:ext uri="{FF2B5EF4-FFF2-40B4-BE49-F238E27FC236}">
                <a16:creationId xmlns:a16="http://schemas.microsoft.com/office/drawing/2014/main" id="{3B36374C-45B2-68A4-DADE-E8F378489677}"/>
              </a:ext>
            </a:extLst>
          </p:cNvPr>
          <p:cNvSpPr/>
          <p:nvPr userDrawn="1"/>
        </p:nvSpPr>
        <p:spPr>
          <a:xfrm>
            <a:off x="9304945" y="132818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5" name="Rectangle 34">
            <a:hlinkClick r:id="rId19"/>
            <a:extLst>
              <a:ext uri="{FF2B5EF4-FFF2-40B4-BE49-F238E27FC236}">
                <a16:creationId xmlns:a16="http://schemas.microsoft.com/office/drawing/2014/main" id="{32147357-1D66-5A6A-19F9-06856AA7E7B8}"/>
              </a:ext>
            </a:extLst>
          </p:cNvPr>
          <p:cNvSpPr/>
          <p:nvPr userDrawn="1"/>
        </p:nvSpPr>
        <p:spPr>
          <a:xfrm>
            <a:off x="9304945" y="1552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6" name="Rectangle 35">
            <a:hlinkClick r:id="rId20"/>
            <a:extLst>
              <a:ext uri="{FF2B5EF4-FFF2-40B4-BE49-F238E27FC236}">
                <a16:creationId xmlns:a16="http://schemas.microsoft.com/office/drawing/2014/main" id="{0454DD7E-FE5C-A4AD-5121-F341A77438B9}"/>
              </a:ext>
            </a:extLst>
          </p:cNvPr>
          <p:cNvSpPr/>
          <p:nvPr userDrawn="1"/>
        </p:nvSpPr>
        <p:spPr>
          <a:xfrm>
            <a:off x="9304945" y="1806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9" name="Rectangle 48">
            <a:hlinkClick r:id="rId21"/>
            <a:extLst>
              <a:ext uri="{FF2B5EF4-FFF2-40B4-BE49-F238E27FC236}">
                <a16:creationId xmlns:a16="http://schemas.microsoft.com/office/drawing/2014/main" id="{0B027CA6-3CBD-60E9-A177-B73346DDF3E0}"/>
              </a:ext>
            </a:extLst>
          </p:cNvPr>
          <p:cNvSpPr/>
          <p:nvPr userDrawn="1"/>
        </p:nvSpPr>
        <p:spPr>
          <a:xfrm>
            <a:off x="9304945" y="205330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0" name="object 4">
            <a:extLst>
              <a:ext uri="{FF2B5EF4-FFF2-40B4-BE49-F238E27FC236}">
                <a16:creationId xmlns:a16="http://schemas.microsoft.com/office/drawing/2014/main" id="{80DCF091-7543-B322-6F9C-314365037B34}"/>
              </a:ext>
            </a:extLst>
          </p:cNvPr>
          <p:cNvSpPr txBox="1"/>
          <p:nvPr userDrawn="1"/>
        </p:nvSpPr>
        <p:spPr>
          <a:xfrm>
            <a:off x="9345454" y="4735906"/>
            <a:ext cx="2530448" cy="1183610"/>
          </a:xfrm>
          <a:prstGeom prst="rect">
            <a:avLst/>
          </a:prstGeom>
        </p:spPr>
        <p:txBody>
          <a:bodyPr vert="horz" wrap="square" lIns="0" tIns="31449" rIns="0" bIns="0" rtlCol="0">
            <a:spAutoFit/>
          </a:bodyPr>
          <a:lstStyle/>
          <a:p>
            <a:pPr marL="6419">
              <a:lnSpc>
                <a:spcPts val="1080"/>
              </a:lnSpc>
              <a:spcBef>
                <a:spcPts val="248"/>
              </a:spcBef>
            </a:pPr>
            <a:r>
              <a:rPr lang="en-IN" sz="900" b="1" spc="0">
                <a:solidFill>
                  <a:srgbClr val="C74EFF"/>
                </a:solidFill>
                <a:latin typeface="DMSans-Medium"/>
                <a:cs typeface="DMSans-Medium"/>
              </a:rPr>
              <a:t>COPYRIGHT NOTICE</a:t>
            </a:r>
          </a:p>
          <a:p>
            <a:pPr marL="6419">
              <a:lnSpc>
                <a:spcPts val="1080"/>
              </a:lnSpc>
              <a:spcBef>
                <a:spcPts val="248"/>
              </a:spcBef>
            </a:pPr>
            <a:r>
              <a:rPr lang="en-IN" sz="9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900" spc="0">
              <a:solidFill>
                <a:schemeClr val="bg1"/>
              </a:solidFill>
              <a:latin typeface="+mn-lt"/>
              <a:cs typeface="DM Sans"/>
            </a:endParaRPr>
          </a:p>
        </p:txBody>
      </p:sp>
      <p:pic>
        <p:nvPicPr>
          <p:cNvPr id="51" name="Picture 50">
            <a:extLst>
              <a:ext uri="{FF2B5EF4-FFF2-40B4-BE49-F238E27FC236}">
                <a16:creationId xmlns:a16="http://schemas.microsoft.com/office/drawing/2014/main" id="{DAE4F13A-A925-3AEB-7F7B-5FCC5872F21B}"/>
              </a:ext>
            </a:extLst>
          </p:cNvPr>
          <p:cNvPicPr>
            <a:picLocks noChangeAspect="1"/>
          </p:cNvPicPr>
          <p:nvPr userDrawn="1"/>
        </p:nvPicPr>
        <p:blipFill>
          <a:blip r:embed="rId22"/>
          <a:stretch>
            <a:fillRect/>
          </a:stretch>
        </p:blipFill>
        <p:spPr>
          <a:xfrm>
            <a:off x="9349122" y="1574199"/>
            <a:ext cx="136391" cy="139259"/>
          </a:xfrm>
          <a:prstGeom prst="rect">
            <a:avLst/>
          </a:prstGeom>
        </p:spPr>
      </p:pic>
      <p:sp>
        <p:nvSpPr>
          <p:cNvPr id="2" name="object 3">
            <a:extLst>
              <a:ext uri="{FF2B5EF4-FFF2-40B4-BE49-F238E27FC236}">
                <a16:creationId xmlns:a16="http://schemas.microsoft.com/office/drawing/2014/main" id="{CC7505D6-6CF4-EEA0-1E45-B0020E0FCBFF}"/>
              </a:ext>
            </a:extLst>
          </p:cNvPr>
          <p:cNvSpPr txBox="1"/>
          <p:nvPr userDrawn="1"/>
        </p:nvSpPr>
        <p:spPr>
          <a:xfrm>
            <a:off x="323648" y="100591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rgbClr val="C74EFF"/>
                </a:solidFill>
                <a:latin typeface="DMSans-Medium"/>
                <a:cs typeface="DMSans-Medium"/>
              </a:rPr>
              <a:t>ASIA</a:t>
            </a:r>
            <a:r>
              <a:rPr sz="1100" spc="223">
                <a:solidFill>
                  <a:srgbClr val="C74EFF"/>
                </a:solidFill>
                <a:latin typeface="DMSans-Medium"/>
                <a:cs typeface="DMSans-Medium"/>
              </a:rPr>
              <a:t> </a:t>
            </a:r>
            <a:r>
              <a:rPr sz="1100" spc="71">
                <a:solidFill>
                  <a:srgbClr val="C74EFF"/>
                </a:solidFill>
                <a:latin typeface="DMSans-Medium"/>
                <a:cs typeface="DMSans-Medium"/>
              </a:rPr>
              <a:t>PACIFIC </a:t>
            </a:r>
            <a:endParaRPr sz="1100">
              <a:solidFill>
                <a:srgbClr val="C74EFF"/>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4" name="object 4">
            <a:extLst>
              <a:ext uri="{FF2B5EF4-FFF2-40B4-BE49-F238E27FC236}">
                <a16:creationId xmlns:a16="http://schemas.microsoft.com/office/drawing/2014/main" id="{6F8540BA-484C-7A0D-6E42-0934796D8130}"/>
              </a:ext>
            </a:extLst>
          </p:cNvPr>
          <p:cNvSpPr txBox="1"/>
          <p:nvPr userDrawn="1"/>
        </p:nvSpPr>
        <p:spPr>
          <a:xfrm>
            <a:off x="323650" y="2636627"/>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rgbClr val="C74EFF"/>
                </a:solidFill>
                <a:latin typeface="DMSans-Medium"/>
                <a:cs typeface="DMSans-Medium"/>
              </a:rPr>
              <a:t>EUROPE </a:t>
            </a:r>
            <a:endParaRPr sz="1100">
              <a:solidFill>
                <a:srgbClr val="C74EFF"/>
              </a:solidFill>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5" name="object 5">
            <a:extLst>
              <a:ext uri="{FF2B5EF4-FFF2-40B4-BE49-F238E27FC236}">
                <a16:creationId xmlns:a16="http://schemas.microsoft.com/office/drawing/2014/main" id="{08DBE1D6-7939-7DF7-B6A2-B648E1D4EE66}"/>
              </a:ext>
            </a:extLst>
          </p:cNvPr>
          <p:cNvSpPr txBox="1"/>
          <p:nvPr userDrawn="1"/>
        </p:nvSpPr>
        <p:spPr>
          <a:xfrm>
            <a:off x="323319" y="4673608"/>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rgbClr val="C74EFF"/>
                </a:solidFill>
                <a:latin typeface="DMSans-Medium"/>
                <a:cs typeface="DMSans-Medium"/>
              </a:rPr>
              <a:t>NORTH</a:t>
            </a:r>
            <a:r>
              <a:rPr sz="1100" spc="219">
                <a:solidFill>
                  <a:srgbClr val="C74EFF"/>
                </a:solidFill>
                <a:latin typeface="DMSans-Medium"/>
                <a:cs typeface="DMSans-Medium"/>
              </a:rPr>
              <a:t> </a:t>
            </a:r>
            <a:r>
              <a:rPr sz="1100" spc="87">
                <a:solidFill>
                  <a:srgbClr val="C74EFF"/>
                </a:solidFill>
                <a:latin typeface="DMSans-Medium"/>
                <a:cs typeface="DMSans-Medium"/>
              </a:rPr>
              <a:t>AMERICA</a:t>
            </a:r>
            <a:endParaRPr sz="1100">
              <a:solidFill>
                <a:srgbClr val="C74EFF"/>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6" name="hcSlideMaster127.Closing slideHeader" descr="Classification: Internal">
            <a:extLst>
              <a:ext uri="{FF2B5EF4-FFF2-40B4-BE49-F238E27FC236}">
                <a16:creationId xmlns:a16="http://schemas.microsoft.com/office/drawing/2014/main" id="{D379396D-4469-0C0A-AFA5-EEE5BD8D35DA}"/>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1826133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chemeClr val="tx2"/>
                </a:solidFill>
                <a:effectLst/>
              </a:rPr>
              <a:t>© Copyright 2025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AAD6EC99-4C08-E19F-2A6A-37CC4D78C094}"/>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8AA3ACE9-CC83-45F7-3401-2EA0CE1A1583}"/>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itle Placeholder 21">
            <a:extLst>
              <a:ext uri="{FF2B5EF4-FFF2-40B4-BE49-F238E27FC236}">
                <a16:creationId xmlns:a16="http://schemas.microsoft.com/office/drawing/2014/main" id="{24439108-2EAD-269C-E74E-8A14879C3BFE}"/>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 style</a:t>
            </a:r>
            <a:endParaRPr lang="en-US"/>
          </a:p>
        </p:txBody>
      </p:sp>
      <p:sp>
        <p:nvSpPr>
          <p:cNvPr id="7" name="Text Placeholder 2">
            <a:extLst>
              <a:ext uri="{FF2B5EF4-FFF2-40B4-BE49-F238E27FC236}">
                <a16:creationId xmlns:a16="http://schemas.microsoft.com/office/drawing/2014/main" id="{196CC4D9-14C5-7E29-16E1-0F666E8CAA75}"/>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hcSlideMaster107.BlankHeader" descr="Classification: Internal">
            <a:extLst>
              <a:ext uri="{FF2B5EF4-FFF2-40B4-BE49-F238E27FC236}">
                <a16:creationId xmlns:a16="http://schemas.microsoft.com/office/drawing/2014/main" id="{C247D983-07E2-5E24-DDBE-515CC230AD3D}"/>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20683877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lank Careers Indigo">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D3944F66-EA1A-0AEB-084A-0516A5998803}"/>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324298FF-03E4-2DA8-C282-217580F04AB4}"/>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1B6E1755-7B89-ACFF-C2CF-362EFC59B02C}"/>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chemeClr val="bg1"/>
                </a:solidFill>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9FDE534-E1E0-9330-C061-AC4FB2DFCA90}"/>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hcSlideMaster107.Blank Careers IndigoHeader" descr="Classification: Internal">
            <a:extLst>
              <a:ext uri="{FF2B5EF4-FFF2-40B4-BE49-F238E27FC236}">
                <a16:creationId xmlns:a16="http://schemas.microsoft.com/office/drawing/2014/main" id="{3F3336F2-2186-757A-E6A1-CBC319792CEA}"/>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59278075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over Careers Indigo">
    <p:bg>
      <p:bgPr>
        <a:solidFill>
          <a:schemeClr val="tx2"/>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6" name="TextBox 35">
            <a:extLst>
              <a:ext uri="{FF2B5EF4-FFF2-40B4-BE49-F238E27FC236}">
                <a16:creationId xmlns:a16="http://schemas.microsoft.com/office/drawing/2014/main" id="{00439E84-97CE-7951-71AF-552278CECA61}"/>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sp>
        <p:nvSpPr>
          <p:cNvPr id="45" name="Picture Placeholder 12">
            <a:extLst>
              <a:ext uri="{FF2B5EF4-FFF2-40B4-BE49-F238E27FC236}">
                <a16:creationId xmlns:a16="http://schemas.microsoft.com/office/drawing/2014/main" id="{4C0A6BFA-50DF-57AC-2B5C-E6000CAC2BB6}"/>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pic>
        <p:nvPicPr>
          <p:cNvPr id="3" name="Picture 2">
            <a:extLst>
              <a:ext uri="{FF2B5EF4-FFF2-40B4-BE49-F238E27FC236}">
                <a16:creationId xmlns:a16="http://schemas.microsoft.com/office/drawing/2014/main" id="{CF6112CD-0ACC-D120-8D27-4BB12301306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8B721608-2F07-6582-E03A-F2FF9FF2D246}"/>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8" name="Title 1">
            <a:extLst>
              <a:ext uri="{FF2B5EF4-FFF2-40B4-BE49-F238E27FC236}">
                <a16:creationId xmlns:a16="http://schemas.microsoft.com/office/drawing/2014/main" id="{18530E70-0EA6-5A47-46BB-9E04830E47CC}"/>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b="0" i="0" kern="1200" dirty="0">
                <a:solidFill>
                  <a:srgbClr val="FF1F36"/>
                </a:solidFill>
                <a:latin typeface="+mj-lt"/>
                <a:ea typeface="+mj-ea"/>
                <a:cs typeface="+mj-cs"/>
              </a:defRPr>
            </a:lvl1pPr>
          </a:lstStyle>
          <a:p>
            <a:r>
              <a:rPr lang="en-GB"/>
              <a:t>Click to edit title</a:t>
            </a:r>
            <a:endParaRPr lang="en-US"/>
          </a:p>
        </p:txBody>
      </p:sp>
      <p:sp>
        <p:nvSpPr>
          <p:cNvPr id="9" name="Text Placeholder 6">
            <a:extLst>
              <a:ext uri="{FF2B5EF4-FFF2-40B4-BE49-F238E27FC236}">
                <a16:creationId xmlns:a16="http://schemas.microsoft.com/office/drawing/2014/main" id="{AA6C93F6-03F2-8A67-9C73-0558993EBE3F}"/>
              </a:ext>
            </a:extLst>
          </p:cNvPr>
          <p:cNvSpPr>
            <a:spLocks noGrp="1"/>
          </p:cNvSpPr>
          <p:nvPr>
            <p:ph type="body" sz="quarter" idx="13" hasCustomPrompt="1"/>
          </p:nvPr>
        </p:nvSpPr>
        <p:spPr>
          <a:xfrm>
            <a:off x="245653" y="4004398"/>
            <a:ext cx="4291843" cy="793631"/>
          </a:xfrm>
        </p:spPr>
        <p:txBody>
          <a:bodyPr/>
          <a:lstStyle>
            <a:lvl1pPr marL="0" indent="0">
              <a:lnSpc>
                <a:spcPct val="90000"/>
              </a:lnSpc>
              <a:buNone/>
              <a:defRPr sz="2400">
                <a:solidFill>
                  <a:schemeClr val="bg1"/>
                </a:solidFill>
              </a:defRPr>
            </a:lvl1pPr>
          </a:lstStyle>
          <a:p>
            <a:pPr lvl="0"/>
            <a:r>
              <a:rPr lang="en-GB"/>
              <a:t>Click here to edit subheading</a:t>
            </a:r>
            <a:endParaRPr lang="en-US"/>
          </a:p>
        </p:txBody>
      </p:sp>
      <p:sp>
        <p:nvSpPr>
          <p:cNvPr id="10" name="Text Placeholder 6">
            <a:extLst>
              <a:ext uri="{FF2B5EF4-FFF2-40B4-BE49-F238E27FC236}">
                <a16:creationId xmlns:a16="http://schemas.microsoft.com/office/drawing/2014/main" id="{81A996BE-0825-AC7E-2648-F2137C4015C1}"/>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defRPr>
            </a:lvl1pPr>
          </a:lstStyle>
          <a:p>
            <a:pPr lvl="0"/>
            <a:r>
              <a:rPr lang="en-GB"/>
              <a:t>Enter Date or Document Version</a:t>
            </a:r>
            <a:endParaRPr lang="en-US"/>
          </a:p>
        </p:txBody>
      </p:sp>
      <p:pic>
        <p:nvPicPr>
          <p:cNvPr id="7" name="Picture 6">
            <a:extLst>
              <a:ext uri="{FF2B5EF4-FFF2-40B4-BE49-F238E27FC236}">
                <a16:creationId xmlns:a16="http://schemas.microsoft.com/office/drawing/2014/main" id="{A1BCAD5F-9046-1D90-CB7A-5D440E717CE2}"/>
              </a:ext>
            </a:extLst>
          </p:cNvPr>
          <p:cNvPicPr>
            <a:picLocks noChangeAspect="1"/>
          </p:cNvPicPr>
          <p:nvPr userDrawn="1"/>
        </p:nvPicPr>
        <p:blipFill>
          <a:blip r:embed="rId7"/>
          <a:stretch>
            <a:fillRect/>
          </a:stretch>
        </p:blipFill>
        <p:spPr>
          <a:xfrm>
            <a:off x="281881" y="1259573"/>
            <a:ext cx="836703" cy="832811"/>
          </a:xfrm>
          <a:prstGeom prst="rect">
            <a:avLst/>
          </a:prstGeom>
        </p:spPr>
      </p:pic>
      <p:sp>
        <p:nvSpPr>
          <p:cNvPr id="2" name="hcSlideMaster107.Cover Careers IndigoHeader" descr="Classification: Internal">
            <a:extLst>
              <a:ext uri="{FF2B5EF4-FFF2-40B4-BE49-F238E27FC236}">
                <a16:creationId xmlns:a16="http://schemas.microsoft.com/office/drawing/2014/main" id="{6C52E161-105F-095C-1A28-0E03441FA5FB}"/>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99180686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areers Separato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9"/>
            <a:ext cx="4350335" cy="1715893"/>
          </a:xfrm>
          <a:prstGeom prst="rect">
            <a:avLst/>
          </a:prstGeom>
        </p:spPr>
        <p:txBody>
          <a:bodyPr/>
          <a:lstStyle>
            <a:lvl1pPr>
              <a:lnSpc>
                <a:spcPct val="90000"/>
              </a:lnSpc>
              <a:defRPr sz="2800">
                <a:solidFill>
                  <a:schemeClr val="bg1"/>
                </a:solidFill>
              </a:defRPr>
            </a:lvl1pPr>
          </a:lstStyle>
          <a:p>
            <a:r>
              <a:rPr lang="en-GB"/>
              <a:t>Click to edit title</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3" name="TextBox 32">
            <a:extLst>
              <a:ext uri="{FF2B5EF4-FFF2-40B4-BE49-F238E27FC236}">
                <a16:creationId xmlns:a16="http://schemas.microsoft.com/office/drawing/2014/main" id="{0D3738DA-E1A3-951E-954E-52831689FC14}"/>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pic>
        <p:nvPicPr>
          <p:cNvPr id="5" name="Picture 4">
            <a:extLst>
              <a:ext uri="{FF2B5EF4-FFF2-40B4-BE49-F238E27FC236}">
                <a16:creationId xmlns:a16="http://schemas.microsoft.com/office/drawing/2014/main" id="{8A7548F1-23F8-8642-BEE3-076E1F2EF63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6" name="Graphic 5">
            <a:extLst>
              <a:ext uri="{FF2B5EF4-FFF2-40B4-BE49-F238E27FC236}">
                <a16:creationId xmlns:a16="http://schemas.microsoft.com/office/drawing/2014/main" id="{45BA23B7-96A5-5301-AE49-654A4B152DBC}"/>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4" name="Graphic 3">
            <a:extLst>
              <a:ext uri="{FF2B5EF4-FFF2-40B4-BE49-F238E27FC236}">
                <a16:creationId xmlns:a16="http://schemas.microsoft.com/office/drawing/2014/main" id="{601841F9-A542-8BC8-B870-B888FF4804C6}"/>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240338" y="-819474"/>
            <a:ext cx="6147337" cy="7202855"/>
          </a:xfrm>
          <a:prstGeom prst="rect">
            <a:avLst/>
          </a:prstGeom>
        </p:spPr>
      </p:pic>
      <p:sp>
        <p:nvSpPr>
          <p:cNvPr id="2" name="hcSlideMaster107.Careers SeparatorHeader" descr="Classification: Internal">
            <a:extLst>
              <a:ext uri="{FF2B5EF4-FFF2-40B4-BE49-F238E27FC236}">
                <a16:creationId xmlns:a16="http://schemas.microsoft.com/office/drawing/2014/main" id="{1102DF4E-423D-4DDE-AF77-DCA519E2C40B}"/>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3702475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areer Separator 1">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25DF583-D45F-3FA1-D8C7-82A753218622}"/>
              </a:ext>
            </a:extLst>
          </p:cNvPr>
          <p:cNvSpPr>
            <a:spLocks noGrp="1"/>
          </p:cNvSpPr>
          <p:nvPr>
            <p:ph type="pic" sz="quarter" idx="11"/>
          </p:nvPr>
        </p:nvSpPr>
        <p:spPr>
          <a:xfrm>
            <a:off x="5781211" y="1273423"/>
            <a:ext cx="5943600" cy="3390900"/>
          </a:xfrm>
          <a:custGeom>
            <a:avLst/>
            <a:gdLst>
              <a:gd name="connsiteX0" fmla="*/ 1332149 w 5943600"/>
              <a:gd name="connsiteY0" fmla="*/ 0 h 3390900"/>
              <a:gd name="connsiteX1" fmla="*/ 5943600 w 5943600"/>
              <a:gd name="connsiteY1" fmla="*/ 0 h 3390900"/>
              <a:gd name="connsiteX2" fmla="*/ 4611451 w 5943600"/>
              <a:gd name="connsiteY2" fmla="*/ 3390900 h 3390900"/>
              <a:gd name="connsiteX3" fmla="*/ 0 w 594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5943600" h="3390900">
                <a:moveTo>
                  <a:pt x="1332149" y="0"/>
                </a:moveTo>
                <a:lnTo>
                  <a:pt x="5943600" y="0"/>
                </a:lnTo>
                <a:lnTo>
                  <a:pt x="4611451" y="3390900"/>
                </a:lnTo>
                <a:lnTo>
                  <a:pt x="0" y="3390900"/>
                </a:lnTo>
                <a:close/>
              </a:path>
            </a:pathLst>
          </a:custGeom>
          <a:solidFill>
            <a:schemeClr val="bg1">
              <a:lumMod val="95000"/>
            </a:schemeClr>
          </a:solidFill>
        </p:spPr>
        <p:txBody>
          <a:bodyPr wrap="square" anchor="ctr">
            <a:noAutofit/>
          </a:bodyPr>
          <a:lstStyle>
            <a:lvl1pPr algn="ctr">
              <a:defRPr/>
            </a:lvl1pPr>
          </a:lstStyle>
          <a:p>
            <a:endParaRPr lang="en-US"/>
          </a:p>
        </p:txBody>
      </p:sp>
      <p:sp>
        <p:nvSpPr>
          <p:cNvPr id="15" name="Picture Placeholder 14">
            <a:extLst>
              <a:ext uri="{FF2B5EF4-FFF2-40B4-BE49-F238E27FC236}">
                <a16:creationId xmlns:a16="http://schemas.microsoft.com/office/drawing/2014/main" id="{A3B1A9F1-5E2D-25D0-4904-C4157E0F04C2}"/>
              </a:ext>
            </a:extLst>
          </p:cNvPr>
          <p:cNvSpPr>
            <a:spLocks noGrp="1"/>
          </p:cNvSpPr>
          <p:nvPr>
            <p:ph type="pic" sz="quarter" idx="12"/>
          </p:nvPr>
        </p:nvSpPr>
        <p:spPr>
          <a:xfrm>
            <a:off x="851112" y="2710967"/>
            <a:ext cx="5676472" cy="3238500"/>
          </a:xfrm>
          <a:custGeom>
            <a:avLst/>
            <a:gdLst>
              <a:gd name="connsiteX0" fmla="*/ 1332149 w 5943600"/>
              <a:gd name="connsiteY0" fmla="*/ 0 h 3390900"/>
              <a:gd name="connsiteX1" fmla="*/ 5943600 w 5943600"/>
              <a:gd name="connsiteY1" fmla="*/ 0 h 3390900"/>
              <a:gd name="connsiteX2" fmla="*/ 4611451 w 5943600"/>
              <a:gd name="connsiteY2" fmla="*/ 3390900 h 3390900"/>
              <a:gd name="connsiteX3" fmla="*/ 0 w 5943600"/>
              <a:gd name="connsiteY3" fmla="*/ 3390900 h 3390900"/>
            </a:gdLst>
            <a:ahLst/>
            <a:cxnLst>
              <a:cxn ang="0">
                <a:pos x="connsiteX0" y="connsiteY0"/>
              </a:cxn>
              <a:cxn ang="0">
                <a:pos x="connsiteX1" y="connsiteY1"/>
              </a:cxn>
              <a:cxn ang="0">
                <a:pos x="connsiteX2" y="connsiteY2"/>
              </a:cxn>
              <a:cxn ang="0">
                <a:pos x="connsiteX3" y="connsiteY3"/>
              </a:cxn>
            </a:cxnLst>
            <a:rect l="l" t="t" r="r" b="b"/>
            <a:pathLst>
              <a:path w="5943600" h="3390900">
                <a:moveTo>
                  <a:pt x="1332149" y="0"/>
                </a:moveTo>
                <a:lnTo>
                  <a:pt x="5943600" y="0"/>
                </a:lnTo>
                <a:lnTo>
                  <a:pt x="4611451" y="3390900"/>
                </a:lnTo>
                <a:lnTo>
                  <a:pt x="0" y="3390900"/>
                </a:lnTo>
                <a:close/>
              </a:path>
            </a:pathLst>
          </a:custGeom>
          <a:solidFill>
            <a:schemeClr val="bg1">
              <a:lumMod val="95000"/>
            </a:schemeClr>
          </a:solidFill>
        </p:spPr>
        <p:txBody>
          <a:bodyPr wrap="square" anchor="ctr">
            <a:noAutofit/>
          </a:bodyPr>
          <a:lstStyle>
            <a:lvl1pPr algn="ctr">
              <a:defRPr/>
            </a:lvl1pPr>
          </a:lstStyle>
          <a:p>
            <a:endParaRPr lang="en-US"/>
          </a:p>
        </p:txBody>
      </p:sp>
      <p:sp>
        <p:nvSpPr>
          <p:cNvPr id="2" name="Title 1">
            <a:extLst>
              <a:ext uri="{FF2B5EF4-FFF2-40B4-BE49-F238E27FC236}">
                <a16:creationId xmlns:a16="http://schemas.microsoft.com/office/drawing/2014/main" id="{84AAD9E5-9770-BAAD-EED5-B9281B34EEBD}"/>
              </a:ext>
            </a:extLst>
          </p:cNvPr>
          <p:cNvSpPr>
            <a:spLocks noGrp="1"/>
          </p:cNvSpPr>
          <p:nvPr>
            <p:ph type="title" hasCustomPrompt="1"/>
          </p:nvPr>
        </p:nvSpPr>
        <p:spPr>
          <a:xfrm>
            <a:off x="245655" y="888104"/>
            <a:ext cx="6103391" cy="1751581"/>
          </a:xfrm>
          <a:prstGeom prst="rect">
            <a:avLst/>
          </a:prstGeom>
        </p:spPr>
        <p:txBody>
          <a:bodyPr/>
          <a:lstStyle>
            <a:lvl1pPr>
              <a:lnSpc>
                <a:spcPct val="90000"/>
              </a:lnSpc>
              <a:defRPr sz="2800">
                <a:solidFill>
                  <a:srgbClr val="350FA2"/>
                </a:solidFill>
              </a:defRPr>
            </a:lvl1pPr>
          </a:lstStyle>
          <a:p>
            <a:r>
              <a:rPr lang="en-GB"/>
              <a:t>Separator</a:t>
            </a:r>
            <a:endParaRPr lang="en-US"/>
          </a:p>
        </p:txBody>
      </p:sp>
      <p:grpSp>
        <p:nvGrpSpPr>
          <p:cNvPr id="21" name="Group 20">
            <a:extLst>
              <a:ext uri="{FF2B5EF4-FFF2-40B4-BE49-F238E27FC236}">
                <a16:creationId xmlns:a16="http://schemas.microsoft.com/office/drawing/2014/main" id="{E25172A6-D006-0CAE-9D3D-F9BDAAA58A02}"/>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D274207-AA4F-71FB-4CF0-93AAD4FEE8A9}"/>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C93B14B2-6319-0061-6572-5D1EEC9CCE7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9785C40C-ED24-4026-97B5-43FD00093BE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46FF6BE3-0551-6A4B-C50A-CF5C64D4370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6E85E10E-50C7-8361-DA25-DD2307DA8AAD}"/>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1" name="TextBox 30">
            <a:extLst>
              <a:ext uri="{FF2B5EF4-FFF2-40B4-BE49-F238E27FC236}">
                <a16:creationId xmlns:a16="http://schemas.microsoft.com/office/drawing/2014/main" id="{3E3436A4-70E4-2578-CC51-43E2E91DCE1E}"/>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4" name="Graphic 3">
            <a:extLst>
              <a:ext uri="{FF2B5EF4-FFF2-40B4-BE49-F238E27FC236}">
                <a16:creationId xmlns:a16="http://schemas.microsoft.com/office/drawing/2014/main" id="{A0C70C4D-EAD9-31BA-D111-3975324D9D4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C9CA75D5-4C7A-4D18-966A-F9C19DC3450D}"/>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pic>
        <p:nvPicPr>
          <p:cNvPr id="3" name="Graphic 2">
            <a:extLst>
              <a:ext uri="{FF2B5EF4-FFF2-40B4-BE49-F238E27FC236}">
                <a16:creationId xmlns:a16="http://schemas.microsoft.com/office/drawing/2014/main" id="{F6ED7F9B-1CC2-5923-C6F2-75DA114C2C7B}"/>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937133" y="892387"/>
            <a:ext cx="2453641" cy="5378292"/>
          </a:xfrm>
          <a:prstGeom prst="rect">
            <a:avLst/>
          </a:prstGeom>
        </p:spPr>
      </p:pic>
      <p:sp>
        <p:nvSpPr>
          <p:cNvPr id="6" name="hcSlideMaster107.Career Separator 1Header" descr="Classification: Internal">
            <a:extLst>
              <a:ext uri="{FF2B5EF4-FFF2-40B4-BE49-F238E27FC236}">
                <a16:creationId xmlns:a16="http://schemas.microsoft.com/office/drawing/2014/main" id="{41CD7F6F-DAD5-989D-BA5C-3A6F57443F2B}"/>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7724106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FE9EB"/>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2" name="Graphic 1">
            <a:extLst>
              <a:ext uri="{FF2B5EF4-FFF2-40B4-BE49-F238E27FC236}">
                <a16:creationId xmlns:a16="http://schemas.microsoft.com/office/drawing/2014/main" id="{796FF2C9-5A55-14AD-DEC9-821A8522710C}"/>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04E1E2F5-EB25-81B0-3F10-DD98DF50BE7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 Placeholder 6">
            <a:extLst>
              <a:ext uri="{FF2B5EF4-FFF2-40B4-BE49-F238E27FC236}">
                <a16:creationId xmlns:a16="http://schemas.microsoft.com/office/drawing/2014/main" id="{8713796C-3320-0ECF-66D8-F6CE699F68C6}"/>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6" name="hcSlideMaster107.Title onlyHeader" descr="Classification: Internal">
            <a:extLst>
              <a:ext uri="{FF2B5EF4-FFF2-40B4-BE49-F238E27FC236}">
                <a16:creationId xmlns:a16="http://schemas.microsoft.com/office/drawing/2014/main" id="{965F4074-0E45-2E60-5D48-E8858BC1F784}"/>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95261155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3" y="849280"/>
            <a:ext cx="3006555" cy="1356365"/>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5" name="TextBox 24">
            <a:extLst>
              <a:ext uri="{FF2B5EF4-FFF2-40B4-BE49-F238E27FC236}">
                <a16:creationId xmlns:a16="http://schemas.microsoft.com/office/drawing/2014/main" id="{8C19C1E7-8295-246C-61F7-8607BE60CAD7}"/>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2" name="Graphic 1">
            <a:extLst>
              <a:ext uri="{FF2B5EF4-FFF2-40B4-BE49-F238E27FC236}">
                <a16:creationId xmlns:a16="http://schemas.microsoft.com/office/drawing/2014/main" id="{6EF57BCC-47BF-545C-0DF9-135873DC9519}"/>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C76C0694-B578-400F-9A6E-6F6171E6518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4" name="hcSlideMaster107.Content 1Header" descr="Classification: Internal">
            <a:extLst>
              <a:ext uri="{FF2B5EF4-FFF2-40B4-BE49-F238E27FC236}">
                <a16:creationId xmlns:a16="http://schemas.microsoft.com/office/drawing/2014/main" id="{F30511F4-D049-6EFD-82B2-0EF53EFF6FCE}"/>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38251883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FFE9EB"/>
        </a:solidFill>
        <a:effectLst/>
      </p:bgPr>
    </p:bg>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0D7A0BF0-2489-55D2-D22F-70F6A243178F}"/>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6945288F-9FDE-C67D-0DB3-DF13C0AA0533}"/>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7D1D8273-63D1-E0C5-7B98-CA4467AD5C5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hcSlideMaster107.Content 2Header" descr="Classification: Internal">
            <a:extLst>
              <a:ext uri="{FF2B5EF4-FFF2-40B4-BE49-F238E27FC236}">
                <a16:creationId xmlns:a16="http://schemas.microsoft.com/office/drawing/2014/main" id="{145729E9-EC66-8A8F-C34F-E81C3E6063C8}"/>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20759821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chemeClr val="tx2"/>
                </a:solidFill>
                <a:effectLst/>
              </a:defRPr>
            </a:lvl1pPr>
          </a:lstStyle>
          <a:p>
            <a:pPr lvl="0"/>
            <a:r>
              <a:rPr lang="en-GB"/>
              <a:t>© Copyright 2025 Tata Technologies. All rights reserved. All other trademarks are trademarks of their respective owners.</a:t>
            </a:r>
          </a:p>
        </p:txBody>
      </p:sp>
      <p:pic>
        <p:nvPicPr>
          <p:cNvPr id="4" name="Picture 3">
            <a:extLst>
              <a:ext uri="{FF2B5EF4-FFF2-40B4-BE49-F238E27FC236}">
                <a16:creationId xmlns:a16="http://schemas.microsoft.com/office/drawing/2014/main" id="{E5E7C6B3-8CEF-7876-AC75-3C33BE83319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hcSlideMaster107.Content 3Header" descr="Classification: Internal">
            <a:extLst>
              <a:ext uri="{FF2B5EF4-FFF2-40B4-BE49-F238E27FC236}">
                <a16:creationId xmlns:a16="http://schemas.microsoft.com/office/drawing/2014/main" id="{EFAFB378-D9E7-498A-FD43-6537DDE336F8}"/>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32835841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200055"/>
          </a:xfrm>
          <a:prstGeom prst="rect">
            <a:avLst/>
          </a:prstGeom>
          <a:noFill/>
        </p:spPr>
        <p:txBody>
          <a:bodyPr wrap="square">
            <a:spAutoFit/>
          </a:bodyPr>
          <a:lstStyle/>
          <a:p>
            <a:r>
              <a:rPr lang="en-GB" sz="700" spc="-20" baseline="0">
                <a:solidFill>
                  <a:srgbClr val="FFFFFF"/>
                </a:solidFill>
                <a:effectLst/>
              </a:rPr>
              <a:t>© Copyright 2025 Tata Technologies. All rights reserved. All other trademarks are trademarks of their respective owners.</a:t>
            </a:r>
          </a:p>
        </p:txBody>
      </p:sp>
      <p:pic>
        <p:nvPicPr>
          <p:cNvPr id="3" name="Picture 2">
            <a:extLst>
              <a:ext uri="{FF2B5EF4-FFF2-40B4-BE49-F238E27FC236}">
                <a16:creationId xmlns:a16="http://schemas.microsoft.com/office/drawing/2014/main" id="{D45D18B0-9E63-2192-0B47-6150D1F673F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10" name="Graphic 9">
            <a:extLst>
              <a:ext uri="{FF2B5EF4-FFF2-40B4-BE49-F238E27FC236}">
                <a16:creationId xmlns:a16="http://schemas.microsoft.com/office/drawing/2014/main" id="{183746A2-9431-CBCB-8F0B-CA2C7CB70670}"/>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9" name="Graphic 8">
            <a:extLst>
              <a:ext uri="{FF2B5EF4-FFF2-40B4-BE49-F238E27FC236}">
                <a16:creationId xmlns:a16="http://schemas.microsoft.com/office/drawing/2014/main" id="{78CF5718-928F-51C5-C1DE-94E4A65E67AD}"/>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5413436" y="95795"/>
            <a:ext cx="3176660" cy="6312278"/>
          </a:xfrm>
          <a:prstGeom prst="rect">
            <a:avLst/>
          </a:prstGeom>
        </p:spPr>
      </p:pic>
      <p:sp>
        <p:nvSpPr>
          <p:cNvPr id="12" name="object 7">
            <a:extLst>
              <a:ext uri="{FF2B5EF4-FFF2-40B4-BE49-F238E27FC236}">
                <a16:creationId xmlns:a16="http://schemas.microsoft.com/office/drawing/2014/main" id="{FE70E057-9A14-0092-2D6F-01FA1F7BA840}"/>
              </a:ext>
            </a:extLst>
          </p:cNvPr>
          <p:cNvSpPr txBox="1"/>
          <p:nvPr userDrawn="1"/>
        </p:nvSpPr>
        <p:spPr>
          <a:xfrm>
            <a:off x="9345454" y="991815"/>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lang="en-IN" sz="1100" spc="-7">
                <a:solidFill>
                  <a:srgbClr val="FFFFFF"/>
                </a:solidFill>
                <a:latin typeface="DM Sans"/>
                <a:cs typeface="DM Sans"/>
              </a:rPr>
              <a:t>@t</a:t>
            </a:r>
            <a:r>
              <a:rPr sz="1100" spc="-7" err="1">
                <a:solidFill>
                  <a:srgbClr val="FFFFFF"/>
                </a:solidFill>
                <a:latin typeface="DM Sans"/>
                <a:cs typeface="DM Sans"/>
              </a:rPr>
              <a: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err="1">
                <a:solidFill>
                  <a:srgbClr val="FF1F36"/>
                </a:solidFill>
                <a:latin typeface="DM Sans"/>
                <a:cs typeface="DM Sans"/>
              </a:rPr>
              <a:t>tatatechnologies.com</a:t>
            </a:r>
            <a:endParaRPr sz="1600">
              <a:solidFill>
                <a:srgbClr val="FF1F36"/>
              </a:solidFill>
              <a:latin typeface="DM Sans"/>
              <a:cs typeface="DM Sans"/>
            </a:endParaRPr>
          </a:p>
        </p:txBody>
      </p:sp>
      <p:pic>
        <p:nvPicPr>
          <p:cNvPr id="13" name="Graphic 12">
            <a:extLst>
              <a:ext uri="{FF2B5EF4-FFF2-40B4-BE49-F238E27FC236}">
                <a16:creationId xmlns:a16="http://schemas.microsoft.com/office/drawing/2014/main" id="{6FFF53AF-8E24-7471-568A-3004084241D1}"/>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353105" y="1091858"/>
            <a:ext cx="132408" cy="132408"/>
          </a:xfrm>
          <a:prstGeom prst="rect">
            <a:avLst/>
          </a:prstGeom>
        </p:spPr>
      </p:pic>
      <p:pic>
        <p:nvPicPr>
          <p:cNvPr id="14" name="Graphic 13">
            <a:extLst>
              <a:ext uri="{FF2B5EF4-FFF2-40B4-BE49-F238E27FC236}">
                <a16:creationId xmlns:a16="http://schemas.microsoft.com/office/drawing/2014/main" id="{335525EC-C460-2343-BA5D-8E64D58045A6}"/>
              </a:ext>
            </a:extLst>
          </p:cNvPr>
          <p:cNvPicPr>
            <a:picLocks noChangeAspect="1"/>
          </p:cNvPicPr>
          <p:nvPr userDrawn="1"/>
        </p:nvPicPr>
        <p:blipFill>
          <a:blip r:embed="rId11" cstate="email">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9344278" y="2072869"/>
            <a:ext cx="146107" cy="136976"/>
          </a:xfrm>
          <a:prstGeom prst="rect">
            <a:avLst/>
          </a:prstGeom>
        </p:spPr>
      </p:pic>
      <p:pic>
        <p:nvPicPr>
          <p:cNvPr id="28" name="Picture 27">
            <a:extLst>
              <a:ext uri="{FF2B5EF4-FFF2-40B4-BE49-F238E27FC236}">
                <a16:creationId xmlns:a16="http://schemas.microsoft.com/office/drawing/2014/main" id="{BD4C3181-F4C1-9881-2E49-448D643BA98D}"/>
              </a:ext>
            </a:extLst>
          </p:cNvPr>
          <p:cNvPicPr>
            <a:picLocks noChangeAspect="1"/>
          </p:cNvPicPr>
          <p:nvPr userDrawn="1"/>
        </p:nvPicPr>
        <p:blipFill rotWithShape="1">
          <a:blip r:embed="rId13" cstate="email">
            <a:extLst>
              <a:ext uri="{28A0092B-C50C-407E-A947-70E740481C1C}">
                <a14:useLocalDpi xmlns:a14="http://schemas.microsoft.com/office/drawing/2010/main"/>
              </a:ext>
            </a:extLst>
          </a:blip>
          <a:srcRect b="-3480"/>
          <a:stretch/>
        </p:blipFill>
        <p:spPr>
          <a:xfrm>
            <a:off x="9336129" y="1842353"/>
            <a:ext cx="166369" cy="113863"/>
          </a:xfrm>
          <a:prstGeom prst="rect">
            <a:avLst/>
          </a:prstGeom>
        </p:spPr>
      </p:pic>
      <p:pic>
        <p:nvPicPr>
          <p:cNvPr id="29" name="Graphic 28">
            <a:extLst>
              <a:ext uri="{FF2B5EF4-FFF2-40B4-BE49-F238E27FC236}">
                <a16:creationId xmlns:a16="http://schemas.microsoft.com/office/drawing/2014/main" id="{1C3C8ED9-A91E-6845-6A1E-533CAAC0C474}"/>
              </a:ext>
            </a:extLst>
          </p:cNvPr>
          <p:cNvPicPr>
            <a:picLocks noChangeAspect="1"/>
          </p:cNvPicPr>
          <p:nvPr userDrawn="1"/>
        </p:nvPicPr>
        <p:blipFill>
          <a:blip r:embed="rId14" cstate="email">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9353105" y="1345563"/>
            <a:ext cx="132408" cy="132408"/>
          </a:xfrm>
          <a:prstGeom prst="rect">
            <a:avLst/>
          </a:prstGeom>
        </p:spPr>
      </p:pic>
      <p:sp>
        <p:nvSpPr>
          <p:cNvPr id="30" name="Rectangle 29">
            <a:hlinkClick r:id="rId16"/>
            <a:extLst>
              <a:ext uri="{FF2B5EF4-FFF2-40B4-BE49-F238E27FC236}">
                <a16:creationId xmlns:a16="http://schemas.microsoft.com/office/drawing/2014/main" id="{00373546-65C4-7D82-CB42-DC79CF3E3F5A}"/>
              </a:ext>
            </a:extLst>
          </p:cNvPr>
          <p:cNvSpPr/>
          <p:nvPr userDrawn="1"/>
        </p:nvSpPr>
        <p:spPr>
          <a:xfrm>
            <a:off x="9288922" y="2480556"/>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2" name="Rectangle 31">
            <a:hlinkClick r:id="rId17"/>
            <a:extLst>
              <a:ext uri="{FF2B5EF4-FFF2-40B4-BE49-F238E27FC236}">
                <a16:creationId xmlns:a16="http://schemas.microsoft.com/office/drawing/2014/main" id="{74CDD233-36E5-523F-D3BC-B3920363756D}"/>
              </a:ext>
            </a:extLst>
          </p:cNvPr>
          <p:cNvSpPr/>
          <p:nvPr userDrawn="1"/>
        </p:nvSpPr>
        <p:spPr>
          <a:xfrm>
            <a:off x="9304945" y="105907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4" name="Rectangle 33">
            <a:hlinkClick r:id="rId18"/>
            <a:extLst>
              <a:ext uri="{FF2B5EF4-FFF2-40B4-BE49-F238E27FC236}">
                <a16:creationId xmlns:a16="http://schemas.microsoft.com/office/drawing/2014/main" id="{4CD533D1-8704-26E5-5330-8D871CD99AAB}"/>
              </a:ext>
            </a:extLst>
          </p:cNvPr>
          <p:cNvSpPr/>
          <p:nvPr userDrawn="1"/>
        </p:nvSpPr>
        <p:spPr>
          <a:xfrm>
            <a:off x="9304945" y="132818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5" name="Rectangle 34">
            <a:hlinkClick r:id="rId19"/>
            <a:extLst>
              <a:ext uri="{FF2B5EF4-FFF2-40B4-BE49-F238E27FC236}">
                <a16:creationId xmlns:a16="http://schemas.microsoft.com/office/drawing/2014/main" id="{7F7D9CA0-69B6-55CB-1E76-90C8CA3C4938}"/>
              </a:ext>
            </a:extLst>
          </p:cNvPr>
          <p:cNvSpPr/>
          <p:nvPr userDrawn="1"/>
        </p:nvSpPr>
        <p:spPr>
          <a:xfrm>
            <a:off x="9304945" y="1552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36" name="Rectangle 35">
            <a:hlinkClick r:id="rId20"/>
            <a:extLst>
              <a:ext uri="{FF2B5EF4-FFF2-40B4-BE49-F238E27FC236}">
                <a16:creationId xmlns:a16="http://schemas.microsoft.com/office/drawing/2014/main" id="{5C3A997B-259C-F90F-0B36-F4FD3ED4910F}"/>
              </a:ext>
            </a:extLst>
          </p:cNvPr>
          <p:cNvSpPr/>
          <p:nvPr userDrawn="1"/>
        </p:nvSpPr>
        <p:spPr>
          <a:xfrm>
            <a:off x="9304945" y="1806561"/>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9" name="Rectangle 48">
            <a:hlinkClick r:id="rId21"/>
            <a:extLst>
              <a:ext uri="{FF2B5EF4-FFF2-40B4-BE49-F238E27FC236}">
                <a16:creationId xmlns:a16="http://schemas.microsoft.com/office/drawing/2014/main" id="{E3A0D8C6-D0CC-0A5A-CD6A-72D220A5D3AC}"/>
              </a:ext>
            </a:extLst>
          </p:cNvPr>
          <p:cNvSpPr/>
          <p:nvPr userDrawn="1"/>
        </p:nvSpPr>
        <p:spPr>
          <a:xfrm>
            <a:off x="9304945" y="205330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0" name="object 4">
            <a:extLst>
              <a:ext uri="{FF2B5EF4-FFF2-40B4-BE49-F238E27FC236}">
                <a16:creationId xmlns:a16="http://schemas.microsoft.com/office/drawing/2014/main" id="{884F557C-F662-38EA-6EA9-3540D3188ED3}"/>
              </a:ext>
            </a:extLst>
          </p:cNvPr>
          <p:cNvSpPr txBox="1"/>
          <p:nvPr userDrawn="1"/>
        </p:nvSpPr>
        <p:spPr>
          <a:xfrm>
            <a:off x="9345454" y="4735906"/>
            <a:ext cx="2530448" cy="1183610"/>
          </a:xfrm>
          <a:prstGeom prst="rect">
            <a:avLst/>
          </a:prstGeom>
        </p:spPr>
        <p:txBody>
          <a:bodyPr vert="horz" wrap="square" lIns="0" tIns="31449" rIns="0" bIns="0" rtlCol="0">
            <a:spAutoFit/>
          </a:bodyPr>
          <a:lstStyle/>
          <a:p>
            <a:pPr marL="6419">
              <a:lnSpc>
                <a:spcPts val="1080"/>
              </a:lnSpc>
              <a:spcBef>
                <a:spcPts val="248"/>
              </a:spcBef>
            </a:pPr>
            <a:r>
              <a:rPr lang="en-IN" sz="900" b="1" spc="0">
                <a:solidFill>
                  <a:srgbClr val="FF1F36"/>
                </a:solidFill>
                <a:latin typeface="DMSans-Medium"/>
                <a:cs typeface="DMSans-Medium"/>
              </a:rPr>
              <a:t>COPYRIGHT NOTICE</a:t>
            </a:r>
          </a:p>
          <a:p>
            <a:pPr marL="6419">
              <a:lnSpc>
                <a:spcPts val="1080"/>
              </a:lnSpc>
              <a:spcBef>
                <a:spcPts val="248"/>
              </a:spcBef>
            </a:pPr>
            <a:r>
              <a:rPr lang="en-IN" sz="9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900" spc="0">
              <a:solidFill>
                <a:schemeClr val="bg1"/>
              </a:solidFill>
              <a:latin typeface="+mn-lt"/>
              <a:cs typeface="DM Sans"/>
            </a:endParaRPr>
          </a:p>
        </p:txBody>
      </p:sp>
      <p:pic>
        <p:nvPicPr>
          <p:cNvPr id="51" name="Picture 50">
            <a:extLst>
              <a:ext uri="{FF2B5EF4-FFF2-40B4-BE49-F238E27FC236}">
                <a16:creationId xmlns:a16="http://schemas.microsoft.com/office/drawing/2014/main" id="{25CA0D9E-1155-569B-617B-1BC60B7A4E75}"/>
              </a:ext>
            </a:extLst>
          </p:cNvPr>
          <p:cNvPicPr>
            <a:picLocks noChangeAspect="1"/>
          </p:cNvPicPr>
          <p:nvPr userDrawn="1"/>
        </p:nvPicPr>
        <p:blipFill>
          <a:blip r:embed="rId22"/>
          <a:stretch>
            <a:fillRect/>
          </a:stretch>
        </p:blipFill>
        <p:spPr>
          <a:xfrm>
            <a:off x="9349122" y="1574199"/>
            <a:ext cx="136391" cy="139259"/>
          </a:xfrm>
          <a:prstGeom prst="rect">
            <a:avLst/>
          </a:prstGeom>
        </p:spPr>
      </p:pic>
      <p:sp>
        <p:nvSpPr>
          <p:cNvPr id="2" name="object 3">
            <a:extLst>
              <a:ext uri="{FF2B5EF4-FFF2-40B4-BE49-F238E27FC236}">
                <a16:creationId xmlns:a16="http://schemas.microsoft.com/office/drawing/2014/main" id="{F0F5A8A0-CF40-C7C5-2329-23A16E59D67E}"/>
              </a:ext>
            </a:extLst>
          </p:cNvPr>
          <p:cNvSpPr txBox="1"/>
          <p:nvPr userDrawn="1"/>
        </p:nvSpPr>
        <p:spPr>
          <a:xfrm>
            <a:off x="323648" y="100591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rgbClr val="FF1F36"/>
                </a:solidFill>
                <a:latin typeface="DMSans-Medium"/>
                <a:cs typeface="DMSans-Medium"/>
              </a:rPr>
              <a:t>ASIA</a:t>
            </a:r>
            <a:r>
              <a:rPr sz="1100" spc="223">
                <a:solidFill>
                  <a:srgbClr val="FF1F36"/>
                </a:solidFill>
                <a:latin typeface="DMSans-Medium"/>
                <a:cs typeface="DMSans-Medium"/>
              </a:rPr>
              <a:t> </a:t>
            </a:r>
            <a:r>
              <a:rPr sz="1100" spc="71">
                <a:solidFill>
                  <a:srgbClr val="FF1F36"/>
                </a:solidFill>
                <a:latin typeface="DMSans-Medium"/>
                <a:cs typeface="DMSans-Medium"/>
              </a:rPr>
              <a:t>PACIFIC </a:t>
            </a:r>
            <a:endParaRPr sz="1100">
              <a:solidFill>
                <a:srgbClr val="FF1F36"/>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4" name="object 4">
            <a:extLst>
              <a:ext uri="{FF2B5EF4-FFF2-40B4-BE49-F238E27FC236}">
                <a16:creationId xmlns:a16="http://schemas.microsoft.com/office/drawing/2014/main" id="{AACA1202-A371-7E11-6EEF-878C9D95F5F9}"/>
              </a:ext>
            </a:extLst>
          </p:cNvPr>
          <p:cNvSpPr txBox="1"/>
          <p:nvPr userDrawn="1"/>
        </p:nvSpPr>
        <p:spPr>
          <a:xfrm>
            <a:off x="323650" y="2636627"/>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rgbClr val="FF1F36"/>
                </a:solidFill>
                <a:latin typeface="DMSans-Medium"/>
                <a:cs typeface="DMSans-Medium"/>
              </a:rPr>
              <a:t>EUROPE </a:t>
            </a:r>
            <a:endParaRPr sz="1100">
              <a:solidFill>
                <a:srgbClr val="FF1F36"/>
              </a:solidFill>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5" name="object 5">
            <a:extLst>
              <a:ext uri="{FF2B5EF4-FFF2-40B4-BE49-F238E27FC236}">
                <a16:creationId xmlns:a16="http://schemas.microsoft.com/office/drawing/2014/main" id="{95745BF6-3A84-60D8-89EE-511C08EFBE6B}"/>
              </a:ext>
            </a:extLst>
          </p:cNvPr>
          <p:cNvSpPr txBox="1"/>
          <p:nvPr userDrawn="1"/>
        </p:nvSpPr>
        <p:spPr>
          <a:xfrm>
            <a:off x="323319" y="4673608"/>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rgbClr val="FF1F36"/>
                </a:solidFill>
                <a:latin typeface="DMSans-Medium"/>
                <a:cs typeface="DMSans-Medium"/>
              </a:rPr>
              <a:t>NORTH</a:t>
            </a:r>
            <a:r>
              <a:rPr sz="1100" spc="219">
                <a:solidFill>
                  <a:srgbClr val="FF1F36"/>
                </a:solidFill>
                <a:latin typeface="DMSans-Medium"/>
                <a:cs typeface="DMSans-Medium"/>
              </a:rPr>
              <a:t> </a:t>
            </a:r>
            <a:r>
              <a:rPr sz="1100" spc="87">
                <a:solidFill>
                  <a:srgbClr val="FF1F36"/>
                </a:solidFill>
                <a:latin typeface="DMSans-Medium"/>
                <a:cs typeface="DMSans-Medium"/>
              </a:rPr>
              <a:t>AMERICA</a:t>
            </a:r>
            <a:endParaRPr sz="1100">
              <a:solidFill>
                <a:srgbClr val="FF1F36"/>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6" name="hcSlideMaster107.Closing slideHeader" descr="Classification: Internal">
            <a:extLst>
              <a:ext uri="{FF2B5EF4-FFF2-40B4-BE49-F238E27FC236}">
                <a16:creationId xmlns:a16="http://schemas.microsoft.com/office/drawing/2014/main" id="{F51CB148-D208-36D1-778F-FE99CC207E00}"/>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07338936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heme" Target="../theme/theme4.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theme" Target="../theme/theme5.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theme" Target="../theme/theme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theme" Target="../theme/theme7.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theme" Target="../theme/theme8.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theme" Target="../theme/theme9.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73.xml"/><Relationship Id="rId3" Type="http://schemas.openxmlformats.org/officeDocument/2006/relationships/slideLayout" Target="../slideLayouts/slideLayout68.xml"/><Relationship Id="rId7" Type="http://schemas.openxmlformats.org/officeDocument/2006/relationships/slideLayout" Target="../slideLayouts/slideLayout72.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theme" Target="../theme/theme10.xml"/><Relationship Id="rId5" Type="http://schemas.openxmlformats.org/officeDocument/2006/relationships/slideLayout" Target="../slideLayouts/slideLayout70.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83.xml"/><Relationship Id="rId3" Type="http://schemas.openxmlformats.org/officeDocument/2006/relationships/slideLayout" Target="../slideLayouts/slideLayout78.xml"/><Relationship Id="rId7" Type="http://schemas.openxmlformats.org/officeDocument/2006/relationships/slideLayout" Target="../slideLayouts/slideLayout82.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theme" Target="../theme/theme11.xml"/><Relationship Id="rId5" Type="http://schemas.openxmlformats.org/officeDocument/2006/relationships/slideLayout" Target="../slideLayouts/slideLayout80.xml"/><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8E1F81-54B0-CA8C-579B-65C43DF972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AF22B28-5C0A-F15D-DEB9-79224D3E6B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28B3B3C-660F-9BA9-A3F2-3CC0E10FD9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DM Sans" pitchFamily="2" charset="77"/>
              </a:defRPr>
            </a:lvl1pPr>
          </a:lstStyle>
          <a:p>
            <a:fld id="{0E015CAF-0C4B-9544-BBD2-3C7801AE0D19}" type="datetimeFigureOut">
              <a:rPr lang="en-US" smtClean="0"/>
              <a:pPr/>
              <a:t>1/18/2026</a:t>
            </a:fld>
            <a:endParaRPr lang="en-US"/>
          </a:p>
        </p:txBody>
      </p:sp>
      <p:sp>
        <p:nvSpPr>
          <p:cNvPr id="5" name="Footer Placeholder 4">
            <a:extLst>
              <a:ext uri="{FF2B5EF4-FFF2-40B4-BE49-F238E27FC236}">
                <a16:creationId xmlns:a16="http://schemas.microsoft.com/office/drawing/2014/main" id="{1B1AC6AD-148C-BFC5-341A-95869B09EC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DM Sans" pitchFamily="2" charset="77"/>
              </a:defRPr>
            </a:lvl1pPr>
          </a:lstStyle>
          <a:p>
            <a:endParaRPr lang="en-US"/>
          </a:p>
        </p:txBody>
      </p:sp>
      <p:sp>
        <p:nvSpPr>
          <p:cNvPr id="6" name="Slide Number Placeholder 5">
            <a:extLst>
              <a:ext uri="{FF2B5EF4-FFF2-40B4-BE49-F238E27FC236}">
                <a16:creationId xmlns:a16="http://schemas.microsoft.com/office/drawing/2014/main" id="{208A3C51-6625-E87E-34CE-731A0F721B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DM Sans" pitchFamily="2" charset="77"/>
              </a:defRPr>
            </a:lvl1pPr>
          </a:lstStyle>
          <a:p>
            <a:fld id="{207BE133-890D-A14D-9910-01D37695BDB7}" type="slidenum">
              <a:rPr lang="en-US" smtClean="0"/>
              <a:pPr/>
              <a:t>‹#›</a:t>
            </a:fld>
            <a:endParaRPr lang="en-US"/>
          </a:p>
        </p:txBody>
      </p:sp>
      <p:sp>
        <p:nvSpPr>
          <p:cNvPr id="7" name="Slide Number Placeholder 4">
            <a:extLst>
              <a:ext uri="{FF2B5EF4-FFF2-40B4-BE49-F238E27FC236}">
                <a16:creationId xmlns:a16="http://schemas.microsoft.com/office/drawing/2014/main" id="{C188F183-A0DE-CA6C-1613-AD5BF1221250}"/>
              </a:ext>
            </a:extLst>
          </p:cNvPr>
          <p:cNvSpPr txBox="1">
            <a:spLocks/>
          </p:cNvSpPr>
          <p:nvPr userDrawn="1"/>
        </p:nvSpPr>
        <p:spPr>
          <a:xfrm>
            <a:off x="3" y="6356352"/>
            <a:ext cx="491300" cy="365125"/>
          </a:xfrm>
          <a:prstGeom prst="rect">
            <a:avLst/>
          </a:prstGeom>
        </p:spPr>
        <p:txBody>
          <a:bodyPr/>
          <a:lstStyle>
            <a:defPPr>
              <a:defRPr lang="en-US"/>
            </a:defPPr>
            <a:lvl1pPr marL="0" algn="r" defTabSz="914332" rtl="0" eaLnBrk="1" latinLnBrk="0" hangingPunct="1">
              <a:defRPr sz="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fld id="{C4B1DB5C-CBD1-46F1-83D6-F5AA23577CB7}" type="slidenum">
              <a:rPr lang="en-GB" smtClean="0">
                <a:latin typeface="DM Sans" pitchFamily="2" charset="77"/>
              </a:rPr>
              <a:pPr/>
              <a:t>‹#›</a:t>
            </a:fld>
            <a:endParaRPr lang="en-GB">
              <a:latin typeface="DM Sans" pitchFamily="2" charset="77"/>
            </a:endParaRPr>
          </a:p>
        </p:txBody>
      </p:sp>
    </p:spTree>
    <p:extLst>
      <p:ext uri="{BB962C8B-B14F-4D97-AF65-F5344CB8AC3E}">
        <p14:creationId xmlns:p14="http://schemas.microsoft.com/office/powerpoint/2010/main" val="3081876663"/>
      </p:ext>
    </p:extLst>
  </p:cSld>
  <p:clrMap bg1="lt1" tx1="dk1" bg2="lt2" tx2="dk2" accent1="accent1" accent2="accent2" accent3="accent3" accent4="accent4" accent5="accent5" accent6="accent6" hlink="hlink" folHlink="folHlink"/>
  <p:sldLayoutIdLst>
    <p:sldLayoutId id="2147483773" r:id="rId1"/>
  </p:sldLayoutIdLst>
  <p:txStyles>
    <p:titleStyle>
      <a:lvl1pPr algn="l" defTabSz="914400" rtl="0" eaLnBrk="1" latinLnBrk="0" hangingPunct="1">
        <a:lnSpc>
          <a:spcPct val="90000"/>
        </a:lnSpc>
        <a:spcBef>
          <a:spcPct val="0"/>
        </a:spcBef>
        <a:buNone/>
        <a:defRPr sz="2800" kern="1200">
          <a:solidFill>
            <a:schemeClr val="tx1"/>
          </a:solidFill>
          <a:latin typeface="DM Sans"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DM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73DADC-31C7-FA97-2059-2FDA2F1AC5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9874003-ECCB-FDBB-F151-085209AF56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FBA2518-1905-FB41-4AEE-B5B5ED0896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DM Sans" pitchFamily="2" charset="77"/>
              </a:defRPr>
            </a:lvl1pPr>
          </a:lstStyle>
          <a:p>
            <a:fld id="{F2A89D12-E46C-7749-BEFC-EF47A11E5828}" type="datetimeFigureOut">
              <a:rPr lang="en-US" smtClean="0"/>
              <a:pPr/>
              <a:t>1/18/2026</a:t>
            </a:fld>
            <a:endParaRPr lang="en-US"/>
          </a:p>
        </p:txBody>
      </p:sp>
      <p:sp>
        <p:nvSpPr>
          <p:cNvPr id="5" name="Footer Placeholder 4">
            <a:extLst>
              <a:ext uri="{FF2B5EF4-FFF2-40B4-BE49-F238E27FC236}">
                <a16:creationId xmlns:a16="http://schemas.microsoft.com/office/drawing/2014/main" id="{5BA6652F-269A-06E3-7D6E-BD834695DE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DM Sans" pitchFamily="2" charset="77"/>
              </a:defRPr>
            </a:lvl1pPr>
          </a:lstStyle>
          <a:p>
            <a:endParaRPr lang="en-US"/>
          </a:p>
        </p:txBody>
      </p:sp>
      <p:sp>
        <p:nvSpPr>
          <p:cNvPr id="6" name="Slide Number Placeholder 5">
            <a:extLst>
              <a:ext uri="{FF2B5EF4-FFF2-40B4-BE49-F238E27FC236}">
                <a16:creationId xmlns:a16="http://schemas.microsoft.com/office/drawing/2014/main" id="{EEA3AFCA-95F9-7FFF-F015-85C45EBCDB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DM Sans" pitchFamily="2" charset="77"/>
              </a:defRPr>
            </a:lvl1pPr>
          </a:lstStyle>
          <a:p>
            <a:fld id="{3613B1A1-B803-7A4A-A51B-38DBAEB87B7C}" type="slidenum">
              <a:rPr lang="en-US" smtClean="0"/>
              <a:pPr/>
              <a:t>‹#›</a:t>
            </a:fld>
            <a:endParaRPr lang="en-US"/>
          </a:p>
        </p:txBody>
      </p:sp>
      <p:sp>
        <p:nvSpPr>
          <p:cNvPr id="7" name="Slide Number Placeholder 4">
            <a:extLst>
              <a:ext uri="{FF2B5EF4-FFF2-40B4-BE49-F238E27FC236}">
                <a16:creationId xmlns:a16="http://schemas.microsoft.com/office/drawing/2014/main" id="{1EBBE384-033A-935A-93D3-AEFD23305B65}"/>
              </a:ext>
            </a:extLst>
          </p:cNvPr>
          <p:cNvSpPr txBox="1">
            <a:spLocks/>
          </p:cNvSpPr>
          <p:nvPr userDrawn="1"/>
        </p:nvSpPr>
        <p:spPr>
          <a:xfrm>
            <a:off x="3" y="6356352"/>
            <a:ext cx="491300" cy="365125"/>
          </a:xfrm>
          <a:prstGeom prst="rect">
            <a:avLst/>
          </a:prstGeom>
        </p:spPr>
        <p:txBody>
          <a:bodyPr/>
          <a:lstStyle>
            <a:defPPr>
              <a:defRPr lang="en-US"/>
            </a:defPPr>
            <a:lvl1pPr marL="0" algn="r" defTabSz="914332" rtl="0" eaLnBrk="1" latinLnBrk="0" hangingPunct="1">
              <a:defRPr sz="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fld id="{C4B1DB5C-CBD1-46F1-83D6-F5AA23577CB7}" type="slidenum">
              <a:rPr lang="en-GB" smtClean="0">
                <a:latin typeface="DM Sans" pitchFamily="2" charset="77"/>
              </a:rPr>
              <a:pPr/>
              <a:t>‹#›</a:t>
            </a:fld>
            <a:endParaRPr lang="en-GB">
              <a:latin typeface="DM Sans" pitchFamily="2" charset="77"/>
            </a:endParaRPr>
          </a:p>
        </p:txBody>
      </p:sp>
    </p:spTree>
    <p:extLst>
      <p:ext uri="{BB962C8B-B14F-4D97-AF65-F5344CB8AC3E}">
        <p14:creationId xmlns:p14="http://schemas.microsoft.com/office/powerpoint/2010/main" val="3264034034"/>
      </p:ext>
    </p:extLst>
  </p:cSld>
  <p:clrMap bg1="lt1" tx1="dk1" bg2="lt2" tx2="dk2" accent1="accent1" accent2="accent2" accent3="accent3" accent4="accent4" accent5="accent5" accent6="accent6" hlink="hlink" folHlink="folHlink"/>
  <p:sldLayoutIdLst>
    <p:sldLayoutId id="2147483771" r:id="rId1"/>
  </p:sldLayoutIdLst>
  <p:txStyles>
    <p:titleStyle>
      <a:lvl1pPr algn="l" defTabSz="914400" rtl="0" eaLnBrk="1" latinLnBrk="0" hangingPunct="1">
        <a:lnSpc>
          <a:spcPct val="90000"/>
        </a:lnSpc>
        <a:spcBef>
          <a:spcPct val="0"/>
        </a:spcBef>
        <a:buNone/>
        <a:defRPr sz="2800" kern="1200">
          <a:solidFill>
            <a:schemeClr val="tx1"/>
          </a:solidFill>
          <a:latin typeface="DM Sans"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DM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0F8D2C-EF63-C501-51C8-F5C7015673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2C86E2E-130B-5B5D-61FC-F9591C6EA0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26E1877-A390-7B54-0DB9-3115E68AA3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94FBAA-9A32-DC41-8281-F3D581BBA389}" type="datetimeFigureOut">
              <a:rPr lang="en-US" smtClean="0"/>
              <a:t>1/18/2026</a:t>
            </a:fld>
            <a:endParaRPr lang="en-US"/>
          </a:p>
        </p:txBody>
      </p:sp>
      <p:sp>
        <p:nvSpPr>
          <p:cNvPr id="5" name="Footer Placeholder 4">
            <a:extLst>
              <a:ext uri="{FF2B5EF4-FFF2-40B4-BE49-F238E27FC236}">
                <a16:creationId xmlns:a16="http://schemas.microsoft.com/office/drawing/2014/main" id="{DB98D53B-9E06-84C1-173C-1FE131D4F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8DF3BB-9A7B-8D08-E834-F3628BFE58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F84038-3D22-C84E-88F3-BB4551B5E9FA}" type="slidenum">
              <a:rPr lang="en-US" smtClean="0"/>
              <a:t>‹#›</a:t>
            </a:fld>
            <a:endParaRPr lang="en-US"/>
          </a:p>
        </p:txBody>
      </p:sp>
      <p:sp>
        <p:nvSpPr>
          <p:cNvPr id="9" name="Slide Number Placeholder 2">
            <a:extLst>
              <a:ext uri="{FF2B5EF4-FFF2-40B4-BE49-F238E27FC236}">
                <a16:creationId xmlns:a16="http://schemas.microsoft.com/office/drawing/2014/main" id="{F61084DB-21B7-1DC1-E1F3-6C99E14A2C15}"/>
              </a:ext>
            </a:extLst>
          </p:cNvPr>
          <p:cNvSpPr txBox="1">
            <a:spLocks/>
          </p:cNvSpPr>
          <p:nvPr userDrawn="1"/>
        </p:nvSpPr>
        <p:spPr>
          <a:xfrm>
            <a:off x="3" y="6356352"/>
            <a:ext cx="491300" cy="365125"/>
          </a:xfrm>
          <a:prstGeom prst="rect">
            <a:avLst/>
          </a:prstGeom>
        </p:spPr>
        <p:txBody>
          <a:bodyPr/>
          <a:lstStyle>
            <a:defPPr>
              <a:defRPr lang="en-US"/>
            </a:defPPr>
            <a:lvl1pPr marL="0" algn="r" defTabSz="914332" rtl="0" eaLnBrk="1" latinLnBrk="0" hangingPunct="1">
              <a:defRPr sz="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fld id="{C4B1DB5C-CBD1-46F1-83D6-F5AA23577CB7}" type="slidenum">
              <a:rPr lang="en-GB" smtClean="0">
                <a:solidFill>
                  <a:srgbClr val="000000"/>
                </a:solidFill>
                <a:latin typeface="DM Sans"/>
              </a:rPr>
              <a:pPr/>
              <a:t>‹#›</a:t>
            </a:fld>
            <a:endParaRPr lang="en-GB">
              <a:solidFill>
                <a:srgbClr val="000000"/>
              </a:solidFill>
              <a:latin typeface="DM Sans"/>
            </a:endParaRPr>
          </a:p>
        </p:txBody>
      </p:sp>
    </p:spTree>
    <p:extLst>
      <p:ext uri="{BB962C8B-B14F-4D97-AF65-F5344CB8AC3E}">
        <p14:creationId xmlns:p14="http://schemas.microsoft.com/office/powerpoint/2010/main" val="3111672162"/>
      </p:ext>
    </p:extLst>
  </p:cSld>
  <p:clrMap bg1="lt1" tx1="dk1" bg2="lt2" tx2="dk2" accent1="accent1" accent2="accent2" accent3="accent3" accent4="accent4" accent5="accent5" accent6="accent6" hlink="hlink" folHlink="folHlink"/>
  <p:sldLayoutIdLst>
    <p:sldLayoutId id="2147483769" r:id="rId1"/>
  </p:sldLayoutIdLst>
  <p:txStyles>
    <p:titleStyle>
      <a:lvl1pPr algn="l" defTabSz="914400" rtl="0" eaLnBrk="1" latinLnBrk="0" hangingPunct="1">
        <a:lnSpc>
          <a:spcPct val="90000"/>
        </a:lnSpc>
        <a:spcBef>
          <a:spcPct val="0"/>
        </a:spcBef>
        <a:buNone/>
        <a:defRPr sz="2800" kern="1200">
          <a:solidFill>
            <a:schemeClr val="tx1"/>
          </a:solidFill>
          <a:latin typeface="DM Sans"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DM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971763309"/>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4" r:id="rId4"/>
    <p:sldLayoutId id="2147483784" r:id="rId5"/>
    <p:sldLayoutId id="2147483695" r:id="rId6"/>
    <p:sldLayoutId id="2147483696" r:id="rId7"/>
    <p:sldLayoutId id="2147483697" r:id="rId8"/>
    <p:sldLayoutId id="2147483698" r:id="rId9"/>
    <p:sldLayoutId id="2147483703" r:id="rId10"/>
    <p:sldLayoutId id="2147483792" r:id="rId11"/>
    <p:sldLayoutId id="2147483793" r:id="rId12"/>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4181057106"/>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85" r:id="rId5"/>
    <p:sldLayoutId id="2147483709" r:id="rId6"/>
    <p:sldLayoutId id="2147483710" r:id="rId7"/>
    <p:sldLayoutId id="2147483711" r:id="rId8"/>
    <p:sldLayoutId id="2147483712" r:id="rId9"/>
    <p:sldLayoutId id="2147483713" r:id="rId10"/>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181037807"/>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86" r:id="rId5"/>
    <p:sldLayoutId id="2147483719" r:id="rId6"/>
    <p:sldLayoutId id="2147483720" r:id="rId7"/>
    <p:sldLayoutId id="2147483721" r:id="rId8"/>
    <p:sldLayoutId id="2147483722" r:id="rId9"/>
    <p:sldLayoutId id="2147483723" r:id="rId10"/>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3461930173"/>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87" r:id="rId5"/>
    <p:sldLayoutId id="2147483729" r:id="rId6"/>
    <p:sldLayoutId id="2147483730" r:id="rId7"/>
    <p:sldLayoutId id="2147483731" r:id="rId8"/>
    <p:sldLayoutId id="2147483732" r:id="rId9"/>
    <p:sldLayoutId id="2147483733" r:id="rId10"/>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602105931"/>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88" r:id="rId5"/>
    <p:sldLayoutId id="2147483739" r:id="rId6"/>
    <p:sldLayoutId id="2147483740" r:id="rId7"/>
    <p:sldLayoutId id="2147483741" r:id="rId8"/>
    <p:sldLayoutId id="2147483742" r:id="rId9"/>
    <p:sldLayoutId id="2147483743" r:id="rId10"/>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591350992"/>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89" r:id="rId5"/>
    <p:sldLayoutId id="2147483749" r:id="rId6"/>
    <p:sldLayoutId id="2147483750" r:id="rId7"/>
    <p:sldLayoutId id="2147483751" r:id="rId8"/>
    <p:sldLayoutId id="2147483752" r:id="rId9"/>
    <p:sldLayoutId id="2147483753" r:id="rId10"/>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685256985"/>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90" r:id="rId5"/>
    <p:sldLayoutId id="2147483779" r:id="rId6"/>
    <p:sldLayoutId id="2147483780" r:id="rId7"/>
    <p:sldLayoutId id="2147483781" r:id="rId8"/>
    <p:sldLayoutId id="2147483782" r:id="rId9"/>
    <p:sldLayoutId id="2147483783" r:id="rId10"/>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598186279"/>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91" r:id="rId5"/>
    <p:sldLayoutId id="2147483759" r:id="rId6"/>
    <p:sldLayoutId id="2147483760" r:id="rId7"/>
    <p:sldLayoutId id="2147483761" r:id="rId8"/>
    <p:sldLayoutId id="2147483762" r:id="rId9"/>
    <p:sldLayoutId id="2147483763" r:id="rId10"/>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jpeg"/><Relationship Id="rId1" Type="http://schemas.openxmlformats.org/officeDocument/2006/relationships/slideLayout" Target="../slideLayouts/slideLayout6.xml"/><Relationship Id="rId4" Type="http://schemas.openxmlformats.org/officeDocument/2006/relationships/image" Target="../media/image81.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3.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4.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5.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86.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8.png"/><Relationship Id="rId7" Type="http://schemas.microsoft.com/office/2007/relationships/hdphoto" Target="../media/hdphoto6.wdp"/><Relationship Id="rId2" Type="http://schemas.openxmlformats.org/officeDocument/2006/relationships/image" Target="../media/image87.png"/><Relationship Id="rId1" Type="http://schemas.openxmlformats.org/officeDocument/2006/relationships/slideLayout" Target="../slideLayouts/slideLayout15.xml"/><Relationship Id="rId6" Type="http://schemas.openxmlformats.org/officeDocument/2006/relationships/image" Target="../media/image90.png"/><Relationship Id="rId5" Type="http://schemas.microsoft.com/office/2007/relationships/hdphoto" Target="../media/hdphoto5.wdp"/><Relationship Id="rId4" Type="http://schemas.openxmlformats.org/officeDocument/2006/relationships/image" Target="../media/image89.png"/><Relationship Id="rId9" Type="http://schemas.openxmlformats.org/officeDocument/2006/relationships/image" Target="../media/image92.png"/></Relationships>
</file>

<file path=ppt/slides/_rels/slide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95.png"/><Relationship Id="rId1" Type="http://schemas.openxmlformats.org/officeDocument/2006/relationships/slideLayout" Target="../slideLayouts/slideLayout15.xml"/><Relationship Id="rId5" Type="http://schemas.microsoft.com/office/2007/relationships/hdphoto" Target="../media/hdphoto8.wdp"/><Relationship Id="rId4" Type="http://schemas.openxmlformats.org/officeDocument/2006/relationships/image" Target="../media/image96.png"/></Relationships>
</file>

<file path=ppt/slides/_rels/slide1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Placeholder 23" descr="A person in a car&#10;&#10;Description automatically generated">
            <a:extLst>
              <a:ext uri="{FF2B5EF4-FFF2-40B4-BE49-F238E27FC236}">
                <a16:creationId xmlns:a16="http://schemas.microsoft.com/office/drawing/2014/main" id="{B7EC45C5-3C89-572C-1D9A-A56FBF609720}"/>
              </a:ext>
            </a:extLst>
          </p:cNvPr>
          <p:cNvPicPr>
            <a:picLocks noGrp="1" noChangeAspect="1"/>
          </p:cNvPicPr>
          <p:nvPr>
            <p:ph type="pic" sz="quarter" idx="15"/>
          </p:nvPr>
        </p:nvPicPr>
        <p:blipFill>
          <a:blip r:embed="rId2" cstate="email">
            <a:extLst>
              <a:ext uri="{28A0092B-C50C-407E-A947-70E740481C1C}">
                <a14:useLocalDpi xmlns:a14="http://schemas.microsoft.com/office/drawing/2010/main"/>
              </a:ext>
            </a:extLst>
          </a:blip>
          <a:srcRect/>
          <a:stretch/>
        </p:blipFill>
        <p:spPr>
          <a:xfrm>
            <a:off x="5934456" y="817563"/>
            <a:ext cx="6257925" cy="5176837"/>
          </a:xfrm>
        </p:spPr>
      </p:pic>
      <p:sp>
        <p:nvSpPr>
          <p:cNvPr id="4" name="Title 3">
            <a:extLst>
              <a:ext uri="{FF2B5EF4-FFF2-40B4-BE49-F238E27FC236}">
                <a16:creationId xmlns:a16="http://schemas.microsoft.com/office/drawing/2014/main" id="{54ED3A2A-2B38-EDE5-C88F-9873F9F37D62}"/>
              </a:ext>
            </a:extLst>
          </p:cNvPr>
          <p:cNvSpPr>
            <a:spLocks noGrp="1"/>
          </p:cNvSpPr>
          <p:nvPr>
            <p:ph type="title"/>
          </p:nvPr>
        </p:nvSpPr>
        <p:spPr>
          <a:xfrm>
            <a:off x="245655" y="2600329"/>
            <a:ext cx="4472341" cy="1317583"/>
          </a:xfrm>
        </p:spPr>
        <p:txBody>
          <a:bodyPr/>
          <a:lstStyle/>
          <a:p>
            <a:r>
              <a:rPr lang="en-US" sz="2800"/>
              <a:t>The Basic Design Guidelines for Carbon Fiber Bonnet.</a:t>
            </a:r>
          </a:p>
        </p:txBody>
      </p:sp>
      <p:sp>
        <p:nvSpPr>
          <p:cNvPr id="6" name="Text Placeholder 5">
            <a:extLst>
              <a:ext uri="{FF2B5EF4-FFF2-40B4-BE49-F238E27FC236}">
                <a16:creationId xmlns:a16="http://schemas.microsoft.com/office/drawing/2014/main" id="{014214A2-B34C-F776-CFFC-E9F60AFBED37}"/>
              </a:ext>
            </a:extLst>
          </p:cNvPr>
          <p:cNvSpPr>
            <a:spLocks noGrp="1"/>
          </p:cNvSpPr>
          <p:nvPr>
            <p:ph type="body" sz="quarter" idx="16"/>
          </p:nvPr>
        </p:nvSpPr>
        <p:spPr>
          <a:xfrm>
            <a:off x="245653" y="5455626"/>
            <a:ext cx="4291843" cy="414068"/>
          </a:xfrm>
        </p:spPr>
        <p:txBody>
          <a:bodyPr vert="horz" lIns="91440" tIns="45720" rIns="91440" bIns="45720" rtlCol="0" anchor="t">
            <a:noAutofit/>
          </a:bodyPr>
          <a:lstStyle/>
          <a:p>
            <a:r>
              <a:rPr lang="en-US"/>
              <a:t>22 December 2025</a:t>
            </a:r>
          </a:p>
        </p:txBody>
      </p:sp>
      <p:pic>
        <p:nvPicPr>
          <p:cNvPr id="11" name="Graphic 10">
            <a:extLst>
              <a:ext uri="{FF2B5EF4-FFF2-40B4-BE49-F238E27FC236}">
                <a16:creationId xmlns:a16="http://schemas.microsoft.com/office/drawing/2014/main" id="{C9036DEC-158B-DADD-5C7A-5DC9BC19883B}"/>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t="17778" b="18010"/>
          <a:stretch/>
        </p:blipFill>
        <p:spPr>
          <a:xfrm>
            <a:off x="3532327" y="807894"/>
            <a:ext cx="5346283" cy="4507200"/>
          </a:xfrm>
          <a:prstGeom prst="rect">
            <a:avLst/>
          </a:prstGeom>
        </p:spPr>
      </p:pic>
      <p:sp>
        <p:nvSpPr>
          <p:cNvPr id="2" name="Text Placeholder 4">
            <a:extLst>
              <a:ext uri="{FF2B5EF4-FFF2-40B4-BE49-F238E27FC236}">
                <a16:creationId xmlns:a16="http://schemas.microsoft.com/office/drawing/2014/main" id="{A5E18AD1-1FD9-6E89-910F-52A5263340C6}"/>
              </a:ext>
            </a:extLst>
          </p:cNvPr>
          <p:cNvSpPr>
            <a:spLocks noGrp="1"/>
          </p:cNvSpPr>
          <p:nvPr>
            <p:ph type="body" sz="quarter" idx="13"/>
          </p:nvPr>
        </p:nvSpPr>
        <p:spPr>
          <a:xfrm>
            <a:off x="245653" y="4004398"/>
            <a:ext cx="4291843" cy="793631"/>
          </a:xfrm>
        </p:spPr>
        <p:txBody>
          <a:bodyPr vert="horz" lIns="91440" tIns="45720" rIns="91440" bIns="45720" rtlCol="0" anchor="t">
            <a:noAutofit/>
          </a:bodyPr>
          <a:lstStyle/>
          <a:p>
            <a:r>
              <a:rPr lang="en-US"/>
              <a:t>By :- </a:t>
            </a:r>
            <a:br>
              <a:rPr lang="en-US"/>
            </a:br>
            <a:r>
              <a:rPr lang="en-US"/>
              <a:t>          Rahul Phatangare</a:t>
            </a:r>
            <a:br>
              <a:rPr lang="en-US"/>
            </a:br>
            <a:r>
              <a:rPr lang="en-US"/>
              <a:t>          Ashish Pawle</a:t>
            </a:r>
          </a:p>
        </p:txBody>
      </p:sp>
    </p:spTree>
    <p:extLst>
      <p:ext uri="{BB962C8B-B14F-4D97-AF65-F5344CB8AC3E}">
        <p14:creationId xmlns:p14="http://schemas.microsoft.com/office/powerpoint/2010/main" val="967330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05BC9-D34D-FA9F-E72F-AF686DE2C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EEE70-D15D-9EF9-5A59-60EA0E600A6A}"/>
              </a:ext>
            </a:extLst>
          </p:cNvPr>
          <p:cNvSpPr>
            <a:spLocks noGrp="1"/>
          </p:cNvSpPr>
          <p:nvPr>
            <p:ph type="title"/>
          </p:nvPr>
        </p:nvSpPr>
        <p:spPr/>
        <p:txBody>
          <a:bodyPr/>
          <a:lstStyle/>
          <a:p>
            <a:endParaRPr lang="en-US"/>
          </a:p>
        </p:txBody>
      </p:sp>
      <p:graphicFrame>
        <p:nvGraphicFramePr>
          <p:cNvPr id="5" name="object 12">
            <a:extLst>
              <a:ext uri="{FF2B5EF4-FFF2-40B4-BE49-F238E27FC236}">
                <a16:creationId xmlns:a16="http://schemas.microsoft.com/office/drawing/2014/main" id="{5BD47978-E7FA-7919-B5BA-0B9EB22D1FBE}"/>
              </a:ext>
            </a:extLst>
          </p:cNvPr>
          <p:cNvGraphicFramePr>
            <a:graphicFrameLocks noGrp="1"/>
          </p:cNvGraphicFramePr>
          <p:nvPr>
            <p:extLst>
              <p:ext uri="{D42A27DB-BD31-4B8C-83A1-F6EECF244321}">
                <p14:modId xmlns:p14="http://schemas.microsoft.com/office/powerpoint/2010/main" val="1124214931"/>
              </p:ext>
            </p:extLst>
          </p:nvPr>
        </p:nvGraphicFramePr>
        <p:xfrm>
          <a:off x="344294" y="1642369"/>
          <a:ext cx="10404690" cy="2380761"/>
        </p:xfrm>
        <a:graphic>
          <a:graphicData uri="http://schemas.openxmlformats.org/drawingml/2006/table">
            <a:tbl>
              <a:tblPr firstRow="1" bandRow="1">
                <a:tableStyleId>{2D5ABB26-0587-4C30-8999-92F81FD0307C}</a:tableStyleId>
              </a:tblPr>
              <a:tblGrid>
                <a:gridCol w="783047">
                  <a:extLst>
                    <a:ext uri="{9D8B030D-6E8A-4147-A177-3AD203B41FA5}">
                      <a16:colId xmlns:a16="http://schemas.microsoft.com/office/drawing/2014/main" val="20000"/>
                    </a:ext>
                  </a:extLst>
                </a:gridCol>
                <a:gridCol w="9572687">
                  <a:extLst>
                    <a:ext uri="{9D8B030D-6E8A-4147-A177-3AD203B41FA5}">
                      <a16:colId xmlns:a16="http://schemas.microsoft.com/office/drawing/2014/main" val="20001"/>
                    </a:ext>
                  </a:extLst>
                </a:gridCol>
                <a:gridCol w="48956">
                  <a:extLst>
                    <a:ext uri="{9D8B030D-6E8A-4147-A177-3AD203B41FA5}">
                      <a16:colId xmlns:a16="http://schemas.microsoft.com/office/drawing/2014/main" val="20003"/>
                    </a:ext>
                  </a:extLst>
                </a:gridCol>
              </a:tblGrid>
              <a:tr h="355543">
                <a:tc>
                  <a:txBody>
                    <a:bodyPr/>
                    <a:lstStyle/>
                    <a:p>
                      <a:pPr algn="ctr">
                        <a:lnSpc>
                          <a:spcPct val="100000"/>
                        </a:lnSpc>
                      </a:pPr>
                      <a:r>
                        <a:rPr sz="1300" spc="-25">
                          <a:solidFill>
                            <a:srgbClr val="12C6B3"/>
                          </a:solidFill>
                          <a:latin typeface="DM Sans" pitchFamily="2" charset="77"/>
                          <a:cs typeface="DM Sans"/>
                        </a:rPr>
                        <a:t>0</a:t>
                      </a:r>
                      <a:r>
                        <a:rPr lang="en-IN" sz="1300" spc="-25">
                          <a:solidFill>
                            <a:srgbClr val="12C6B3"/>
                          </a:solidFill>
                          <a:latin typeface="DM Sans" pitchFamily="2" charset="77"/>
                          <a:cs typeface="DM Sans"/>
                        </a:rPr>
                        <a:t>1</a:t>
                      </a:r>
                      <a:endParaRPr sz="1300">
                        <a:latin typeface="DM Sans" pitchFamily="2" charset="77"/>
                        <a:cs typeface="DM Sans"/>
                      </a:endParaRPr>
                    </a:p>
                  </a:txBody>
                  <a:tcPr marL="0" marR="0" marT="0" marB="0">
                    <a:lnB w="12700">
                      <a:solidFill>
                        <a:srgbClr val="12C6B3"/>
                      </a:solidFill>
                      <a:prstDash val="solid"/>
                    </a:lnB>
                    <a:noFill/>
                  </a:tcPr>
                </a:tc>
                <a:tc>
                  <a:txBody>
                    <a:bodyPr/>
                    <a:lstStyle/>
                    <a:p>
                      <a:pPr marL="128270" indent="0">
                        <a:lnSpc>
                          <a:spcPct val="100000"/>
                        </a:lnSpc>
                        <a:spcBef>
                          <a:spcPts val="15"/>
                        </a:spcBef>
                        <a:buFont typeface="+mj-lt"/>
                        <a:buNone/>
                      </a:pPr>
                      <a:r>
                        <a:rPr lang="en-IN" sz="1500">
                          <a:solidFill>
                            <a:srgbClr val="0000B3"/>
                          </a:solidFill>
                          <a:latin typeface="DM Sans" pitchFamily="2" charset="77"/>
                          <a:cs typeface="DM Sans"/>
                        </a:rPr>
                        <a:t>Introduction of  Bonnet ?</a:t>
                      </a:r>
                    </a:p>
                  </a:txBody>
                  <a:tcPr marL="0" marR="0" marT="1301" marB="0">
                    <a:lnB w="12700">
                      <a:solidFill>
                        <a:srgbClr val="12C6B3"/>
                      </a:solidFill>
                      <a:prstDash val="solid"/>
                    </a:lnB>
                    <a:noFill/>
                  </a:tcPr>
                </a:tc>
                <a:tc>
                  <a:txBody>
                    <a:bodyPr/>
                    <a:lstStyle/>
                    <a:p>
                      <a:pPr marR="116840" algn="r">
                        <a:lnSpc>
                          <a:spcPct val="100000"/>
                        </a:lnSpc>
                        <a:spcBef>
                          <a:spcPts val="50"/>
                        </a:spcBef>
                      </a:pPr>
                      <a:endParaRPr sz="1500">
                        <a:latin typeface="DM Sans" pitchFamily="2" charset="77"/>
                        <a:cs typeface="DM Sans"/>
                      </a:endParaRPr>
                    </a:p>
                  </a:txBody>
                  <a:tcPr marL="0" marR="0" marT="4340" marB="0">
                    <a:lnB w="12700" cap="flat" cmpd="sng" algn="ctr">
                      <a:solidFill>
                        <a:srgbClr val="12C6B3"/>
                      </a:solidFill>
                      <a:prstDash val="solid"/>
                      <a:round/>
                      <a:headEnd type="none" w="med" len="med"/>
                      <a:tailEnd type="none" w="med" len="med"/>
                    </a:lnB>
                    <a:noFill/>
                  </a:tcPr>
                </a:tc>
                <a:extLst>
                  <a:ext uri="{0D108BD9-81ED-4DB2-BD59-A6C34878D82A}">
                    <a16:rowId xmlns:a16="http://schemas.microsoft.com/office/drawing/2014/main" val="10000"/>
                  </a:ext>
                </a:extLst>
              </a:tr>
              <a:tr h="415161">
                <a:tc>
                  <a:txBody>
                    <a:bodyPr/>
                    <a:lstStyle/>
                    <a:p>
                      <a:pPr marL="1270" algn="ctr">
                        <a:lnSpc>
                          <a:spcPct val="100000"/>
                        </a:lnSpc>
                        <a:spcBef>
                          <a:spcPts val="760"/>
                        </a:spcBef>
                      </a:pPr>
                      <a:r>
                        <a:rPr sz="1300" spc="-25">
                          <a:solidFill>
                            <a:srgbClr val="12C6B3"/>
                          </a:solidFill>
                          <a:latin typeface="DM Sans" pitchFamily="2" charset="77"/>
                          <a:cs typeface="DM Sans"/>
                        </a:rPr>
                        <a:t>0</a:t>
                      </a:r>
                      <a:r>
                        <a:rPr lang="en-IN" sz="1300" spc="-25">
                          <a:solidFill>
                            <a:srgbClr val="12C6B3"/>
                          </a:solidFill>
                          <a:latin typeface="DM Sans" pitchFamily="2" charset="77"/>
                          <a:cs typeface="DM Sans"/>
                        </a:rPr>
                        <a:t>2</a:t>
                      </a:r>
                      <a:endParaRPr sz="1300">
                        <a:latin typeface="DM Sans" pitchFamily="2" charset="77"/>
                        <a:cs typeface="DM Sans"/>
                      </a:endParaRPr>
                    </a:p>
                  </a:txBody>
                  <a:tcPr marL="0" marR="0" marT="65975" marB="0">
                    <a:lnT w="12700">
                      <a:solidFill>
                        <a:srgbClr val="12C6B3"/>
                      </a:solidFill>
                      <a:prstDash val="solid"/>
                    </a:lnT>
                    <a:lnB w="12700">
                      <a:solidFill>
                        <a:srgbClr val="12C6B3"/>
                      </a:solidFill>
                      <a:prstDash val="solid"/>
                    </a:lnB>
                    <a:noFill/>
                  </a:tcPr>
                </a:tc>
                <a:tc>
                  <a:txBody>
                    <a:bodyPr/>
                    <a:lstStyle/>
                    <a:p>
                      <a:pPr marL="128270">
                        <a:lnSpc>
                          <a:spcPct val="100000"/>
                        </a:lnSpc>
                        <a:spcBef>
                          <a:spcPts val="775"/>
                        </a:spcBef>
                      </a:pPr>
                      <a:r>
                        <a:rPr lang="en-US" sz="1500">
                          <a:solidFill>
                            <a:srgbClr val="0000B3"/>
                          </a:solidFill>
                          <a:latin typeface="DM Sans" pitchFamily="2" charset="77"/>
                          <a:cs typeface="DM Sans"/>
                        </a:rPr>
                        <a:t>CF Bonnet Boundary condition based on mfg. technology and package space.</a:t>
                      </a:r>
                    </a:p>
                  </a:txBody>
                  <a:tcPr marL="0" marR="0" marT="67277" marB="0">
                    <a:lnT w="12700">
                      <a:solidFill>
                        <a:srgbClr val="12C6B3"/>
                      </a:solidFill>
                      <a:prstDash val="solid"/>
                    </a:lnT>
                    <a:lnB w="12700">
                      <a:solidFill>
                        <a:srgbClr val="12C6B3"/>
                      </a:solidFill>
                      <a:prstDash val="solid"/>
                    </a:lnB>
                    <a:noFill/>
                  </a:tcPr>
                </a:tc>
                <a:tc>
                  <a:txBody>
                    <a:bodyPr/>
                    <a:lstStyle/>
                    <a:p>
                      <a:pPr marR="114300" algn="r">
                        <a:lnSpc>
                          <a:spcPct val="100000"/>
                        </a:lnSpc>
                        <a:spcBef>
                          <a:spcPts val="770"/>
                        </a:spcBef>
                      </a:pPr>
                      <a:endParaRPr sz="1500">
                        <a:latin typeface="DM Sans" pitchFamily="2" charset="77"/>
                        <a:cs typeface="DM Sans"/>
                      </a:endParaRPr>
                    </a:p>
                  </a:txBody>
                  <a:tcPr marL="0" marR="0" marT="66843" marB="0">
                    <a:lnT w="12700" cap="flat" cmpd="sng" algn="ctr">
                      <a:solidFill>
                        <a:srgbClr val="12C6B3"/>
                      </a:solidFill>
                      <a:prstDash val="solid"/>
                      <a:round/>
                      <a:headEnd type="none" w="med" len="med"/>
                      <a:tailEnd type="none" w="med" len="med"/>
                    </a:lnT>
                    <a:lnB w="12700" cap="flat" cmpd="sng" algn="ctr">
                      <a:solidFill>
                        <a:srgbClr val="12C6B3"/>
                      </a:solidFill>
                      <a:prstDash val="solid"/>
                      <a:round/>
                      <a:headEnd type="none" w="med" len="med"/>
                      <a:tailEnd type="none" w="med" len="med"/>
                    </a:lnB>
                    <a:noFill/>
                  </a:tcPr>
                </a:tc>
                <a:extLst>
                  <a:ext uri="{0D108BD9-81ED-4DB2-BD59-A6C34878D82A}">
                    <a16:rowId xmlns:a16="http://schemas.microsoft.com/office/drawing/2014/main" val="10001"/>
                  </a:ext>
                </a:extLst>
              </a:tr>
              <a:tr h="369292">
                <a:tc>
                  <a:txBody>
                    <a:bodyPr/>
                    <a:lstStyle/>
                    <a:p>
                      <a:pPr marL="1270" algn="ctr">
                        <a:lnSpc>
                          <a:spcPct val="100000"/>
                        </a:lnSpc>
                        <a:spcBef>
                          <a:spcPts val="785"/>
                        </a:spcBef>
                      </a:pPr>
                      <a:r>
                        <a:rPr sz="1300" spc="-25">
                          <a:solidFill>
                            <a:srgbClr val="12C6B3"/>
                          </a:solidFill>
                          <a:latin typeface="DM Sans" pitchFamily="2" charset="77"/>
                          <a:cs typeface="DM Sans"/>
                        </a:rPr>
                        <a:t>0</a:t>
                      </a:r>
                      <a:r>
                        <a:rPr lang="en-IN" sz="1300" spc="-25">
                          <a:solidFill>
                            <a:srgbClr val="12C6B3"/>
                          </a:solidFill>
                          <a:latin typeface="DM Sans" pitchFamily="2" charset="77"/>
                          <a:cs typeface="DM Sans"/>
                        </a:rPr>
                        <a:t>3</a:t>
                      </a:r>
                      <a:endParaRPr sz="1300">
                        <a:latin typeface="DM Sans" pitchFamily="2" charset="77"/>
                        <a:cs typeface="DM Sans"/>
                      </a:endParaRPr>
                    </a:p>
                  </a:txBody>
                  <a:tcPr marL="0" marR="0" marT="68144" marB="0">
                    <a:lnT w="12700">
                      <a:solidFill>
                        <a:srgbClr val="12C6B3"/>
                      </a:solidFill>
                      <a:prstDash val="solid"/>
                    </a:lnT>
                    <a:lnB w="12700">
                      <a:solidFill>
                        <a:srgbClr val="12C6B3"/>
                      </a:solidFill>
                      <a:prstDash val="solid"/>
                    </a:lnB>
                    <a:noFill/>
                  </a:tcPr>
                </a:tc>
                <a:tc>
                  <a:txBody>
                    <a:bodyPr/>
                    <a:lstStyle/>
                    <a:p>
                      <a:pPr marL="128270">
                        <a:lnSpc>
                          <a:spcPct val="100000"/>
                        </a:lnSpc>
                        <a:spcBef>
                          <a:spcPts val="800"/>
                        </a:spcBef>
                      </a:pPr>
                      <a:r>
                        <a:rPr lang="en-US" sz="1500">
                          <a:solidFill>
                            <a:srgbClr val="0000B3"/>
                          </a:solidFill>
                          <a:latin typeface="DM Sans" pitchFamily="2" charset="77"/>
                          <a:cs typeface="DM Sans"/>
                        </a:rPr>
                        <a:t>Bonding - CF Bonnet inner to outer</a:t>
                      </a:r>
                      <a:endParaRPr sz="1500">
                        <a:solidFill>
                          <a:srgbClr val="0000B3"/>
                        </a:solidFill>
                        <a:latin typeface="DM Sans" pitchFamily="2" charset="77"/>
                        <a:cs typeface="DM Sans"/>
                      </a:endParaRPr>
                    </a:p>
                  </a:txBody>
                  <a:tcPr marL="0" marR="0" marT="69447" marB="0">
                    <a:lnT w="12700">
                      <a:solidFill>
                        <a:srgbClr val="12C6B3"/>
                      </a:solidFill>
                      <a:prstDash val="solid"/>
                    </a:lnT>
                    <a:lnB w="12700">
                      <a:solidFill>
                        <a:srgbClr val="12C6B3"/>
                      </a:solidFill>
                      <a:prstDash val="solid"/>
                    </a:lnB>
                    <a:noFill/>
                  </a:tcPr>
                </a:tc>
                <a:tc>
                  <a:txBody>
                    <a:bodyPr/>
                    <a:lstStyle/>
                    <a:p>
                      <a:pPr marR="111760" algn="r">
                        <a:lnSpc>
                          <a:spcPct val="100000"/>
                        </a:lnSpc>
                        <a:spcBef>
                          <a:spcPts val="795"/>
                        </a:spcBef>
                      </a:pPr>
                      <a:endParaRPr lang="en-US" sz="1500">
                        <a:latin typeface="DM Sans" pitchFamily="2" charset="77"/>
                        <a:cs typeface="DM Sans"/>
                      </a:endParaRPr>
                    </a:p>
                  </a:txBody>
                  <a:tcPr marL="0" marR="0" marT="69012" marB="0">
                    <a:lnT w="12700" cap="flat" cmpd="sng" algn="ctr">
                      <a:solidFill>
                        <a:srgbClr val="12C6B3"/>
                      </a:solidFill>
                      <a:prstDash val="solid"/>
                      <a:round/>
                      <a:headEnd type="none" w="med" len="med"/>
                      <a:tailEnd type="none" w="med" len="med"/>
                    </a:lnT>
                    <a:lnB w="12700" cap="flat" cmpd="sng" algn="ctr">
                      <a:solidFill>
                        <a:srgbClr val="12C6B3"/>
                      </a:solidFill>
                      <a:prstDash val="solid"/>
                      <a:round/>
                      <a:headEnd type="none" w="med" len="med"/>
                      <a:tailEnd type="none" w="med" len="med"/>
                    </a:lnB>
                    <a:noFill/>
                  </a:tcPr>
                </a:tc>
                <a:extLst>
                  <a:ext uri="{0D108BD9-81ED-4DB2-BD59-A6C34878D82A}">
                    <a16:rowId xmlns:a16="http://schemas.microsoft.com/office/drawing/2014/main" val="10002"/>
                  </a:ext>
                </a:extLst>
              </a:tr>
              <a:tr h="410443">
                <a:tc>
                  <a:txBody>
                    <a:bodyPr/>
                    <a:lstStyle/>
                    <a:p>
                      <a:pPr marL="635" algn="ctr">
                        <a:lnSpc>
                          <a:spcPct val="100000"/>
                        </a:lnSpc>
                        <a:spcBef>
                          <a:spcPts val="810"/>
                        </a:spcBef>
                      </a:pPr>
                      <a:r>
                        <a:rPr sz="1300" spc="-25">
                          <a:solidFill>
                            <a:srgbClr val="12C6B3"/>
                          </a:solidFill>
                          <a:latin typeface="DM Sans" pitchFamily="2" charset="77"/>
                          <a:cs typeface="DM Sans"/>
                        </a:rPr>
                        <a:t>0</a:t>
                      </a:r>
                      <a:r>
                        <a:rPr lang="en-IN" sz="1300" spc="-25">
                          <a:solidFill>
                            <a:srgbClr val="12C6B3"/>
                          </a:solidFill>
                          <a:latin typeface="DM Sans" pitchFamily="2" charset="77"/>
                          <a:cs typeface="DM Sans"/>
                        </a:rPr>
                        <a:t>4</a:t>
                      </a:r>
                      <a:endParaRPr sz="1300">
                        <a:latin typeface="DM Sans" pitchFamily="2" charset="77"/>
                        <a:cs typeface="DM Sans"/>
                      </a:endParaRPr>
                    </a:p>
                  </a:txBody>
                  <a:tcPr marL="0" marR="0" marT="70315" marB="0">
                    <a:lnT w="12700">
                      <a:solidFill>
                        <a:srgbClr val="12C6B3"/>
                      </a:solidFill>
                      <a:prstDash val="solid"/>
                    </a:lnT>
                    <a:lnB w="12700">
                      <a:solidFill>
                        <a:srgbClr val="12C6B3"/>
                      </a:solidFill>
                      <a:prstDash val="solid"/>
                    </a:lnB>
                    <a:noFill/>
                  </a:tcPr>
                </a:tc>
                <a:tc>
                  <a:txBody>
                    <a:bodyPr/>
                    <a:lstStyle/>
                    <a:p>
                      <a:pPr marL="128270">
                        <a:lnSpc>
                          <a:spcPct val="100000"/>
                        </a:lnSpc>
                        <a:spcBef>
                          <a:spcPts val="825"/>
                        </a:spcBef>
                      </a:pPr>
                      <a:r>
                        <a:rPr lang="en-IN" sz="1500">
                          <a:solidFill>
                            <a:srgbClr val="0000B3"/>
                          </a:solidFill>
                          <a:latin typeface="DM Sans" pitchFamily="2" charset="77"/>
                          <a:cs typeface="DM Sans"/>
                        </a:rPr>
                        <a:t>Carbon Fiber Reinforcement Plies Design Rule.</a:t>
                      </a:r>
                    </a:p>
                  </a:txBody>
                  <a:tcPr marL="0" marR="0" marT="71617" marB="0">
                    <a:lnT w="12700">
                      <a:solidFill>
                        <a:srgbClr val="12C6B3"/>
                      </a:solidFill>
                      <a:prstDash val="solid"/>
                    </a:lnT>
                    <a:lnB w="12700">
                      <a:solidFill>
                        <a:srgbClr val="12C6B3"/>
                      </a:solidFill>
                      <a:prstDash val="solid"/>
                    </a:lnB>
                    <a:noFill/>
                  </a:tcPr>
                </a:tc>
                <a:tc>
                  <a:txBody>
                    <a:bodyPr/>
                    <a:lstStyle/>
                    <a:p>
                      <a:pPr marR="111125" algn="r">
                        <a:lnSpc>
                          <a:spcPct val="100000"/>
                        </a:lnSpc>
                        <a:spcBef>
                          <a:spcPts val="820"/>
                        </a:spcBef>
                      </a:pPr>
                      <a:endParaRPr sz="1500">
                        <a:latin typeface="DM Sans" pitchFamily="2" charset="77"/>
                        <a:cs typeface="DM Sans"/>
                      </a:endParaRPr>
                    </a:p>
                  </a:txBody>
                  <a:tcPr marL="0" marR="0" marT="71181" marB="0">
                    <a:lnT w="12700" cap="flat" cmpd="sng" algn="ctr">
                      <a:solidFill>
                        <a:srgbClr val="12C6B3"/>
                      </a:solidFill>
                      <a:prstDash val="solid"/>
                      <a:round/>
                      <a:headEnd type="none" w="med" len="med"/>
                      <a:tailEnd type="none" w="med" len="med"/>
                    </a:lnT>
                    <a:lnB w="12700" cap="flat" cmpd="sng" algn="ctr">
                      <a:solidFill>
                        <a:srgbClr val="12C6B3"/>
                      </a:solidFill>
                      <a:prstDash val="solid"/>
                      <a:round/>
                      <a:headEnd type="none" w="med" len="med"/>
                      <a:tailEnd type="none" w="med" len="med"/>
                    </a:lnB>
                    <a:noFill/>
                  </a:tcPr>
                </a:tc>
                <a:extLst>
                  <a:ext uri="{0D108BD9-81ED-4DB2-BD59-A6C34878D82A}">
                    <a16:rowId xmlns:a16="http://schemas.microsoft.com/office/drawing/2014/main" val="10003"/>
                  </a:ext>
                </a:extLst>
              </a:tr>
              <a:tr h="415161">
                <a:tc>
                  <a:txBody>
                    <a:bodyPr/>
                    <a:lstStyle/>
                    <a:p>
                      <a:pPr marL="635" algn="ctr">
                        <a:lnSpc>
                          <a:spcPct val="100000"/>
                        </a:lnSpc>
                        <a:spcBef>
                          <a:spcPts val="890"/>
                        </a:spcBef>
                      </a:pPr>
                      <a:r>
                        <a:rPr sz="1300" spc="-25">
                          <a:solidFill>
                            <a:srgbClr val="12C6B3"/>
                          </a:solidFill>
                          <a:latin typeface="DM Sans" pitchFamily="2" charset="77"/>
                          <a:cs typeface="DM Sans"/>
                        </a:rPr>
                        <a:t>0</a:t>
                      </a:r>
                      <a:r>
                        <a:rPr lang="en-IN" sz="1300" spc="-25">
                          <a:solidFill>
                            <a:srgbClr val="12C6B3"/>
                          </a:solidFill>
                          <a:latin typeface="DM Sans" pitchFamily="2" charset="77"/>
                          <a:cs typeface="DM Sans"/>
                        </a:rPr>
                        <a:t>5</a:t>
                      </a:r>
                      <a:endParaRPr sz="1300">
                        <a:latin typeface="DM Sans" pitchFamily="2" charset="77"/>
                        <a:cs typeface="DM Sans"/>
                      </a:endParaRPr>
                    </a:p>
                  </a:txBody>
                  <a:tcPr marL="0" marR="0" marT="77260" marB="0">
                    <a:lnT w="12700">
                      <a:solidFill>
                        <a:srgbClr val="12C6B3"/>
                      </a:solidFill>
                      <a:prstDash val="solid"/>
                    </a:lnT>
                    <a:lnB w="12700">
                      <a:solidFill>
                        <a:srgbClr val="12C6B3"/>
                      </a:solidFill>
                      <a:prstDash val="solid"/>
                    </a:lnB>
                    <a:noFill/>
                  </a:tcPr>
                </a:tc>
                <a:tc>
                  <a:txBody>
                    <a:bodyPr/>
                    <a:lstStyle/>
                    <a:p>
                      <a:pPr marL="128270">
                        <a:lnSpc>
                          <a:spcPct val="100000"/>
                        </a:lnSpc>
                        <a:spcBef>
                          <a:spcPts val="900"/>
                        </a:spcBef>
                      </a:pPr>
                      <a:r>
                        <a:rPr lang="en-US" sz="1500" spc="-20">
                          <a:solidFill>
                            <a:srgbClr val="0000B3"/>
                          </a:solidFill>
                          <a:latin typeface="DM Sans" pitchFamily="2" charset="77"/>
                          <a:cs typeface="DM Sans"/>
                        </a:rPr>
                        <a:t>Corrosion Avoidance Measures for Fixings / Metal Reinforcements in CF Bonnets.</a:t>
                      </a:r>
                    </a:p>
                  </a:txBody>
                  <a:tcPr marL="0" marR="0" marT="78128" marB="0">
                    <a:lnT w="12700">
                      <a:solidFill>
                        <a:srgbClr val="12C6B3"/>
                      </a:solidFill>
                      <a:prstDash val="solid"/>
                    </a:lnT>
                    <a:lnB w="12700">
                      <a:solidFill>
                        <a:srgbClr val="12C6B3"/>
                      </a:solidFill>
                      <a:prstDash val="solid"/>
                    </a:lnB>
                    <a:noFill/>
                  </a:tcPr>
                </a:tc>
                <a:tc>
                  <a:txBody>
                    <a:bodyPr/>
                    <a:lstStyle/>
                    <a:p>
                      <a:pPr marR="107950" algn="r">
                        <a:lnSpc>
                          <a:spcPct val="100000"/>
                        </a:lnSpc>
                        <a:spcBef>
                          <a:spcPts val="895"/>
                        </a:spcBef>
                      </a:pPr>
                      <a:endParaRPr sz="1500">
                        <a:latin typeface="DM Sans" pitchFamily="2" charset="77"/>
                        <a:cs typeface="DM Sans"/>
                      </a:endParaRPr>
                    </a:p>
                  </a:txBody>
                  <a:tcPr marL="0" marR="0" marT="77693" marB="0">
                    <a:lnT w="12700" cap="flat" cmpd="sng" algn="ctr">
                      <a:solidFill>
                        <a:srgbClr val="12C6B3"/>
                      </a:solidFill>
                      <a:prstDash val="solid"/>
                      <a:round/>
                      <a:headEnd type="none" w="med" len="med"/>
                      <a:tailEnd type="none" w="med" len="med"/>
                    </a:lnT>
                    <a:lnB w="12700" cap="flat" cmpd="sng" algn="ctr">
                      <a:solidFill>
                        <a:srgbClr val="12C6B3"/>
                      </a:solidFill>
                      <a:prstDash val="solid"/>
                      <a:round/>
                      <a:headEnd type="none" w="med" len="med"/>
                      <a:tailEnd type="none" w="med" len="med"/>
                    </a:lnB>
                    <a:noFill/>
                  </a:tcPr>
                </a:tc>
                <a:extLst>
                  <a:ext uri="{0D108BD9-81ED-4DB2-BD59-A6C34878D82A}">
                    <a16:rowId xmlns:a16="http://schemas.microsoft.com/office/drawing/2014/main" val="10004"/>
                  </a:ext>
                </a:extLst>
              </a:tr>
              <a:tr h="415161">
                <a:tc>
                  <a:txBody>
                    <a:bodyPr/>
                    <a:lstStyle/>
                    <a:p>
                      <a:pPr algn="ctr">
                        <a:lnSpc>
                          <a:spcPct val="100000"/>
                        </a:lnSpc>
                        <a:spcBef>
                          <a:spcPts val="915"/>
                        </a:spcBef>
                      </a:pPr>
                      <a:r>
                        <a:rPr sz="1300" spc="-25">
                          <a:solidFill>
                            <a:srgbClr val="12C6B3"/>
                          </a:solidFill>
                          <a:latin typeface="DM Sans" pitchFamily="2" charset="77"/>
                          <a:cs typeface="DM Sans"/>
                        </a:rPr>
                        <a:t>0</a:t>
                      </a:r>
                      <a:r>
                        <a:rPr lang="en-IN" sz="1300" spc="-25">
                          <a:solidFill>
                            <a:srgbClr val="12C6B3"/>
                          </a:solidFill>
                          <a:latin typeface="DM Sans" pitchFamily="2" charset="77"/>
                          <a:cs typeface="DM Sans"/>
                        </a:rPr>
                        <a:t>6</a:t>
                      </a:r>
                      <a:endParaRPr sz="1300">
                        <a:latin typeface="DM Sans" pitchFamily="2" charset="77"/>
                        <a:cs typeface="DM Sans"/>
                      </a:endParaRPr>
                    </a:p>
                  </a:txBody>
                  <a:tcPr marL="0" marR="0" marT="79431" marB="0">
                    <a:lnT w="12700">
                      <a:solidFill>
                        <a:srgbClr val="12C6B3"/>
                      </a:solidFill>
                      <a:prstDash val="solid"/>
                    </a:lnT>
                    <a:lnB w="12700">
                      <a:solidFill>
                        <a:srgbClr val="12C6B3"/>
                      </a:solidFill>
                      <a:prstDash val="solid"/>
                    </a:lnB>
                    <a:noFill/>
                  </a:tcPr>
                </a:tc>
                <a:tc>
                  <a:txBody>
                    <a:bodyPr/>
                    <a:lstStyle/>
                    <a:p>
                      <a:pPr marL="128270">
                        <a:lnSpc>
                          <a:spcPct val="100000"/>
                        </a:lnSpc>
                        <a:spcBef>
                          <a:spcPts val="925"/>
                        </a:spcBef>
                      </a:pPr>
                      <a:r>
                        <a:rPr lang="en-US" sz="1500">
                          <a:solidFill>
                            <a:srgbClr val="0000B3"/>
                          </a:solidFill>
                          <a:latin typeface="DM Sans" pitchFamily="2" charset="77"/>
                          <a:cs typeface="DM Sans"/>
                        </a:rPr>
                        <a:t>What are the advantages of CF Bonnet.</a:t>
                      </a:r>
                    </a:p>
                  </a:txBody>
                  <a:tcPr marL="0" marR="0" marT="80299" marB="0">
                    <a:lnT w="12700">
                      <a:solidFill>
                        <a:srgbClr val="12C6B3"/>
                      </a:solidFill>
                      <a:prstDash val="solid"/>
                    </a:lnT>
                    <a:lnB w="12700">
                      <a:solidFill>
                        <a:srgbClr val="12C6B3"/>
                      </a:solidFill>
                      <a:prstDash val="solid"/>
                    </a:lnB>
                    <a:noFill/>
                  </a:tcPr>
                </a:tc>
                <a:tc>
                  <a:txBody>
                    <a:bodyPr/>
                    <a:lstStyle/>
                    <a:p>
                      <a:pPr marR="123190" algn="r">
                        <a:lnSpc>
                          <a:spcPct val="100000"/>
                        </a:lnSpc>
                        <a:spcBef>
                          <a:spcPts val="920"/>
                        </a:spcBef>
                      </a:pPr>
                      <a:endParaRPr sz="1500">
                        <a:latin typeface="DM Sans" pitchFamily="2" charset="77"/>
                        <a:cs typeface="DM Sans"/>
                      </a:endParaRPr>
                    </a:p>
                  </a:txBody>
                  <a:tcPr marL="0" marR="0" marT="79863" marB="0">
                    <a:lnT w="12700" cap="flat" cmpd="sng" algn="ctr">
                      <a:solidFill>
                        <a:srgbClr val="12C6B3"/>
                      </a:solidFill>
                      <a:prstDash val="solid"/>
                      <a:round/>
                      <a:headEnd type="none" w="med" len="med"/>
                      <a:tailEnd type="none" w="med" len="med"/>
                    </a:lnT>
                    <a:solidFill>
                      <a:schemeClr val="bg1"/>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45024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67837-716D-CA6F-B7A8-9756175DE067}"/>
              </a:ext>
            </a:extLst>
          </p:cNvPr>
          <p:cNvSpPr>
            <a:spLocks noGrp="1"/>
          </p:cNvSpPr>
          <p:nvPr>
            <p:ph type="title"/>
          </p:nvPr>
        </p:nvSpPr>
        <p:spPr/>
        <p:txBody>
          <a:bodyPr>
            <a:normAutofit fontScale="90000"/>
          </a:bodyPr>
          <a:lstStyle/>
          <a:p>
            <a:pPr marL="128270">
              <a:lnSpc>
                <a:spcPct val="100000"/>
              </a:lnSpc>
              <a:spcBef>
                <a:spcPts val="15"/>
              </a:spcBef>
            </a:pPr>
            <a:r>
              <a:rPr lang="en-US" sz="2800">
                <a:solidFill>
                  <a:srgbClr val="0000B3"/>
                </a:solidFill>
                <a:latin typeface="DM Sans" pitchFamily="2" charset="77"/>
                <a:cs typeface="DM Sans"/>
              </a:rPr>
              <a:t>What is Bonnet ?</a:t>
            </a:r>
          </a:p>
        </p:txBody>
      </p:sp>
      <p:sp>
        <p:nvSpPr>
          <p:cNvPr id="3" name="TextBox 2">
            <a:extLst>
              <a:ext uri="{FF2B5EF4-FFF2-40B4-BE49-F238E27FC236}">
                <a16:creationId xmlns:a16="http://schemas.microsoft.com/office/drawing/2014/main" id="{4A7A6BA9-7BB6-4F9D-FC68-9766CA1F9849}"/>
              </a:ext>
            </a:extLst>
          </p:cNvPr>
          <p:cNvSpPr txBox="1"/>
          <p:nvPr/>
        </p:nvSpPr>
        <p:spPr>
          <a:xfrm>
            <a:off x="257467" y="2186918"/>
            <a:ext cx="7082568" cy="34078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115" indent="-228600">
              <a:lnSpc>
                <a:spcPct val="90000"/>
              </a:lnSpc>
              <a:spcAft>
                <a:spcPts val="600"/>
              </a:spcAft>
              <a:buFont typeface="Arial" panose="020B0604020202020204" pitchFamily="34" charset="0"/>
              <a:buChar char="•"/>
            </a:pPr>
            <a:r>
              <a:rPr lang="en-US" sz="1900"/>
              <a:t>The Bonnet or Bonnet is the hinged cover over the engine of motor vehicles. Bonnets can open to allow access to the engine compartment, or trunk on rear-engine and some mid-engine vehicles, for maintenance and repair. </a:t>
            </a:r>
          </a:p>
          <a:p>
            <a:pPr marL="285115" indent="-228600">
              <a:lnSpc>
                <a:spcPct val="90000"/>
              </a:lnSpc>
              <a:spcAft>
                <a:spcPts val="600"/>
              </a:spcAft>
              <a:buFont typeface="Arial" panose="020B0604020202020204" pitchFamily="34" charset="0"/>
              <a:buChar char="•"/>
            </a:pPr>
            <a:r>
              <a:rPr lang="en-US" sz="1900"/>
              <a:t>Bonnet are typically made from the same material as the rest of the body work. This may include steel, aluminum, fiberglass or carbon fiber. However, some aftermarket companies produce replacements for steel Bonnets in fiberglass or carbon fiber to make the vehicle lighter.  </a:t>
            </a:r>
          </a:p>
          <a:p>
            <a:pPr marL="285115" indent="-228600">
              <a:lnSpc>
                <a:spcPct val="90000"/>
              </a:lnSpc>
              <a:spcAft>
                <a:spcPts val="600"/>
              </a:spcAft>
              <a:buFont typeface="Arial" panose="020B0604020202020204" pitchFamily="34" charset="0"/>
              <a:buChar char="•"/>
            </a:pPr>
            <a:r>
              <a:rPr lang="en-US" sz="1900"/>
              <a:t>Bonnet consists of an outer panel and an inner panel. The inner panel provides strength and support, where the outer panel is a metal cover which have styling factors. </a:t>
            </a:r>
          </a:p>
        </p:txBody>
      </p:sp>
      <p:pic>
        <p:nvPicPr>
          <p:cNvPr id="4" name="Picture 3" descr="A person working in the hood of a car&#10;&#10;AI-generated content may be incorrect.">
            <a:extLst>
              <a:ext uri="{FF2B5EF4-FFF2-40B4-BE49-F238E27FC236}">
                <a16:creationId xmlns:a16="http://schemas.microsoft.com/office/drawing/2014/main" id="{A52B5AFA-5F84-614A-CCEC-4F5089CF3085}"/>
              </a:ext>
            </a:extLst>
          </p:cNvPr>
          <p:cNvPicPr>
            <a:picLocks noChangeAspect="1"/>
          </p:cNvPicPr>
          <p:nvPr/>
        </p:nvPicPr>
        <p:blipFill>
          <a:blip r:embed="rId2"/>
          <a:stretch>
            <a:fillRect/>
          </a:stretch>
        </p:blipFill>
        <p:spPr>
          <a:xfrm>
            <a:off x="7381875" y="1709738"/>
            <a:ext cx="4610100" cy="4362450"/>
          </a:xfrm>
          <a:prstGeom prst="rect">
            <a:avLst/>
          </a:prstGeom>
        </p:spPr>
      </p:pic>
    </p:spTree>
    <p:extLst>
      <p:ext uri="{BB962C8B-B14F-4D97-AF65-F5344CB8AC3E}">
        <p14:creationId xmlns:p14="http://schemas.microsoft.com/office/powerpoint/2010/main" val="3990347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819C6-5849-F8BF-5A22-1F01BDC5FF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1D4F1E-2526-A72C-2599-59A60DD9106A}"/>
              </a:ext>
            </a:extLst>
          </p:cNvPr>
          <p:cNvSpPr>
            <a:spLocks noGrp="1"/>
          </p:cNvSpPr>
          <p:nvPr>
            <p:ph type="title"/>
          </p:nvPr>
        </p:nvSpPr>
        <p:spPr>
          <a:xfrm>
            <a:off x="233384" y="780078"/>
            <a:ext cx="10515600" cy="800893"/>
          </a:xfrm>
        </p:spPr>
        <p:txBody>
          <a:bodyPr>
            <a:normAutofit fontScale="90000"/>
          </a:bodyPr>
          <a:lstStyle/>
          <a:p>
            <a:pPr marL="128270">
              <a:lnSpc>
                <a:spcPct val="100000"/>
              </a:lnSpc>
              <a:spcBef>
                <a:spcPts val="15"/>
              </a:spcBef>
            </a:pPr>
            <a:r>
              <a:rPr lang="en-US" sz="2800">
                <a:solidFill>
                  <a:srgbClr val="0000B3"/>
                </a:solidFill>
                <a:latin typeface="DM Sans" pitchFamily="2" charset="77"/>
                <a:cs typeface="DM Sans"/>
              </a:rPr>
              <a:t>Bonnet Boundary condition based on manufacturing technology and package space :-</a:t>
            </a:r>
          </a:p>
        </p:txBody>
      </p:sp>
      <p:sp>
        <p:nvSpPr>
          <p:cNvPr id="3" name="TextBox 2">
            <a:extLst>
              <a:ext uri="{FF2B5EF4-FFF2-40B4-BE49-F238E27FC236}">
                <a16:creationId xmlns:a16="http://schemas.microsoft.com/office/drawing/2014/main" id="{D3247303-F052-F757-904D-E80CFB05BDA0}"/>
              </a:ext>
            </a:extLst>
          </p:cNvPr>
          <p:cNvSpPr txBox="1"/>
          <p:nvPr/>
        </p:nvSpPr>
        <p:spPr>
          <a:xfrm>
            <a:off x="588433" y="2128934"/>
            <a:ext cx="300934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Design Rule Visual 01 :-</a:t>
            </a:r>
            <a:endParaRPr lang="en-US" sz="2000" b="1">
              <a:ea typeface="Calibri"/>
              <a:cs typeface="Calibri"/>
            </a:endParaRPr>
          </a:p>
        </p:txBody>
      </p:sp>
      <p:pic>
        <p:nvPicPr>
          <p:cNvPr id="4" name="Picture 3" descr="A diagram of a ship&#10;&#10;Description automatically generated">
            <a:extLst>
              <a:ext uri="{FF2B5EF4-FFF2-40B4-BE49-F238E27FC236}">
                <a16:creationId xmlns:a16="http://schemas.microsoft.com/office/drawing/2014/main" id="{72DFD12E-CE95-4846-C271-C0532831DCF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6774921" y="2509406"/>
            <a:ext cx="4676775" cy="2647950"/>
          </a:xfrm>
          <a:prstGeom prst="rect">
            <a:avLst/>
          </a:prstGeom>
        </p:spPr>
      </p:pic>
      <p:sp>
        <p:nvSpPr>
          <p:cNvPr id="5" name="TextBox 4">
            <a:extLst>
              <a:ext uri="{FF2B5EF4-FFF2-40B4-BE49-F238E27FC236}">
                <a16:creationId xmlns:a16="http://schemas.microsoft.com/office/drawing/2014/main" id="{13958A30-D7AB-24CA-A06C-CE62FEC32B93}"/>
              </a:ext>
            </a:extLst>
          </p:cNvPr>
          <p:cNvSpPr txBox="1"/>
          <p:nvPr/>
        </p:nvSpPr>
        <p:spPr>
          <a:xfrm>
            <a:off x="931333" y="2680326"/>
            <a:ext cx="5843588" cy="29629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t>T1 – Bonnet outer thickness , Range 1.3mm to 1.6mm (Depend on CAE result)</a:t>
            </a:r>
          </a:p>
          <a:p>
            <a:pPr>
              <a:lnSpc>
                <a:spcPct val="150000"/>
              </a:lnSpc>
            </a:pPr>
            <a:r>
              <a:rPr lang="en-US"/>
              <a:t>T2 – Bonnet Inner thickness , 0.9mm (Depend on CAE result)</a:t>
            </a:r>
            <a:endParaRPr lang="en-US">
              <a:ea typeface="Calibri" panose="020F0502020204030204"/>
              <a:cs typeface="Calibri" panose="020F0502020204030204"/>
            </a:endParaRPr>
          </a:p>
          <a:p>
            <a:pPr>
              <a:lnSpc>
                <a:spcPct val="150000"/>
              </a:lnSpc>
            </a:pPr>
            <a:r>
              <a:rPr lang="en-US"/>
              <a:t>R1  - Driven by style surface</a:t>
            </a:r>
            <a:endParaRPr lang="en-US">
              <a:ea typeface="Calibri" panose="020F0502020204030204"/>
              <a:cs typeface="Calibri" panose="020F0502020204030204"/>
            </a:endParaRPr>
          </a:p>
          <a:p>
            <a:pPr>
              <a:lnSpc>
                <a:spcPct val="150000"/>
              </a:lnSpc>
            </a:pPr>
            <a:r>
              <a:rPr lang="en-US"/>
              <a:t>R2 - Bonnet Inner Radius , Range 1mm to 1.5mm</a:t>
            </a:r>
            <a:endParaRPr lang="en-US">
              <a:ea typeface="Calibri" panose="020F0502020204030204"/>
              <a:cs typeface="Calibri" panose="020F0502020204030204"/>
            </a:endParaRPr>
          </a:p>
          <a:p>
            <a:pPr>
              <a:lnSpc>
                <a:spcPct val="150000"/>
              </a:lnSpc>
            </a:pPr>
            <a:r>
              <a:rPr lang="en-US"/>
              <a:t>B   - Bond Gap , Range 0.8mm to 1mm</a:t>
            </a:r>
            <a:endParaRPr lang="en-US">
              <a:ea typeface="Calibri" panose="020F0502020204030204"/>
              <a:cs typeface="Calibri" panose="020F0502020204030204"/>
            </a:endParaRPr>
          </a:p>
        </p:txBody>
      </p:sp>
      <p:grpSp>
        <p:nvGrpSpPr>
          <p:cNvPr id="12" name="Group 11">
            <a:extLst>
              <a:ext uri="{FF2B5EF4-FFF2-40B4-BE49-F238E27FC236}">
                <a16:creationId xmlns:a16="http://schemas.microsoft.com/office/drawing/2014/main" id="{A135AE55-03F1-4B88-9B3C-C8C8D7BFE5A5}"/>
              </a:ext>
            </a:extLst>
          </p:cNvPr>
          <p:cNvGrpSpPr/>
          <p:nvPr/>
        </p:nvGrpSpPr>
        <p:grpSpPr>
          <a:xfrm>
            <a:off x="8597069" y="2484800"/>
            <a:ext cx="1959031" cy="944200"/>
            <a:chOff x="8597069" y="2484800"/>
            <a:chExt cx="1959031" cy="944200"/>
          </a:xfrm>
        </p:grpSpPr>
        <p:sp>
          <p:nvSpPr>
            <p:cNvPr id="6" name="TextBox 5">
              <a:extLst>
                <a:ext uri="{FF2B5EF4-FFF2-40B4-BE49-F238E27FC236}">
                  <a16:creationId xmlns:a16="http://schemas.microsoft.com/office/drawing/2014/main" id="{3AE980FB-5C6D-A650-DE75-2051C90BDDB2}"/>
                </a:ext>
              </a:extLst>
            </p:cNvPr>
            <p:cNvSpPr txBox="1"/>
            <p:nvPr/>
          </p:nvSpPr>
          <p:spPr>
            <a:xfrm>
              <a:off x="8981630" y="2484800"/>
              <a:ext cx="1574470" cy="276999"/>
            </a:xfrm>
            <a:prstGeom prst="rect">
              <a:avLst/>
            </a:prstGeom>
            <a:noFill/>
            <a:ln>
              <a:solidFill>
                <a:schemeClr val="tx1"/>
              </a:solidFill>
            </a:ln>
          </p:spPr>
          <p:txBody>
            <a:bodyPr wrap="none" rtlCol="0">
              <a:spAutoFit/>
            </a:bodyPr>
            <a:lstStyle/>
            <a:p>
              <a:r>
                <a:rPr lang="en-US" sz="1200"/>
                <a:t>Bonnet Outer panel</a:t>
              </a:r>
            </a:p>
          </p:txBody>
        </p:sp>
        <p:cxnSp>
          <p:nvCxnSpPr>
            <p:cNvPr id="8" name="Straight Arrow Connector 7">
              <a:extLst>
                <a:ext uri="{FF2B5EF4-FFF2-40B4-BE49-F238E27FC236}">
                  <a16:creationId xmlns:a16="http://schemas.microsoft.com/office/drawing/2014/main" id="{070E480E-6936-CB88-8E22-DFD7BE167A17}"/>
                </a:ext>
              </a:extLst>
            </p:cNvPr>
            <p:cNvCxnSpPr>
              <a:cxnSpLocks/>
              <a:stCxn id="6" idx="1"/>
            </p:cNvCxnSpPr>
            <p:nvPr/>
          </p:nvCxnSpPr>
          <p:spPr>
            <a:xfrm flipH="1">
              <a:off x="8597069" y="2623300"/>
              <a:ext cx="384561" cy="8057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90769C84-2CD2-A2E9-1BEB-381917AE459A}"/>
              </a:ext>
            </a:extLst>
          </p:cNvPr>
          <p:cNvGrpSpPr/>
          <p:nvPr/>
        </p:nvGrpSpPr>
        <p:grpSpPr>
          <a:xfrm>
            <a:off x="8024501" y="4324172"/>
            <a:ext cx="2012216" cy="881032"/>
            <a:chOff x="8487778" y="1880767"/>
            <a:chExt cx="2012216" cy="881032"/>
          </a:xfrm>
        </p:grpSpPr>
        <p:sp>
          <p:nvSpPr>
            <p:cNvPr id="14" name="TextBox 13">
              <a:extLst>
                <a:ext uri="{FF2B5EF4-FFF2-40B4-BE49-F238E27FC236}">
                  <a16:creationId xmlns:a16="http://schemas.microsoft.com/office/drawing/2014/main" id="{82BFA7EF-2C04-99B1-54D5-FD3B308028A3}"/>
                </a:ext>
              </a:extLst>
            </p:cNvPr>
            <p:cNvSpPr txBox="1"/>
            <p:nvPr/>
          </p:nvSpPr>
          <p:spPr>
            <a:xfrm>
              <a:off x="8981630" y="2484800"/>
              <a:ext cx="1518364" cy="276999"/>
            </a:xfrm>
            <a:prstGeom prst="rect">
              <a:avLst/>
            </a:prstGeom>
            <a:noFill/>
            <a:ln>
              <a:solidFill>
                <a:schemeClr val="tx1"/>
              </a:solidFill>
            </a:ln>
          </p:spPr>
          <p:txBody>
            <a:bodyPr wrap="none" rtlCol="0">
              <a:spAutoFit/>
            </a:bodyPr>
            <a:lstStyle/>
            <a:p>
              <a:r>
                <a:rPr lang="en-US" sz="1200"/>
                <a:t>Bonnet Inner panel</a:t>
              </a:r>
            </a:p>
          </p:txBody>
        </p:sp>
        <p:cxnSp>
          <p:nvCxnSpPr>
            <p:cNvPr id="15" name="Straight Arrow Connector 14">
              <a:extLst>
                <a:ext uri="{FF2B5EF4-FFF2-40B4-BE49-F238E27FC236}">
                  <a16:creationId xmlns:a16="http://schemas.microsoft.com/office/drawing/2014/main" id="{06CF26F6-69A1-6C01-C633-444D8EA1CA08}"/>
                </a:ext>
              </a:extLst>
            </p:cNvPr>
            <p:cNvCxnSpPr>
              <a:cxnSpLocks/>
              <a:stCxn id="14" idx="1"/>
            </p:cNvCxnSpPr>
            <p:nvPr/>
          </p:nvCxnSpPr>
          <p:spPr>
            <a:xfrm flipH="1" flipV="1">
              <a:off x="8487778" y="1880767"/>
              <a:ext cx="493852" cy="7425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13872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44220-A851-6B2D-DC5C-002A85F2DB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DF9B7F-258E-4BEA-E818-C1A17F279EB5}"/>
              </a:ext>
            </a:extLst>
          </p:cNvPr>
          <p:cNvSpPr>
            <a:spLocks noGrp="1"/>
          </p:cNvSpPr>
          <p:nvPr>
            <p:ph type="title"/>
          </p:nvPr>
        </p:nvSpPr>
        <p:spPr>
          <a:xfrm>
            <a:off x="233384" y="780078"/>
            <a:ext cx="10515600" cy="800893"/>
          </a:xfrm>
        </p:spPr>
        <p:txBody>
          <a:bodyPr>
            <a:normAutofit fontScale="90000"/>
          </a:bodyPr>
          <a:lstStyle/>
          <a:p>
            <a:pPr marL="128270">
              <a:lnSpc>
                <a:spcPct val="100000"/>
              </a:lnSpc>
              <a:spcBef>
                <a:spcPts val="15"/>
              </a:spcBef>
            </a:pPr>
            <a:r>
              <a:rPr lang="en-US" sz="2800">
                <a:solidFill>
                  <a:srgbClr val="0000B3"/>
                </a:solidFill>
                <a:latin typeface="DM Sans" pitchFamily="2" charset="77"/>
                <a:cs typeface="DM Sans"/>
              </a:rPr>
              <a:t>Bonnet Boundary condition based on manufacturing technology and package space :-</a:t>
            </a:r>
          </a:p>
        </p:txBody>
      </p:sp>
      <p:sp>
        <p:nvSpPr>
          <p:cNvPr id="6" name="TextBox 5">
            <a:extLst>
              <a:ext uri="{FF2B5EF4-FFF2-40B4-BE49-F238E27FC236}">
                <a16:creationId xmlns:a16="http://schemas.microsoft.com/office/drawing/2014/main" id="{8C5F34F0-73DF-094B-F2DB-D75270C637F1}"/>
              </a:ext>
            </a:extLst>
          </p:cNvPr>
          <p:cNvSpPr txBox="1"/>
          <p:nvPr/>
        </p:nvSpPr>
        <p:spPr>
          <a:xfrm>
            <a:off x="588433" y="2171659"/>
            <a:ext cx="3145971" cy="410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Design Rule Visual 02 :-</a:t>
            </a:r>
            <a:endParaRPr lang="en-US" sz="2000" b="1">
              <a:ea typeface="Calibri"/>
              <a:cs typeface="Calibri"/>
            </a:endParaRPr>
          </a:p>
        </p:txBody>
      </p:sp>
      <p:sp>
        <p:nvSpPr>
          <p:cNvPr id="7" name="TextBox 6">
            <a:extLst>
              <a:ext uri="{FF2B5EF4-FFF2-40B4-BE49-F238E27FC236}">
                <a16:creationId xmlns:a16="http://schemas.microsoft.com/office/drawing/2014/main" id="{26E042E2-34D7-3961-4EA8-E7D0577D89BD}"/>
              </a:ext>
            </a:extLst>
          </p:cNvPr>
          <p:cNvSpPr txBox="1"/>
          <p:nvPr/>
        </p:nvSpPr>
        <p:spPr>
          <a:xfrm>
            <a:off x="604762" y="2723051"/>
            <a:ext cx="5954114" cy="33784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t>T1  – Bonnet outer thickness , Range 1.3mm to 1.6mm (Depend on CAE result)</a:t>
            </a:r>
          </a:p>
          <a:p>
            <a:pPr>
              <a:lnSpc>
                <a:spcPct val="150000"/>
              </a:lnSpc>
            </a:pPr>
            <a:r>
              <a:rPr lang="en-US"/>
              <a:t>T2 – Bonnet Inner thickness , 0.9mm (Depend on CAE result)</a:t>
            </a:r>
            <a:endParaRPr lang="en-US">
              <a:ea typeface="Calibri" panose="020F0502020204030204"/>
              <a:cs typeface="Calibri" panose="020F0502020204030204"/>
            </a:endParaRPr>
          </a:p>
          <a:p>
            <a:pPr>
              <a:lnSpc>
                <a:spcPct val="150000"/>
              </a:lnSpc>
            </a:pPr>
            <a:r>
              <a:rPr lang="en-US"/>
              <a:t>R1  - Driven by style surface</a:t>
            </a:r>
            <a:endParaRPr lang="en-US">
              <a:ea typeface="Calibri" panose="020F0502020204030204"/>
              <a:cs typeface="Calibri" panose="020F0502020204030204"/>
            </a:endParaRPr>
          </a:p>
          <a:p>
            <a:pPr>
              <a:lnSpc>
                <a:spcPct val="150000"/>
              </a:lnSpc>
            </a:pPr>
            <a:r>
              <a:rPr lang="en-US"/>
              <a:t>R2 - Bonnet Inner Radius , Range 0.5mm to 1mm</a:t>
            </a:r>
          </a:p>
          <a:p>
            <a:pPr>
              <a:lnSpc>
                <a:spcPct val="150000"/>
              </a:lnSpc>
            </a:pPr>
            <a:r>
              <a:rPr lang="en-US"/>
              <a:t>B   - Bond Gap , Range 0.8mm to 1mm</a:t>
            </a:r>
          </a:p>
          <a:p>
            <a:pPr>
              <a:lnSpc>
                <a:spcPct val="150000"/>
              </a:lnSpc>
            </a:pPr>
            <a:r>
              <a:rPr lang="en-US"/>
              <a:t>G   - Gap , Range 1.0mm to 3mm</a:t>
            </a:r>
          </a:p>
        </p:txBody>
      </p:sp>
      <p:pic>
        <p:nvPicPr>
          <p:cNvPr id="8" name="Picture 7" descr="A diagram of a rectangular object&#10;&#10;Description automatically generated">
            <a:extLst>
              <a:ext uri="{FF2B5EF4-FFF2-40B4-BE49-F238E27FC236}">
                <a16:creationId xmlns:a16="http://schemas.microsoft.com/office/drawing/2014/main" id="{646D03DA-9DD5-7E57-2D14-A95FE5760778}"/>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rcRect t="395" r="374" b="2471"/>
          <a:stretch/>
        </p:blipFill>
        <p:spPr>
          <a:xfrm>
            <a:off x="6317721" y="2370097"/>
            <a:ext cx="5631437" cy="2608019"/>
          </a:xfrm>
          <a:prstGeom prst="rect">
            <a:avLst/>
          </a:prstGeom>
        </p:spPr>
      </p:pic>
      <p:grpSp>
        <p:nvGrpSpPr>
          <p:cNvPr id="13" name="Group 12">
            <a:extLst>
              <a:ext uri="{FF2B5EF4-FFF2-40B4-BE49-F238E27FC236}">
                <a16:creationId xmlns:a16="http://schemas.microsoft.com/office/drawing/2014/main" id="{316DF710-D18A-7369-BB33-797C0C420BBF}"/>
              </a:ext>
            </a:extLst>
          </p:cNvPr>
          <p:cNvGrpSpPr/>
          <p:nvPr/>
        </p:nvGrpSpPr>
        <p:grpSpPr>
          <a:xfrm>
            <a:off x="7409204" y="4913832"/>
            <a:ext cx="1110482" cy="390886"/>
            <a:chOff x="7409204" y="4913832"/>
            <a:chExt cx="1110482" cy="390886"/>
          </a:xfrm>
        </p:grpSpPr>
        <p:sp>
          <p:nvSpPr>
            <p:cNvPr id="3" name="TextBox 2">
              <a:extLst>
                <a:ext uri="{FF2B5EF4-FFF2-40B4-BE49-F238E27FC236}">
                  <a16:creationId xmlns:a16="http://schemas.microsoft.com/office/drawing/2014/main" id="{3B74E336-8980-DAED-9355-C2280938B552}"/>
                </a:ext>
              </a:extLst>
            </p:cNvPr>
            <p:cNvSpPr txBox="1"/>
            <p:nvPr/>
          </p:nvSpPr>
          <p:spPr>
            <a:xfrm>
              <a:off x="7785218" y="4935386"/>
              <a:ext cx="359394" cy="369332"/>
            </a:xfrm>
            <a:prstGeom prst="rect">
              <a:avLst/>
            </a:prstGeom>
            <a:noFill/>
          </p:spPr>
          <p:txBody>
            <a:bodyPr wrap="none" rtlCol="0">
              <a:spAutoFit/>
            </a:bodyPr>
            <a:lstStyle/>
            <a:p>
              <a:r>
                <a:rPr lang="en-US"/>
                <a:t>G</a:t>
              </a:r>
            </a:p>
          </p:txBody>
        </p:sp>
        <p:cxnSp>
          <p:nvCxnSpPr>
            <p:cNvPr id="5" name="Straight Arrow Connector 4">
              <a:extLst>
                <a:ext uri="{FF2B5EF4-FFF2-40B4-BE49-F238E27FC236}">
                  <a16:creationId xmlns:a16="http://schemas.microsoft.com/office/drawing/2014/main" id="{4109F047-2C1F-D362-4730-C365CD629F7C}"/>
                </a:ext>
              </a:extLst>
            </p:cNvPr>
            <p:cNvCxnSpPr>
              <a:cxnSpLocks/>
            </p:cNvCxnSpPr>
            <p:nvPr/>
          </p:nvCxnSpPr>
          <p:spPr>
            <a:xfrm flipV="1">
              <a:off x="7409204" y="4913832"/>
              <a:ext cx="367474" cy="52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594A6A7-ADC6-76F9-6A69-F813186AD9A2}"/>
                </a:ext>
              </a:extLst>
            </p:cNvPr>
            <p:cNvCxnSpPr>
              <a:cxnSpLocks/>
            </p:cNvCxnSpPr>
            <p:nvPr/>
          </p:nvCxnSpPr>
          <p:spPr>
            <a:xfrm flipH="1">
              <a:off x="8144612" y="4919036"/>
              <a:ext cx="3750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32F80FA8-54D7-20D5-B731-4CC77D4F5D00}"/>
              </a:ext>
            </a:extLst>
          </p:cNvPr>
          <p:cNvGrpSpPr/>
          <p:nvPr/>
        </p:nvGrpSpPr>
        <p:grpSpPr>
          <a:xfrm>
            <a:off x="7700273" y="2282753"/>
            <a:ext cx="1574470" cy="881032"/>
            <a:chOff x="8981630" y="2484800"/>
            <a:chExt cx="1574470" cy="881032"/>
          </a:xfrm>
        </p:grpSpPr>
        <p:sp>
          <p:nvSpPr>
            <p:cNvPr id="15" name="TextBox 14">
              <a:extLst>
                <a:ext uri="{FF2B5EF4-FFF2-40B4-BE49-F238E27FC236}">
                  <a16:creationId xmlns:a16="http://schemas.microsoft.com/office/drawing/2014/main" id="{EDB7FAB4-7884-FA8B-AC1E-7E8B9DE65986}"/>
                </a:ext>
              </a:extLst>
            </p:cNvPr>
            <p:cNvSpPr txBox="1"/>
            <p:nvPr/>
          </p:nvSpPr>
          <p:spPr>
            <a:xfrm>
              <a:off x="8981630" y="2484800"/>
              <a:ext cx="1574470" cy="276999"/>
            </a:xfrm>
            <a:prstGeom prst="rect">
              <a:avLst/>
            </a:prstGeom>
            <a:noFill/>
            <a:ln>
              <a:solidFill>
                <a:schemeClr val="tx1"/>
              </a:solidFill>
            </a:ln>
          </p:spPr>
          <p:txBody>
            <a:bodyPr wrap="none" rtlCol="0">
              <a:spAutoFit/>
            </a:bodyPr>
            <a:lstStyle/>
            <a:p>
              <a:r>
                <a:rPr lang="en-US" sz="1200"/>
                <a:t>Bonnet Outer panel</a:t>
              </a:r>
            </a:p>
          </p:txBody>
        </p:sp>
        <p:cxnSp>
          <p:nvCxnSpPr>
            <p:cNvPr id="16" name="Straight Arrow Connector 15">
              <a:extLst>
                <a:ext uri="{FF2B5EF4-FFF2-40B4-BE49-F238E27FC236}">
                  <a16:creationId xmlns:a16="http://schemas.microsoft.com/office/drawing/2014/main" id="{D96D3802-A3A5-B450-2E40-63F6B31D9FD4}"/>
                </a:ext>
              </a:extLst>
            </p:cNvPr>
            <p:cNvCxnSpPr>
              <a:cxnSpLocks/>
            </p:cNvCxnSpPr>
            <p:nvPr/>
          </p:nvCxnSpPr>
          <p:spPr>
            <a:xfrm flipH="1">
              <a:off x="9451136" y="2780715"/>
              <a:ext cx="239758" cy="5851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DD2D7F21-AE8E-0AE2-E9AB-D36BA502E35F}"/>
              </a:ext>
            </a:extLst>
          </p:cNvPr>
          <p:cNvGrpSpPr/>
          <p:nvPr/>
        </p:nvGrpSpPr>
        <p:grpSpPr>
          <a:xfrm>
            <a:off x="9496872" y="4127619"/>
            <a:ext cx="1518364" cy="1177099"/>
            <a:chOff x="8981630" y="1584700"/>
            <a:chExt cx="1518364" cy="1177099"/>
          </a:xfrm>
        </p:grpSpPr>
        <p:sp>
          <p:nvSpPr>
            <p:cNvPr id="18" name="TextBox 17">
              <a:extLst>
                <a:ext uri="{FF2B5EF4-FFF2-40B4-BE49-F238E27FC236}">
                  <a16:creationId xmlns:a16="http://schemas.microsoft.com/office/drawing/2014/main" id="{8D527CED-0802-8678-F20B-06941E34BEA4}"/>
                </a:ext>
              </a:extLst>
            </p:cNvPr>
            <p:cNvSpPr txBox="1"/>
            <p:nvPr/>
          </p:nvSpPr>
          <p:spPr>
            <a:xfrm>
              <a:off x="8981630" y="2484800"/>
              <a:ext cx="1518364" cy="276999"/>
            </a:xfrm>
            <a:prstGeom prst="rect">
              <a:avLst/>
            </a:prstGeom>
            <a:noFill/>
            <a:ln>
              <a:solidFill>
                <a:schemeClr val="tx1"/>
              </a:solidFill>
            </a:ln>
          </p:spPr>
          <p:txBody>
            <a:bodyPr wrap="none" rtlCol="0">
              <a:spAutoFit/>
            </a:bodyPr>
            <a:lstStyle/>
            <a:p>
              <a:r>
                <a:rPr lang="en-US" sz="1200"/>
                <a:t>Bonnet Inner panel</a:t>
              </a:r>
            </a:p>
          </p:txBody>
        </p:sp>
        <p:cxnSp>
          <p:nvCxnSpPr>
            <p:cNvPr id="19" name="Straight Arrow Connector 18">
              <a:extLst>
                <a:ext uri="{FF2B5EF4-FFF2-40B4-BE49-F238E27FC236}">
                  <a16:creationId xmlns:a16="http://schemas.microsoft.com/office/drawing/2014/main" id="{E4993E11-E7C8-AAF2-A12D-B3B0D13A1C96}"/>
                </a:ext>
              </a:extLst>
            </p:cNvPr>
            <p:cNvCxnSpPr>
              <a:cxnSpLocks/>
            </p:cNvCxnSpPr>
            <p:nvPr/>
          </p:nvCxnSpPr>
          <p:spPr>
            <a:xfrm flipH="1" flipV="1">
              <a:off x="9284717" y="1584700"/>
              <a:ext cx="434463" cy="9001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43223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96A7F-EDAA-5837-0EA9-5700AA6BF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057C4A-1A90-3CAC-0F66-79FF737AAB73}"/>
              </a:ext>
            </a:extLst>
          </p:cNvPr>
          <p:cNvSpPr>
            <a:spLocks noGrp="1"/>
          </p:cNvSpPr>
          <p:nvPr>
            <p:ph type="title"/>
          </p:nvPr>
        </p:nvSpPr>
        <p:spPr>
          <a:xfrm>
            <a:off x="233384" y="780078"/>
            <a:ext cx="10515600" cy="800893"/>
          </a:xfrm>
        </p:spPr>
        <p:txBody>
          <a:bodyPr>
            <a:normAutofit fontScale="90000"/>
          </a:bodyPr>
          <a:lstStyle/>
          <a:p>
            <a:pPr marL="128270">
              <a:lnSpc>
                <a:spcPct val="100000"/>
              </a:lnSpc>
              <a:spcBef>
                <a:spcPts val="15"/>
              </a:spcBef>
            </a:pPr>
            <a:r>
              <a:rPr lang="en-US" sz="2800">
                <a:solidFill>
                  <a:srgbClr val="0000B3"/>
                </a:solidFill>
                <a:latin typeface="DM Sans" pitchFamily="2" charset="77"/>
                <a:cs typeface="DM Sans"/>
              </a:rPr>
              <a:t>Bonnet Boundary condition based on manufacturing technology and package space :-</a:t>
            </a:r>
          </a:p>
        </p:txBody>
      </p:sp>
      <p:sp>
        <p:nvSpPr>
          <p:cNvPr id="3" name="TextBox 2">
            <a:extLst>
              <a:ext uri="{FF2B5EF4-FFF2-40B4-BE49-F238E27FC236}">
                <a16:creationId xmlns:a16="http://schemas.microsoft.com/office/drawing/2014/main" id="{7FCF4192-7804-65CC-2EA1-FB64E97C5A27}"/>
              </a:ext>
            </a:extLst>
          </p:cNvPr>
          <p:cNvSpPr txBox="1"/>
          <p:nvPr/>
        </p:nvSpPr>
        <p:spPr>
          <a:xfrm>
            <a:off x="588433" y="2069110"/>
            <a:ext cx="325482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Design Rule Visual 03 :-</a:t>
            </a:r>
            <a:endParaRPr lang="en-US" sz="2000" b="1">
              <a:ea typeface="Calibri"/>
              <a:cs typeface="Calibri"/>
            </a:endParaRPr>
          </a:p>
        </p:txBody>
      </p:sp>
      <p:sp>
        <p:nvSpPr>
          <p:cNvPr id="4" name="TextBox 3">
            <a:extLst>
              <a:ext uri="{FF2B5EF4-FFF2-40B4-BE49-F238E27FC236}">
                <a16:creationId xmlns:a16="http://schemas.microsoft.com/office/drawing/2014/main" id="{DB3F46A0-3603-7484-A61E-B0D76181A36A}"/>
              </a:ext>
            </a:extLst>
          </p:cNvPr>
          <p:cNvSpPr txBox="1"/>
          <p:nvPr/>
        </p:nvSpPr>
        <p:spPr>
          <a:xfrm>
            <a:off x="931333" y="2620502"/>
            <a:ext cx="5717295" cy="29629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ea typeface="+mn-lt"/>
                <a:cs typeface="+mn-lt"/>
              </a:rPr>
              <a:t>T1  – </a:t>
            </a:r>
            <a:r>
              <a:rPr lang="en-US"/>
              <a:t>Bonnet outer thickness , Range 1.3mm to 1.6mm (Depend on CAE result)</a:t>
            </a:r>
          </a:p>
          <a:p>
            <a:pPr>
              <a:lnSpc>
                <a:spcPct val="150000"/>
              </a:lnSpc>
            </a:pPr>
            <a:r>
              <a:rPr lang="en-US">
                <a:ea typeface="+mn-lt"/>
                <a:cs typeface="+mn-lt"/>
              </a:rPr>
              <a:t>T2 – </a:t>
            </a:r>
            <a:r>
              <a:rPr lang="en-US"/>
              <a:t>Bonnet Inner thickness , 0.9mm (Depend on CAE result)</a:t>
            </a:r>
          </a:p>
          <a:p>
            <a:pPr>
              <a:lnSpc>
                <a:spcPct val="150000"/>
              </a:lnSpc>
            </a:pPr>
            <a:r>
              <a:rPr lang="en-US">
                <a:ea typeface="+mn-lt"/>
                <a:cs typeface="+mn-lt"/>
              </a:rPr>
              <a:t>R1  - </a:t>
            </a:r>
            <a:r>
              <a:rPr lang="en-US"/>
              <a:t>Driven by style surface</a:t>
            </a:r>
          </a:p>
          <a:p>
            <a:pPr>
              <a:lnSpc>
                <a:spcPct val="150000"/>
              </a:lnSpc>
            </a:pPr>
            <a:r>
              <a:rPr lang="en-US">
                <a:ea typeface="+mn-lt"/>
                <a:cs typeface="+mn-lt"/>
              </a:rPr>
              <a:t>L   - Bond Length , Range 10mm to 15mm</a:t>
            </a:r>
            <a:endParaRPr lang="en-US"/>
          </a:p>
          <a:p>
            <a:pPr>
              <a:lnSpc>
                <a:spcPct val="150000"/>
              </a:lnSpc>
            </a:pPr>
            <a:r>
              <a:rPr lang="en-US">
                <a:ea typeface="+mn-lt"/>
                <a:cs typeface="+mn-lt"/>
              </a:rPr>
              <a:t>G   - Gap , Range 1.0mm to 5mm</a:t>
            </a:r>
            <a:endParaRPr lang="en-US"/>
          </a:p>
        </p:txBody>
      </p:sp>
      <p:pic>
        <p:nvPicPr>
          <p:cNvPr id="5" name="Picture 4" descr="A diagram of a beam&#10;&#10;Description automatically generated">
            <a:extLst>
              <a:ext uri="{FF2B5EF4-FFF2-40B4-BE49-F238E27FC236}">
                <a16:creationId xmlns:a16="http://schemas.microsoft.com/office/drawing/2014/main" id="{4E8CBFAF-A345-92F9-19C7-D20B5C87C53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6257925" y="2473923"/>
            <a:ext cx="5687484" cy="2547409"/>
          </a:xfrm>
          <a:prstGeom prst="rect">
            <a:avLst/>
          </a:prstGeom>
        </p:spPr>
      </p:pic>
      <p:grpSp>
        <p:nvGrpSpPr>
          <p:cNvPr id="6" name="Group 5">
            <a:extLst>
              <a:ext uri="{FF2B5EF4-FFF2-40B4-BE49-F238E27FC236}">
                <a16:creationId xmlns:a16="http://schemas.microsoft.com/office/drawing/2014/main" id="{82BF0CB8-FDCB-AF10-63DA-1E8B76E61988}"/>
              </a:ext>
            </a:extLst>
          </p:cNvPr>
          <p:cNvGrpSpPr/>
          <p:nvPr/>
        </p:nvGrpSpPr>
        <p:grpSpPr>
          <a:xfrm>
            <a:off x="8271427" y="2605856"/>
            <a:ext cx="1959031" cy="944200"/>
            <a:chOff x="8597069" y="2484800"/>
            <a:chExt cx="1959031" cy="944200"/>
          </a:xfrm>
        </p:grpSpPr>
        <p:sp>
          <p:nvSpPr>
            <p:cNvPr id="7" name="TextBox 6">
              <a:extLst>
                <a:ext uri="{FF2B5EF4-FFF2-40B4-BE49-F238E27FC236}">
                  <a16:creationId xmlns:a16="http://schemas.microsoft.com/office/drawing/2014/main" id="{7C4B50D5-C3C3-BF1F-A06B-2A616F9B182E}"/>
                </a:ext>
              </a:extLst>
            </p:cNvPr>
            <p:cNvSpPr txBox="1"/>
            <p:nvPr/>
          </p:nvSpPr>
          <p:spPr>
            <a:xfrm>
              <a:off x="8981630" y="2484800"/>
              <a:ext cx="1574470" cy="276999"/>
            </a:xfrm>
            <a:prstGeom prst="rect">
              <a:avLst/>
            </a:prstGeom>
            <a:noFill/>
            <a:ln>
              <a:solidFill>
                <a:schemeClr val="tx1"/>
              </a:solidFill>
            </a:ln>
          </p:spPr>
          <p:txBody>
            <a:bodyPr wrap="none" rtlCol="0">
              <a:spAutoFit/>
            </a:bodyPr>
            <a:lstStyle/>
            <a:p>
              <a:r>
                <a:rPr lang="en-US" sz="1200"/>
                <a:t>Bonnet Outer panel</a:t>
              </a:r>
            </a:p>
          </p:txBody>
        </p:sp>
        <p:cxnSp>
          <p:nvCxnSpPr>
            <p:cNvPr id="8" name="Straight Arrow Connector 7">
              <a:extLst>
                <a:ext uri="{FF2B5EF4-FFF2-40B4-BE49-F238E27FC236}">
                  <a16:creationId xmlns:a16="http://schemas.microsoft.com/office/drawing/2014/main" id="{5192DE02-908C-11E7-55EF-D6DD80B2FC41}"/>
                </a:ext>
              </a:extLst>
            </p:cNvPr>
            <p:cNvCxnSpPr>
              <a:cxnSpLocks/>
              <a:stCxn id="7" idx="1"/>
            </p:cNvCxnSpPr>
            <p:nvPr/>
          </p:nvCxnSpPr>
          <p:spPr>
            <a:xfrm flipH="1">
              <a:off x="8597069" y="2623300"/>
              <a:ext cx="384561" cy="8057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2FA4FB52-7120-3529-D75E-B524C6EA5322}"/>
              </a:ext>
            </a:extLst>
          </p:cNvPr>
          <p:cNvGrpSpPr/>
          <p:nvPr/>
        </p:nvGrpSpPr>
        <p:grpSpPr>
          <a:xfrm>
            <a:off x="7140052" y="3948157"/>
            <a:ext cx="1518364" cy="1336980"/>
            <a:chOff x="8981630" y="1424819"/>
            <a:chExt cx="1518364" cy="1336980"/>
          </a:xfrm>
        </p:grpSpPr>
        <p:sp>
          <p:nvSpPr>
            <p:cNvPr id="10" name="TextBox 9">
              <a:extLst>
                <a:ext uri="{FF2B5EF4-FFF2-40B4-BE49-F238E27FC236}">
                  <a16:creationId xmlns:a16="http://schemas.microsoft.com/office/drawing/2014/main" id="{B9A816E6-9C2E-397C-BEC5-98365C39CB36}"/>
                </a:ext>
              </a:extLst>
            </p:cNvPr>
            <p:cNvSpPr txBox="1"/>
            <p:nvPr/>
          </p:nvSpPr>
          <p:spPr>
            <a:xfrm>
              <a:off x="8981630" y="2484800"/>
              <a:ext cx="1518364" cy="276999"/>
            </a:xfrm>
            <a:prstGeom prst="rect">
              <a:avLst/>
            </a:prstGeom>
            <a:noFill/>
            <a:ln>
              <a:solidFill>
                <a:schemeClr val="tx1"/>
              </a:solidFill>
            </a:ln>
          </p:spPr>
          <p:txBody>
            <a:bodyPr wrap="none" rtlCol="0">
              <a:spAutoFit/>
            </a:bodyPr>
            <a:lstStyle/>
            <a:p>
              <a:r>
                <a:rPr lang="en-US" sz="1200"/>
                <a:t>Bonnet Inner panel</a:t>
              </a:r>
            </a:p>
          </p:txBody>
        </p:sp>
        <p:cxnSp>
          <p:nvCxnSpPr>
            <p:cNvPr id="11" name="Straight Arrow Connector 10">
              <a:extLst>
                <a:ext uri="{FF2B5EF4-FFF2-40B4-BE49-F238E27FC236}">
                  <a16:creationId xmlns:a16="http://schemas.microsoft.com/office/drawing/2014/main" id="{547DAB11-4FDF-1D8F-DB47-83023BE31191}"/>
                </a:ext>
              </a:extLst>
            </p:cNvPr>
            <p:cNvCxnSpPr>
              <a:cxnSpLocks/>
            </p:cNvCxnSpPr>
            <p:nvPr/>
          </p:nvCxnSpPr>
          <p:spPr>
            <a:xfrm flipH="1" flipV="1">
              <a:off x="9246960" y="1424819"/>
              <a:ext cx="493852" cy="10599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13835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20D27-696D-CABB-0DAC-EFF8FD671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04D05-C3CB-2237-9C52-536E1B2362CC}"/>
              </a:ext>
            </a:extLst>
          </p:cNvPr>
          <p:cNvSpPr>
            <a:spLocks noGrp="1"/>
          </p:cNvSpPr>
          <p:nvPr>
            <p:ph type="title"/>
          </p:nvPr>
        </p:nvSpPr>
        <p:spPr>
          <a:xfrm>
            <a:off x="233384" y="780078"/>
            <a:ext cx="10515600" cy="800893"/>
          </a:xfrm>
        </p:spPr>
        <p:txBody>
          <a:bodyPr>
            <a:normAutofit fontScale="90000"/>
          </a:bodyPr>
          <a:lstStyle/>
          <a:p>
            <a:pPr marL="128270">
              <a:lnSpc>
                <a:spcPct val="100000"/>
              </a:lnSpc>
              <a:spcBef>
                <a:spcPts val="15"/>
              </a:spcBef>
            </a:pPr>
            <a:r>
              <a:rPr lang="en-US" sz="2800">
                <a:solidFill>
                  <a:srgbClr val="0000B3"/>
                </a:solidFill>
                <a:latin typeface="DM Sans" pitchFamily="2" charset="77"/>
                <a:cs typeface="DM Sans"/>
              </a:rPr>
              <a:t>Bonnet Boundary condition based on manufacturing technology and package space :-</a:t>
            </a:r>
          </a:p>
        </p:txBody>
      </p:sp>
      <p:sp>
        <p:nvSpPr>
          <p:cNvPr id="6" name="TextBox 5">
            <a:extLst>
              <a:ext uri="{FF2B5EF4-FFF2-40B4-BE49-F238E27FC236}">
                <a16:creationId xmlns:a16="http://schemas.microsoft.com/office/drawing/2014/main" id="{2E5EED5F-8702-D4BD-6B48-D01DFBC80618}"/>
              </a:ext>
            </a:extLst>
          </p:cNvPr>
          <p:cNvSpPr txBox="1"/>
          <p:nvPr/>
        </p:nvSpPr>
        <p:spPr>
          <a:xfrm>
            <a:off x="588433" y="1992203"/>
            <a:ext cx="320501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Design Rule Visual 04 :-</a:t>
            </a:r>
            <a:endParaRPr lang="en-US" sz="2000" b="1">
              <a:ea typeface="Calibri"/>
              <a:cs typeface="Calibri"/>
            </a:endParaRPr>
          </a:p>
        </p:txBody>
      </p:sp>
      <p:sp>
        <p:nvSpPr>
          <p:cNvPr id="7" name="TextBox 6">
            <a:extLst>
              <a:ext uri="{FF2B5EF4-FFF2-40B4-BE49-F238E27FC236}">
                <a16:creationId xmlns:a16="http://schemas.microsoft.com/office/drawing/2014/main" id="{2A2A28DF-EA24-5F0A-254A-CE11739B2ACD}"/>
              </a:ext>
            </a:extLst>
          </p:cNvPr>
          <p:cNvSpPr txBox="1"/>
          <p:nvPr/>
        </p:nvSpPr>
        <p:spPr>
          <a:xfrm>
            <a:off x="931333" y="2543595"/>
            <a:ext cx="5950815" cy="29629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ea typeface="+mn-lt"/>
                <a:cs typeface="+mn-lt"/>
              </a:rPr>
              <a:t>T1 – </a:t>
            </a:r>
            <a:r>
              <a:rPr lang="en-US"/>
              <a:t>Bonnet outer thickness , Range 1.3mm to 1.6mm (Depend on CAE result)</a:t>
            </a:r>
          </a:p>
          <a:p>
            <a:pPr>
              <a:lnSpc>
                <a:spcPct val="150000"/>
              </a:lnSpc>
            </a:pPr>
            <a:r>
              <a:rPr lang="en-US">
                <a:ea typeface="+mn-lt"/>
                <a:cs typeface="+mn-lt"/>
              </a:rPr>
              <a:t>T2 – </a:t>
            </a:r>
            <a:r>
              <a:rPr lang="en-US"/>
              <a:t>Bonnet Inner thickness , 0.9mm (Depend on CAE result)</a:t>
            </a:r>
          </a:p>
          <a:p>
            <a:pPr>
              <a:lnSpc>
                <a:spcPct val="150000"/>
              </a:lnSpc>
            </a:pPr>
            <a:r>
              <a:rPr lang="en-US">
                <a:ea typeface="+mn-lt"/>
                <a:cs typeface="+mn-lt"/>
              </a:rPr>
              <a:t>R1  - </a:t>
            </a:r>
            <a:r>
              <a:rPr lang="en-US"/>
              <a:t>Driven by style surface</a:t>
            </a:r>
          </a:p>
          <a:p>
            <a:pPr>
              <a:lnSpc>
                <a:spcPct val="150000"/>
              </a:lnSpc>
            </a:pPr>
            <a:r>
              <a:rPr lang="en-US">
                <a:ea typeface="+mn-lt"/>
                <a:cs typeface="+mn-lt"/>
              </a:rPr>
              <a:t>R2 - Bonnet Inner Radius , Range 0.5mm to 1mm</a:t>
            </a:r>
            <a:endParaRPr lang="en-US"/>
          </a:p>
          <a:p>
            <a:pPr>
              <a:lnSpc>
                <a:spcPct val="150000"/>
              </a:lnSpc>
            </a:pPr>
            <a:r>
              <a:rPr lang="en-US">
                <a:ea typeface="+mn-lt"/>
                <a:cs typeface="+mn-lt"/>
              </a:rPr>
              <a:t>B    - Bond GAP , Range 0.8MM To 1mm</a:t>
            </a:r>
            <a:endParaRPr lang="en-US"/>
          </a:p>
        </p:txBody>
      </p:sp>
      <p:pic>
        <p:nvPicPr>
          <p:cNvPr id="8" name="Picture 7" descr="A diagram of a structure&#10;&#10;Description automatically generated">
            <a:extLst>
              <a:ext uri="{FF2B5EF4-FFF2-40B4-BE49-F238E27FC236}">
                <a16:creationId xmlns:a16="http://schemas.microsoft.com/office/drawing/2014/main" id="{A680647C-538D-7324-8DD0-B975A1242314}"/>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6574896" y="2193816"/>
            <a:ext cx="4460875" cy="3440642"/>
          </a:xfrm>
          <a:prstGeom prst="rect">
            <a:avLst/>
          </a:prstGeom>
        </p:spPr>
      </p:pic>
      <p:grpSp>
        <p:nvGrpSpPr>
          <p:cNvPr id="3" name="Group 2">
            <a:extLst>
              <a:ext uri="{FF2B5EF4-FFF2-40B4-BE49-F238E27FC236}">
                <a16:creationId xmlns:a16="http://schemas.microsoft.com/office/drawing/2014/main" id="{A8C34EF7-7E2C-5A49-CD19-E559B41058FE}"/>
              </a:ext>
            </a:extLst>
          </p:cNvPr>
          <p:cNvGrpSpPr/>
          <p:nvPr/>
        </p:nvGrpSpPr>
        <p:grpSpPr>
          <a:xfrm>
            <a:off x="9169637" y="3080858"/>
            <a:ext cx="1959031" cy="944200"/>
            <a:chOff x="8597069" y="2484800"/>
            <a:chExt cx="1959031" cy="944200"/>
          </a:xfrm>
        </p:grpSpPr>
        <p:sp>
          <p:nvSpPr>
            <p:cNvPr id="4" name="TextBox 3">
              <a:extLst>
                <a:ext uri="{FF2B5EF4-FFF2-40B4-BE49-F238E27FC236}">
                  <a16:creationId xmlns:a16="http://schemas.microsoft.com/office/drawing/2014/main" id="{8CDFF798-9D84-36FA-3860-84A5C3C28A1C}"/>
                </a:ext>
              </a:extLst>
            </p:cNvPr>
            <p:cNvSpPr txBox="1"/>
            <p:nvPr/>
          </p:nvSpPr>
          <p:spPr>
            <a:xfrm>
              <a:off x="8981630" y="2484800"/>
              <a:ext cx="1574470" cy="276999"/>
            </a:xfrm>
            <a:prstGeom prst="rect">
              <a:avLst/>
            </a:prstGeom>
            <a:noFill/>
            <a:ln>
              <a:solidFill>
                <a:schemeClr val="tx1"/>
              </a:solidFill>
            </a:ln>
          </p:spPr>
          <p:txBody>
            <a:bodyPr wrap="none" rtlCol="0">
              <a:spAutoFit/>
            </a:bodyPr>
            <a:lstStyle/>
            <a:p>
              <a:r>
                <a:rPr lang="en-US" sz="1200"/>
                <a:t>Bonnet Outer panel</a:t>
              </a:r>
            </a:p>
          </p:txBody>
        </p:sp>
        <p:cxnSp>
          <p:nvCxnSpPr>
            <p:cNvPr id="5" name="Straight Arrow Connector 4">
              <a:extLst>
                <a:ext uri="{FF2B5EF4-FFF2-40B4-BE49-F238E27FC236}">
                  <a16:creationId xmlns:a16="http://schemas.microsoft.com/office/drawing/2014/main" id="{DB546415-D470-8CC5-E959-52BA2036622F}"/>
                </a:ext>
              </a:extLst>
            </p:cNvPr>
            <p:cNvCxnSpPr>
              <a:cxnSpLocks/>
              <a:stCxn id="4" idx="1"/>
            </p:cNvCxnSpPr>
            <p:nvPr/>
          </p:nvCxnSpPr>
          <p:spPr>
            <a:xfrm flipH="1">
              <a:off x="8597069" y="2623300"/>
              <a:ext cx="384561" cy="8057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0D2A4328-C582-675C-C44F-184865E21198}"/>
              </a:ext>
            </a:extLst>
          </p:cNvPr>
          <p:cNvGrpSpPr/>
          <p:nvPr/>
        </p:nvGrpSpPr>
        <p:grpSpPr>
          <a:xfrm>
            <a:off x="6699809" y="4616678"/>
            <a:ext cx="1828894" cy="889844"/>
            <a:chOff x="8981630" y="1871955"/>
            <a:chExt cx="1828894" cy="889844"/>
          </a:xfrm>
        </p:grpSpPr>
        <p:sp>
          <p:nvSpPr>
            <p:cNvPr id="10" name="TextBox 9">
              <a:extLst>
                <a:ext uri="{FF2B5EF4-FFF2-40B4-BE49-F238E27FC236}">
                  <a16:creationId xmlns:a16="http://schemas.microsoft.com/office/drawing/2014/main" id="{96AFB7BC-4635-E8A2-9C02-9E00E75A5970}"/>
                </a:ext>
              </a:extLst>
            </p:cNvPr>
            <p:cNvSpPr txBox="1"/>
            <p:nvPr/>
          </p:nvSpPr>
          <p:spPr>
            <a:xfrm>
              <a:off x="8981630" y="2484800"/>
              <a:ext cx="1518364" cy="276999"/>
            </a:xfrm>
            <a:prstGeom prst="rect">
              <a:avLst/>
            </a:prstGeom>
            <a:noFill/>
            <a:ln>
              <a:solidFill>
                <a:schemeClr val="tx1"/>
              </a:solidFill>
            </a:ln>
          </p:spPr>
          <p:txBody>
            <a:bodyPr wrap="none" rtlCol="0">
              <a:spAutoFit/>
            </a:bodyPr>
            <a:lstStyle/>
            <a:p>
              <a:r>
                <a:rPr lang="en-US" sz="1200"/>
                <a:t>Bonnet Inner panel</a:t>
              </a:r>
            </a:p>
          </p:txBody>
        </p:sp>
        <p:cxnSp>
          <p:nvCxnSpPr>
            <p:cNvPr id="11" name="Straight Arrow Connector 10">
              <a:extLst>
                <a:ext uri="{FF2B5EF4-FFF2-40B4-BE49-F238E27FC236}">
                  <a16:creationId xmlns:a16="http://schemas.microsoft.com/office/drawing/2014/main" id="{7E87DBB1-D9A1-FB2A-3D01-A96FA89700EE}"/>
                </a:ext>
              </a:extLst>
            </p:cNvPr>
            <p:cNvCxnSpPr>
              <a:cxnSpLocks/>
            </p:cNvCxnSpPr>
            <p:nvPr/>
          </p:nvCxnSpPr>
          <p:spPr>
            <a:xfrm flipV="1">
              <a:off x="10499994" y="1871955"/>
              <a:ext cx="310530" cy="74253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01054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A4948-A710-BB01-19A5-2BB1C036A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362638-CC90-B12A-7F25-A4A22D8600F9}"/>
              </a:ext>
            </a:extLst>
          </p:cNvPr>
          <p:cNvSpPr>
            <a:spLocks noGrp="1"/>
          </p:cNvSpPr>
          <p:nvPr>
            <p:ph type="title"/>
          </p:nvPr>
        </p:nvSpPr>
        <p:spPr/>
        <p:txBody>
          <a:bodyPr>
            <a:normAutofit fontScale="90000"/>
          </a:bodyPr>
          <a:lstStyle/>
          <a:p>
            <a:pPr marL="128270">
              <a:lnSpc>
                <a:spcPct val="100000"/>
              </a:lnSpc>
              <a:spcBef>
                <a:spcPts val="15"/>
              </a:spcBef>
            </a:pPr>
            <a:r>
              <a:rPr lang="en-US" sz="2800">
                <a:solidFill>
                  <a:srgbClr val="0000B3"/>
                </a:solidFill>
                <a:latin typeface="DM Sans" pitchFamily="2" charset="77"/>
                <a:cs typeface="DM Sans"/>
              </a:rPr>
              <a:t>Bonding CF </a:t>
            </a:r>
            <a:r>
              <a:rPr lang="en-US">
                <a:solidFill>
                  <a:srgbClr val="0000B3"/>
                </a:solidFill>
                <a:cs typeface="DM Sans"/>
              </a:rPr>
              <a:t>B</a:t>
            </a:r>
            <a:r>
              <a:rPr lang="en-US" sz="2800">
                <a:solidFill>
                  <a:srgbClr val="0000B3"/>
                </a:solidFill>
                <a:latin typeface="DM Sans" pitchFamily="2" charset="77"/>
                <a:cs typeface="DM Sans"/>
              </a:rPr>
              <a:t>onnet inner to outer :-</a:t>
            </a:r>
          </a:p>
        </p:txBody>
      </p:sp>
      <p:sp>
        <p:nvSpPr>
          <p:cNvPr id="3" name="TextBox 2">
            <a:extLst>
              <a:ext uri="{FF2B5EF4-FFF2-40B4-BE49-F238E27FC236}">
                <a16:creationId xmlns:a16="http://schemas.microsoft.com/office/drawing/2014/main" id="{57CA7D88-0102-0886-C5AE-0FEABA7E39E4}"/>
              </a:ext>
            </a:extLst>
          </p:cNvPr>
          <p:cNvSpPr txBox="1"/>
          <p:nvPr/>
        </p:nvSpPr>
        <p:spPr>
          <a:xfrm>
            <a:off x="151630" y="1702998"/>
            <a:ext cx="3378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Design Rule Visual 01 :-</a:t>
            </a:r>
            <a:endParaRPr lang="en-US" sz="2000" b="1">
              <a:ea typeface="Calibri"/>
              <a:cs typeface="Calibri"/>
            </a:endParaRPr>
          </a:p>
        </p:txBody>
      </p:sp>
      <p:sp>
        <p:nvSpPr>
          <p:cNvPr id="4" name="TextBox 3">
            <a:extLst>
              <a:ext uri="{FF2B5EF4-FFF2-40B4-BE49-F238E27FC236}">
                <a16:creationId xmlns:a16="http://schemas.microsoft.com/office/drawing/2014/main" id="{80DF7E03-FDBB-5D61-AF46-283D39279590}"/>
              </a:ext>
            </a:extLst>
          </p:cNvPr>
          <p:cNvSpPr txBox="1"/>
          <p:nvPr/>
        </p:nvSpPr>
        <p:spPr>
          <a:xfrm>
            <a:off x="147205" y="2146631"/>
            <a:ext cx="8571634" cy="17164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ea typeface="+mn-lt"/>
                <a:cs typeface="+mn-lt"/>
              </a:rPr>
              <a:t>1. Bond Flange should range from 22mm to 25mm. </a:t>
            </a:r>
          </a:p>
          <a:p>
            <a:pPr>
              <a:lnSpc>
                <a:spcPct val="150000"/>
              </a:lnSpc>
            </a:pPr>
            <a:r>
              <a:rPr lang="en-US">
                <a:ea typeface="+mn-lt"/>
                <a:cs typeface="+mn-lt"/>
              </a:rPr>
              <a:t>2. Minimum bond flange required is 18mm (Require Supplier Confirmation)</a:t>
            </a:r>
            <a:endParaRPr lang="en-US"/>
          </a:p>
          <a:p>
            <a:pPr>
              <a:lnSpc>
                <a:spcPct val="150000"/>
              </a:lnSpc>
            </a:pPr>
            <a:r>
              <a:rPr lang="en-US">
                <a:ea typeface="+mn-lt"/>
                <a:cs typeface="+mn-lt"/>
              </a:rPr>
              <a:t>3. Bond Gap for Carbon to Carbon Range from 0.8mm to 1.0mm </a:t>
            </a:r>
          </a:p>
          <a:p>
            <a:pPr>
              <a:lnSpc>
                <a:spcPct val="150000"/>
              </a:lnSpc>
            </a:pPr>
            <a:r>
              <a:rPr lang="en-US">
                <a:ea typeface="+mn-lt"/>
                <a:cs typeface="+mn-lt"/>
              </a:rPr>
              <a:t>4. Bond Gap for Carbon to Metal Range from 0.5mm to 1.0mm</a:t>
            </a:r>
            <a:endParaRPr lang="en-US"/>
          </a:p>
        </p:txBody>
      </p:sp>
      <p:grpSp>
        <p:nvGrpSpPr>
          <p:cNvPr id="5" name="Group 4">
            <a:extLst>
              <a:ext uri="{FF2B5EF4-FFF2-40B4-BE49-F238E27FC236}">
                <a16:creationId xmlns:a16="http://schemas.microsoft.com/office/drawing/2014/main" id="{DB3F1F8D-8BC8-C8A5-27EA-8B51D6F41294}"/>
              </a:ext>
            </a:extLst>
          </p:cNvPr>
          <p:cNvGrpSpPr/>
          <p:nvPr/>
        </p:nvGrpSpPr>
        <p:grpSpPr>
          <a:xfrm>
            <a:off x="353409" y="3954864"/>
            <a:ext cx="4347200" cy="1993480"/>
            <a:chOff x="2878592" y="3122008"/>
            <a:chExt cx="4347200" cy="1993480"/>
          </a:xfrm>
        </p:grpSpPr>
        <p:pic>
          <p:nvPicPr>
            <p:cNvPr id="6" name="Picture 5" descr="A diagram of a tube&#10;&#10;Description automatically generated">
              <a:extLst>
                <a:ext uri="{FF2B5EF4-FFF2-40B4-BE49-F238E27FC236}">
                  <a16:creationId xmlns:a16="http://schemas.microsoft.com/office/drawing/2014/main" id="{8223FD43-4C07-A1FC-934B-1A8904BDBBB0}"/>
                </a:ext>
              </a:extLst>
            </p:cNvPr>
            <p:cNvPicPr>
              <a:picLocks noChangeAspect="1"/>
            </p:cNvPicPr>
            <p:nvPr/>
          </p:nvPicPr>
          <p:blipFill>
            <a:blip r:embed="rId2"/>
            <a:srcRect l="3694" t="19519" r="-264" b="31427"/>
            <a:stretch/>
          </p:blipFill>
          <p:spPr>
            <a:xfrm>
              <a:off x="3240163" y="3122008"/>
              <a:ext cx="3985629" cy="1993480"/>
            </a:xfrm>
            <a:prstGeom prst="rect">
              <a:avLst/>
            </a:prstGeom>
          </p:spPr>
        </p:pic>
        <p:pic>
          <p:nvPicPr>
            <p:cNvPr id="7" name="Picture 6" descr="A close up of a yellow rectangle&#10;&#10;Description automatically generated">
              <a:extLst>
                <a:ext uri="{FF2B5EF4-FFF2-40B4-BE49-F238E27FC236}">
                  <a16:creationId xmlns:a16="http://schemas.microsoft.com/office/drawing/2014/main" id="{0B796735-03F3-9CFA-8E04-6E4744052202}"/>
                </a:ext>
              </a:extLst>
            </p:cNvPr>
            <p:cNvPicPr>
              <a:picLocks noChangeAspect="1"/>
            </p:cNvPicPr>
            <p:nvPr/>
          </p:nvPicPr>
          <p:blipFill>
            <a:blip r:embed="rId3"/>
            <a:stretch>
              <a:fillRect/>
            </a:stretch>
          </p:blipFill>
          <p:spPr>
            <a:xfrm>
              <a:off x="2878592" y="4404632"/>
              <a:ext cx="3343275" cy="704850"/>
            </a:xfrm>
            <a:prstGeom prst="rect">
              <a:avLst/>
            </a:prstGeom>
          </p:spPr>
        </p:pic>
      </p:grpSp>
      <p:pic>
        <p:nvPicPr>
          <p:cNvPr id="8" name="Picture 7">
            <a:extLst>
              <a:ext uri="{FF2B5EF4-FFF2-40B4-BE49-F238E27FC236}">
                <a16:creationId xmlns:a16="http://schemas.microsoft.com/office/drawing/2014/main" id="{D304F967-2C50-A851-1A4F-25E41E5350E2}"/>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rcRect l="557" t="25170" r="11332" b="16326"/>
          <a:stretch/>
        </p:blipFill>
        <p:spPr>
          <a:xfrm>
            <a:off x="7369494" y="3511422"/>
            <a:ext cx="4824295" cy="1874539"/>
          </a:xfrm>
          <a:prstGeom prst="rect">
            <a:avLst/>
          </a:prstGeom>
        </p:spPr>
      </p:pic>
      <p:grpSp>
        <p:nvGrpSpPr>
          <p:cNvPr id="9" name="Group 8">
            <a:extLst>
              <a:ext uri="{FF2B5EF4-FFF2-40B4-BE49-F238E27FC236}">
                <a16:creationId xmlns:a16="http://schemas.microsoft.com/office/drawing/2014/main" id="{7D558488-B3FA-81F6-0485-0A44B3606173}"/>
              </a:ext>
            </a:extLst>
          </p:cNvPr>
          <p:cNvGrpSpPr/>
          <p:nvPr/>
        </p:nvGrpSpPr>
        <p:grpSpPr>
          <a:xfrm>
            <a:off x="4928131" y="4446369"/>
            <a:ext cx="4490369" cy="1496565"/>
            <a:chOff x="7513185" y="3428456"/>
            <a:chExt cx="4490369" cy="1496565"/>
          </a:xfrm>
        </p:grpSpPr>
        <p:pic>
          <p:nvPicPr>
            <p:cNvPr id="10" name="Picture 9" descr="A diagram of a wing&#10;&#10;Description automatically generated">
              <a:extLst>
                <a:ext uri="{FF2B5EF4-FFF2-40B4-BE49-F238E27FC236}">
                  <a16:creationId xmlns:a16="http://schemas.microsoft.com/office/drawing/2014/main" id="{3D77DA4A-DF71-971C-1604-AA559A38EE58}"/>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10000" b="90000" l="10000" r="90000"/>
                      </a14:imgEffect>
                    </a14:imgLayer>
                  </a14:imgProps>
                </a:ext>
              </a:extLst>
            </a:blip>
            <a:srcRect t="93" r="-261" b="35814"/>
            <a:stretch/>
          </p:blipFill>
          <p:spPr>
            <a:xfrm>
              <a:off x="7808459" y="3428456"/>
              <a:ext cx="4195095" cy="1496565"/>
            </a:xfrm>
            <a:prstGeom prst="rect">
              <a:avLst/>
            </a:prstGeom>
          </p:spPr>
        </p:pic>
        <p:pic>
          <p:nvPicPr>
            <p:cNvPr id="11" name="Picture 10" descr="A close up of a sign&#10;&#10;Description automatically generated">
              <a:extLst>
                <a:ext uri="{FF2B5EF4-FFF2-40B4-BE49-F238E27FC236}">
                  <a16:creationId xmlns:a16="http://schemas.microsoft.com/office/drawing/2014/main" id="{DE440ABF-0A2D-59A1-610A-8D2B12FDB639}"/>
                </a:ext>
              </a:extLst>
            </p:cNvPr>
            <p:cNvPicPr>
              <a:picLocks noChangeAspect="1"/>
            </p:cNvPicPr>
            <p:nvPr/>
          </p:nvPicPr>
          <p:blipFill>
            <a:blip r:embed="rId8"/>
            <a:stretch>
              <a:fillRect/>
            </a:stretch>
          </p:blipFill>
          <p:spPr>
            <a:xfrm>
              <a:off x="7513185" y="4269922"/>
              <a:ext cx="3152775" cy="647700"/>
            </a:xfrm>
            <a:prstGeom prst="rect">
              <a:avLst/>
            </a:prstGeom>
          </p:spPr>
        </p:pic>
      </p:grpSp>
      <p:pic>
        <p:nvPicPr>
          <p:cNvPr id="12" name="Picture 11" descr="A green rectangle with black text&#10;&#10;Description automatically generated">
            <a:extLst>
              <a:ext uri="{FF2B5EF4-FFF2-40B4-BE49-F238E27FC236}">
                <a16:creationId xmlns:a16="http://schemas.microsoft.com/office/drawing/2014/main" id="{619B477E-4415-E00B-DFFE-BA604255E2D1}"/>
              </a:ext>
            </a:extLst>
          </p:cNvPr>
          <p:cNvPicPr>
            <a:picLocks noChangeAspect="1"/>
          </p:cNvPicPr>
          <p:nvPr/>
        </p:nvPicPr>
        <p:blipFill>
          <a:blip r:embed="rId9"/>
          <a:stretch>
            <a:fillRect/>
          </a:stretch>
        </p:blipFill>
        <p:spPr>
          <a:xfrm>
            <a:off x="8395607" y="3005917"/>
            <a:ext cx="3782786" cy="672193"/>
          </a:xfrm>
          <a:prstGeom prst="rect">
            <a:avLst/>
          </a:prstGeom>
        </p:spPr>
      </p:pic>
    </p:spTree>
    <p:extLst>
      <p:ext uri="{BB962C8B-B14F-4D97-AF65-F5344CB8AC3E}">
        <p14:creationId xmlns:p14="http://schemas.microsoft.com/office/powerpoint/2010/main" val="2567591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B8321-4CA1-AA6A-693D-09D0A0D007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3B377A-2A65-824E-6C48-905FFF635A3C}"/>
              </a:ext>
            </a:extLst>
          </p:cNvPr>
          <p:cNvSpPr>
            <a:spLocks noGrp="1"/>
          </p:cNvSpPr>
          <p:nvPr>
            <p:ph type="title"/>
          </p:nvPr>
        </p:nvSpPr>
        <p:spPr/>
        <p:txBody>
          <a:bodyPr>
            <a:normAutofit fontScale="90000"/>
          </a:bodyPr>
          <a:lstStyle/>
          <a:p>
            <a:pPr marL="128270">
              <a:lnSpc>
                <a:spcPct val="100000"/>
              </a:lnSpc>
              <a:spcBef>
                <a:spcPts val="15"/>
              </a:spcBef>
            </a:pPr>
            <a:r>
              <a:rPr lang="en-US" sz="2800">
                <a:solidFill>
                  <a:srgbClr val="0000B3"/>
                </a:solidFill>
                <a:latin typeface="DM Sans" pitchFamily="2" charset="77"/>
                <a:cs typeface="DM Sans"/>
              </a:rPr>
              <a:t>Carbon Fiber Reinforcement Plies Design Rule :-</a:t>
            </a:r>
          </a:p>
        </p:txBody>
      </p:sp>
      <p:sp>
        <p:nvSpPr>
          <p:cNvPr id="3" name="TextBox 2">
            <a:extLst>
              <a:ext uri="{FF2B5EF4-FFF2-40B4-BE49-F238E27FC236}">
                <a16:creationId xmlns:a16="http://schemas.microsoft.com/office/drawing/2014/main" id="{51551257-95F8-F988-C8ED-F5F6F732C2FC}"/>
              </a:ext>
            </a:extLst>
          </p:cNvPr>
          <p:cNvSpPr txBox="1"/>
          <p:nvPr/>
        </p:nvSpPr>
        <p:spPr>
          <a:xfrm>
            <a:off x="252461" y="1417641"/>
            <a:ext cx="11948513" cy="37939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ea typeface="+mn-lt"/>
                <a:cs typeface="+mn-lt"/>
              </a:rPr>
              <a:t>1. Abrupt thickness variations must be avoided on visible areas because of the risk of witnessing on the A surface</a:t>
            </a:r>
          </a:p>
          <a:p>
            <a:pPr>
              <a:lnSpc>
                <a:spcPct val="150000"/>
              </a:lnSpc>
            </a:pPr>
            <a:r>
              <a:rPr lang="en-US">
                <a:ea typeface="+mn-lt"/>
                <a:cs typeface="+mn-lt"/>
              </a:rPr>
              <a:t>of the component.</a:t>
            </a:r>
          </a:p>
          <a:p>
            <a:pPr>
              <a:lnSpc>
                <a:spcPct val="150000"/>
              </a:lnSpc>
            </a:pPr>
            <a:r>
              <a:rPr lang="en-US">
                <a:ea typeface="+mn-lt"/>
                <a:cs typeface="+mn-lt"/>
              </a:rPr>
              <a:t>2. Visible A-Surface (exposed carbon or painted) should not have any patches of reinforcement plies.</a:t>
            </a:r>
            <a:endParaRPr lang="en-US">
              <a:ea typeface="Calibri" panose="020F0502020204030204"/>
              <a:cs typeface="Calibri" panose="020F0502020204030204"/>
            </a:endParaRPr>
          </a:p>
          <a:p>
            <a:pPr>
              <a:lnSpc>
                <a:spcPct val="150000"/>
              </a:lnSpc>
            </a:pPr>
            <a:r>
              <a:rPr lang="en-US">
                <a:ea typeface="+mn-lt"/>
                <a:cs typeface="+mn-lt"/>
              </a:rPr>
              <a:t>3. Reinforcement plies are added to hinge and latch zones to accommodate the overall lower thickness of Bonnet inner.</a:t>
            </a:r>
            <a:endParaRPr lang="en-US">
              <a:ea typeface="Calibri" panose="020F0502020204030204"/>
              <a:cs typeface="Calibri" panose="020F0502020204030204"/>
            </a:endParaRPr>
          </a:p>
          <a:p>
            <a:pPr>
              <a:lnSpc>
                <a:spcPct val="150000"/>
              </a:lnSpc>
            </a:pPr>
            <a:r>
              <a:rPr lang="en-US">
                <a:ea typeface="+mn-lt"/>
                <a:cs typeface="+mn-lt"/>
              </a:rPr>
              <a:t>4. The boundary of reinforcement plies to be finalized after CAE analysis.</a:t>
            </a:r>
            <a:endParaRPr lang="en-US">
              <a:ea typeface="Calibri" panose="020F0502020204030204"/>
              <a:cs typeface="Calibri" panose="020F0502020204030204"/>
            </a:endParaRPr>
          </a:p>
          <a:p>
            <a:pPr>
              <a:lnSpc>
                <a:spcPct val="150000"/>
              </a:lnSpc>
            </a:pPr>
            <a:r>
              <a:rPr lang="en-US">
                <a:ea typeface="+mn-lt"/>
                <a:cs typeface="+mn-lt"/>
              </a:rPr>
              <a:t>5. Plies drop offs should be staggered by 5mm to 15mm ply, but it depends on geometry and the Manufacturing Process as shown in</a:t>
            </a:r>
            <a:endParaRPr lang="en-US">
              <a:ea typeface="Calibri"/>
              <a:cs typeface="Calibri"/>
            </a:endParaRPr>
          </a:p>
        </p:txBody>
      </p:sp>
      <p:pic>
        <p:nvPicPr>
          <p:cNvPr id="4" name="Picture 3" descr="A drawing of a person standing on a staircase&#10;&#10;Description automatically generated">
            <a:extLst>
              <a:ext uri="{FF2B5EF4-FFF2-40B4-BE49-F238E27FC236}">
                <a16:creationId xmlns:a16="http://schemas.microsoft.com/office/drawing/2014/main" id="{515706B3-F6A1-CA7B-FE90-0EF2497E5575}"/>
              </a:ext>
            </a:extLst>
          </p:cNvPr>
          <p:cNvPicPr>
            <a:picLocks noChangeAspect="1"/>
          </p:cNvPicPr>
          <p:nvPr/>
        </p:nvPicPr>
        <p:blipFill>
          <a:blip r:embed="rId2"/>
          <a:stretch>
            <a:fillRect/>
          </a:stretch>
        </p:blipFill>
        <p:spPr>
          <a:xfrm>
            <a:off x="3802353" y="4786315"/>
            <a:ext cx="4086225" cy="1632857"/>
          </a:xfrm>
          <a:prstGeom prst="rect">
            <a:avLst/>
          </a:prstGeom>
        </p:spPr>
      </p:pic>
      <p:pic>
        <p:nvPicPr>
          <p:cNvPr id="5" name="Picture 4" descr="A black and red line with a red cross&#10;&#10;Description automatically generated">
            <a:extLst>
              <a:ext uri="{FF2B5EF4-FFF2-40B4-BE49-F238E27FC236}">
                <a16:creationId xmlns:a16="http://schemas.microsoft.com/office/drawing/2014/main" id="{25D0F7CC-3B18-8CA9-4EA7-83DB1D7B3510}"/>
              </a:ext>
            </a:extLst>
          </p:cNvPr>
          <p:cNvPicPr>
            <a:picLocks noChangeAspect="1"/>
          </p:cNvPicPr>
          <p:nvPr/>
        </p:nvPicPr>
        <p:blipFill>
          <a:blip r:embed="rId3"/>
          <a:srcRect r="18962" b="833"/>
          <a:stretch/>
        </p:blipFill>
        <p:spPr>
          <a:xfrm>
            <a:off x="8122103" y="5191026"/>
            <a:ext cx="4066993" cy="1287305"/>
          </a:xfrm>
          <a:prstGeom prst="rect">
            <a:avLst/>
          </a:prstGeom>
        </p:spPr>
      </p:pic>
      <p:sp>
        <p:nvSpPr>
          <p:cNvPr id="6" name="TextBox 5">
            <a:extLst>
              <a:ext uri="{FF2B5EF4-FFF2-40B4-BE49-F238E27FC236}">
                <a16:creationId xmlns:a16="http://schemas.microsoft.com/office/drawing/2014/main" id="{26ADC295-366F-C01D-8BAA-CEB6251DC506}"/>
              </a:ext>
            </a:extLst>
          </p:cNvPr>
          <p:cNvSpPr txBox="1"/>
          <p:nvPr/>
        </p:nvSpPr>
        <p:spPr>
          <a:xfrm>
            <a:off x="258598" y="1180738"/>
            <a:ext cx="315883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Design Rule Visual 01 :-</a:t>
            </a:r>
            <a:endParaRPr lang="en-US" sz="2000" b="1">
              <a:ea typeface="Calibri"/>
              <a:cs typeface="Calibri"/>
            </a:endParaRPr>
          </a:p>
        </p:txBody>
      </p:sp>
    </p:spTree>
    <p:extLst>
      <p:ext uri="{BB962C8B-B14F-4D97-AF65-F5344CB8AC3E}">
        <p14:creationId xmlns:p14="http://schemas.microsoft.com/office/powerpoint/2010/main" val="11831115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E841D-38DE-A403-022A-D936CEBB2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27E7E6-10AC-20FA-7E54-EF12A48AFA0F}"/>
              </a:ext>
            </a:extLst>
          </p:cNvPr>
          <p:cNvSpPr>
            <a:spLocks noGrp="1"/>
          </p:cNvSpPr>
          <p:nvPr>
            <p:ph type="title"/>
          </p:nvPr>
        </p:nvSpPr>
        <p:spPr>
          <a:xfrm>
            <a:off x="233384" y="780079"/>
            <a:ext cx="10515600" cy="826530"/>
          </a:xfrm>
        </p:spPr>
        <p:txBody>
          <a:bodyPr>
            <a:normAutofit fontScale="90000"/>
          </a:bodyPr>
          <a:lstStyle/>
          <a:p>
            <a:pPr marL="128270">
              <a:lnSpc>
                <a:spcPct val="100000"/>
              </a:lnSpc>
              <a:spcBef>
                <a:spcPts val="15"/>
              </a:spcBef>
            </a:pPr>
            <a:r>
              <a:rPr lang="en-US" sz="2800">
                <a:solidFill>
                  <a:srgbClr val="0000B3"/>
                </a:solidFill>
                <a:latin typeface="DM Sans" pitchFamily="2" charset="77"/>
                <a:cs typeface="DM Sans"/>
              </a:rPr>
              <a:t>Corrosion Avoidance Measures for Fixings / Metal Reinforcements in CF Bonnets :-</a:t>
            </a:r>
          </a:p>
        </p:txBody>
      </p:sp>
      <p:sp>
        <p:nvSpPr>
          <p:cNvPr id="3" name="TextBox 2">
            <a:extLst>
              <a:ext uri="{FF2B5EF4-FFF2-40B4-BE49-F238E27FC236}">
                <a16:creationId xmlns:a16="http://schemas.microsoft.com/office/drawing/2014/main" id="{07DE357A-E6E4-B812-A31A-50CA7167CA1C}"/>
              </a:ext>
            </a:extLst>
          </p:cNvPr>
          <p:cNvSpPr txBox="1"/>
          <p:nvPr/>
        </p:nvSpPr>
        <p:spPr>
          <a:xfrm>
            <a:off x="588433" y="1898198"/>
            <a:ext cx="3262745"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Design Rule Visual 01 :-</a:t>
            </a:r>
            <a:endParaRPr lang="en-US" sz="2000" b="1">
              <a:ea typeface="Calibri"/>
              <a:cs typeface="Calibri"/>
            </a:endParaRPr>
          </a:p>
        </p:txBody>
      </p:sp>
      <p:sp>
        <p:nvSpPr>
          <p:cNvPr id="4" name="TextBox 3">
            <a:extLst>
              <a:ext uri="{FF2B5EF4-FFF2-40B4-BE49-F238E27FC236}">
                <a16:creationId xmlns:a16="http://schemas.microsoft.com/office/drawing/2014/main" id="{56BBC874-FFC1-1B8E-9560-64C2F317A101}"/>
              </a:ext>
            </a:extLst>
          </p:cNvPr>
          <p:cNvSpPr txBox="1"/>
          <p:nvPr/>
        </p:nvSpPr>
        <p:spPr>
          <a:xfrm>
            <a:off x="604762" y="2297190"/>
            <a:ext cx="11584666" cy="25423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ea typeface="+mn-lt"/>
                <a:cs typeface="+mn-lt"/>
              </a:rPr>
              <a:t>1. Metal reinforcement should be e-coated </a:t>
            </a:r>
          </a:p>
          <a:p>
            <a:pPr>
              <a:lnSpc>
                <a:spcPct val="150000"/>
              </a:lnSpc>
            </a:pPr>
            <a:r>
              <a:rPr lang="en-US">
                <a:ea typeface="+mn-lt"/>
                <a:cs typeface="+mn-lt"/>
              </a:rPr>
              <a:t>2. A layer of Fiber glass to be added between metal reinforcement and carbon Fiber. </a:t>
            </a:r>
          </a:p>
          <a:p>
            <a:pPr>
              <a:lnSpc>
                <a:spcPct val="150000"/>
              </a:lnSpc>
            </a:pPr>
            <a:r>
              <a:rPr lang="en-US">
                <a:ea typeface="+mn-lt"/>
                <a:cs typeface="+mn-lt"/>
              </a:rPr>
              <a:t>3. The size of Fiber glass layer will be dependent on size of reinforcement. </a:t>
            </a:r>
            <a:endParaRPr lang="en-US">
              <a:ea typeface="Calibri"/>
              <a:cs typeface="Calibri"/>
            </a:endParaRPr>
          </a:p>
          <a:p>
            <a:pPr>
              <a:lnSpc>
                <a:spcPct val="150000"/>
              </a:lnSpc>
            </a:pPr>
            <a:r>
              <a:rPr lang="en-US">
                <a:ea typeface="+mn-lt"/>
                <a:cs typeface="+mn-lt"/>
              </a:rPr>
              <a:t>4. No bond-gap is needed if Fiber glass layer is used. </a:t>
            </a:r>
            <a:endParaRPr lang="en-US"/>
          </a:p>
          <a:p>
            <a:pPr>
              <a:lnSpc>
                <a:spcPct val="150000"/>
              </a:lnSpc>
            </a:pPr>
            <a:r>
              <a:rPr lang="en-US">
                <a:ea typeface="+mn-lt"/>
                <a:cs typeface="+mn-lt"/>
              </a:rPr>
              <a:t>5. If no Fiber glass is added, bond gap of 0.5mm to 0.8mm is required.</a:t>
            </a:r>
            <a:endParaRPr lang="en-US"/>
          </a:p>
          <a:p>
            <a:pPr>
              <a:lnSpc>
                <a:spcPct val="150000"/>
              </a:lnSpc>
            </a:pPr>
            <a:r>
              <a:rPr lang="en-US">
                <a:ea typeface="+mn-lt"/>
                <a:cs typeface="+mn-lt"/>
              </a:rPr>
              <a:t>6. Glue to be added between carbon Fiber and metal reinforcement so there is no contact between them.</a:t>
            </a:r>
            <a:endParaRPr lang="en-US"/>
          </a:p>
        </p:txBody>
      </p:sp>
    </p:spTree>
    <p:extLst>
      <p:ext uri="{BB962C8B-B14F-4D97-AF65-F5344CB8AC3E}">
        <p14:creationId xmlns:p14="http://schemas.microsoft.com/office/powerpoint/2010/main" val="2099136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C973D-4AD3-D6A6-EA54-E7F6B1053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3A655-4888-A580-0B70-91EB0A6FE583}"/>
              </a:ext>
            </a:extLst>
          </p:cNvPr>
          <p:cNvSpPr>
            <a:spLocks noGrp="1"/>
          </p:cNvSpPr>
          <p:nvPr>
            <p:ph type="title"/>
          </p:nvPr>
        </p:nvSpPr>
        <p:spPr/>
        <p:txBody>
          <a:bodyPr>
            <a:normAutofit fontScale="90000"/>
          </a:bodyPr>
          <a:lstStyle/>
          <a:p>
            <a:pPr marL="128270">
              <a:lnSpc>
                <a:spcPct val="100000"/>
              </a:lnSpc>
              <a:spcBef>
                <a:spcPts val="15"/>
              </a:spcBef>
            </a:pPr>
            <a:endParaRPr lang="en-US" sz="2800">
              <a:solidFill>
                <a:srgbClr val="0000B3"/>
              </a:solidFill>
              <a:latin typeface="DM Sans" pitchFamily="2" charset="77"/>
              <a:cs typeface="DM Sans"/>
            </a:endParaRPr>
          </a:p>
        </p:txBody>
      </p:sp>
      <p:sp>
        <p:nvSpPr>
          <p:cNvPr id="3" name="TextBox 2">
            <a:extLst>
              <a:ext uri="{FF2B5EF4-FFF2-40B4-BE49-F238E27FC236}">
                <a16:creationId xmlns:a16="http://schemas.microsoft.com/office/drawing/2014/main" id="{C4FB59FD-1D3D-8744-6BDA-4B4913C6E1F0}"/>
              </a:ext>
            </a:extLst>
          </p:cNvPr>
          <p:cNvSpPr txBox="1"/>
          <p:nvPr/>
        </p:nvSpPr>
        <p:spPr>
          <a:xfrm>
            <a:off x="424543" y="1819124"/>
            <a:ext cx="1001485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Fiber Glass (In white) covers completely the metal reinforcement to avoid any contact with Carbon Fiber</a:t>
            </a:r>
            <a:endParaRPr lang="en-US">
              <a:ea typeface="Calibri"/>
              <a:cs typeface="Calibri"/>
            </a:endParaRPr>
          </a:p>
        </p:txBody>
      </p:sp>
      <p:pic>
        <p:nvPicPr>
          <p:cNvPr id="4" name="Picture 3" descr="A drawing of a car body&#10;&#10;Description automatically generated">
            <a:extLst>
              <a:ext uri="{FF2B5EF4-FFF2-40B4-BE49-F238E27FC236}">
                <a16:creationId xmlns:a16="http://schemas.microsoft.com/office/drawing/2014/main" id="{9F2D56D3-A23C-99E4-D274-6F1AA7605E5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rcRect l="8338" t="12256" r="7822" b="8078"/>
          <a:stretch/>
        </p:blipFill>
        <p:spPr>
          <a:xfrm>
            <a:off x="142222" y="2452007"/>
            <a:ext cx="4715573" cy="3400685"/>
          </a:xfrm>
          <a:prstGeom prst="rect">
            <a:avLst/>
          </a:prstGeom>
        </p:spPr>
      </p:pic>
      <p:sp>
        <p:nvSpPr>
          <p:cNvPr id="5" name="TextBox 4">
            <a:extLst>
              <a:ext uri="{FF2B5EF4-FFF2-40B4-BE49-F238E27FC236}">
                <a16:creationId xmlns:a16="http://schemas.microsoft.com/office/drawing/2014/main" id="{D5F19FF0-7442-CF70-5F7A-1112EA170334}"/>
              </a:ext>
            </a:extLst>
          </p:cNvPr>
          <p:cNvSpPr txBox="1"/>
          <p:nvPr/>
        </p:nvSpPr>
        <p:spPr>
          <a:xfrm>
            <a:off x="5431972" y="2449286"/>
            <a:ext cx="638991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Section A-A (No Gap between Fiber glass and Metal Reinforcement</a:t>
            </a:r>
          </a:p>
        </p:txBody>
      </p:sp>
      <p:pic>
        <p:nvPicPr>
          <p:cNvPr id="6" name="Picture 5" descr="A diagram of a wire connected to a cable&#10;&#10;Description automatically generated">
            <a:extLst>
              <a:ext uri="{FF2B5EF4-FFF2-40B4-BE49-F238E27FC236}">
                <a16:creationId xmlns:a16="http://schemas.microsoft.com/office/drawing/2014/main" id="{8002D663-586A-045B-ACCB-C13634F6BE63}"/>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5656489" y="2999695"/>
            <a:ext cx="5712278" cy="3003096"/>
          </a:xfrm>
          <a:prstGeom prst="rect">
            <a:avLst/>
          </a:prstGeom>
        </p:spPr>
      </p:pic>
    </p:spTree>
    <p:extLst>
      <p:ext uri="{BB962C8B-B14F-4D97-AF65-F5344CB8AC3E}">
        <p14:creationId xmlns:p14="http://schemas.microsoft.com/office/powerpoint/2010/main" val="3826454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3AB48-13A2-C606-4BAA-D74327DE52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42D63-9EE4-2CA7-6FB1-CA206F9E5836}"/>
              </a:ext>
            </a:extLst>
          </p:cNvPr>
          <p:cNvSpPr>
            <a:spLocks noGrp="1"/>
          </p:cNvSpPr>
          <p:nvPr>
            <p:ph type="title"/>
          </p:nvPr>
        </p:nvSpPr>
        <p:spPr>
          <a:xfrm>
            <a:off x="233384" y="780079"/>
            <a:ext cx="10515600" cy="775256"/>
          </a:xfrm>
        </p:spPr>
        <p:txBody>
          <a:bodyPr>
            <a:normAutofit fontScale="90000"/>
          </a:bodyPr>
          <a:lstStyle/>
          <a:p>
            <a:pPr marL="128270">
              <a:lnSpc>
                <a:spcPct val="100000"/>
              </a:lnSpc>
              <a:spcBef>
                <a:spcPts val="15"/>
              </a:spcBef>
            </a:pPr>
            <a:r>
              <a:rPr lang="en-US" sz="2800">
                <a:solidFill>
                  <a:srgbClr val="0000B3"/>
                </a:solidFill>
                <a:latin typeface="DM Sans" pitchFamily="2" charset="77"/>
                <a:cs typeface="DM Sans"/>
              </a:rPr>
              <a:t>Corrosion Avoidance Measures for Fixings / Metal Reinforcements in CF Bonnets :-</a:t>
            </a:r>
          </a:p>
        </p:txBody>
      </p:sp>
      <p:sp>
        <p:nvSpPr>
          <p:cNvPr id="3" name="TextBox 2">
            <a:extLst>
              <a:ext uri="{FF2B5EF4-FFF2-40B4-BE49-F238E27FC236}">
                <a16:creationId xmlns:a16="http://schemas.microsoft.com/office/drawing/2014/main" id="{914B34CE-C462-D3AC-EF61-21F03C8017EA}"/>
              </a:ext>
            </a:extLst>
          </p:cNvPr>
          <p:cNvSpPr txBox="1"/>
          <p:nvPr/>
        </p:nvSpPr>
        <p:spPr>
          <a:xfrm>
            <a:off x="255210" y="1853308"/>
            <a:ext cx="1001485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Glue to cover all the area in contact with Carbon Fiber.</a:t>
            </a:r>
            <a:endParaRPr lang="en-US" err="1"/>
          </a:p>
        </p:txBody>
      </p:sp>
      <p:pic>
        <p:nvPicPr>
          <p:cNvPr id="4" name="Picture 3" descr="A drawing of a device&#10;&#10;Description automatically generated">
            <a:extLst>
              <a:ext uri="{FF2B5EF4-FFF2-40B4-BE49-F238E27FC236}">
                <a16:creationId xmlns:a16="http://schemas.microsoft.com/office/drawing/2014/main" id="{613878A1-5791-2232-2E9C-303141F87EBD}"/>
              </a:ext>
            </a:extLst>
          </p:cNvPr>
          <p:cNvPicPr>
            <a:picLocks noChangeAspect="1"/>
          </p:cNvPicPr>
          <p:nvPr/>
        </p:nvPicPr>
        <p:blipFill>
          <a:blip r:embed="rId2"/>
          <a:stretch>
            <a:fillRect/>
          </a:stretch>
        </p:blipFill>
        <p:spPr>
          <a:xfrm>
            <a:off x="2306014" y="2323511"/>
            <a:ext cx="6240122" cy="4041927"/>
          </a:xfrm>
          <a:prstGeom prst="rect">
            <a:avLst/>
          </a:prstGeom>
        </p:spPr>
      </p:pic>
    </p:spTree>
    <p:extLst>
      <p:ext uri="{BB962C8B-B14F-4D97-AF65-F5344CB8AC3E}">
        <p14:creationId xmlns:p14="http://schemas.microsoft.com/office/powerpoint/2010/main" val="4214830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0C4C3-19BE-9B33-C69C-6B0B34E785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59569-6D2C-9900-0B11-238261F8D748}"/>
              </a:ext>
            </a:extLst>
          </p:cNvPr>
          <p:cNvSpPr>
            <a:spLocks noGrp="1"/>
          </p:cNvSpPr>
          <p:nvPr>
            <p:ph type="title"/>
          </p:nvPr>
        </p:nvSpPr>
        <p:spPr/>
        <p:txBody>
          <a:bodyPr>
            <a:normAutofit fontScale="90000"/>
          </a:bodyPr>
          <a:lstStyle/>
          <a:p>
            <a:pPr marL="128270">
              <a:lnSpc>
                <a:spcPct val="100000"/>
              </a:lnSpc>
              <a:spcBef>
                <a:spcPts val="15"/>
              </a:spcBef>
            </a:pPr>
            <a:r>
              <a:rPr lang="en-US" sz="2800">
                <a:solidFill>
                  <a:srgbClr val="0000B3"/>
                </a:solidFill>
                <a:latin typeface="DM Sans" pitchFamily="2" charset="77"/>
                <a:cs typeface="DM Sans"/>
              </a:rPr>
              <a:t>What are the advantages of CF bonnet :-</a:t>
            </a:r>
          </a:p>
        </p:txBody>
      </p:sp>
      <p:sp>
        <p:nvSpPr>
          <p:cNvPr id="3" name="TextBox 2">
            <a:extLst>
              <a:ext uri="{FF2B5EF4-FFF2-40B4-BE49-F238E27FC236}">
                <a16:creationId xmlns:a16="http://schemas.microsoft.com/office/drawing/2014/main" id="{54123780-4F8B-E038-0FF9-8066581FC6A9}"/>
              </a:ext>
            </a:extLst>
          </p:cNvPr>
          <p:cNvSpPr txBox="1"/>
          <p:nvPr/>
        </p:nvSpPr>
        <p:spPr>
          <a:xfrm>
            <a:off x="368279" y="1238397"/>
            <a:ext cx="11584666" cy="54014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100" b="1">
                <a:ea typeface="+mn-lt"/>
                <a:cs typeface="+mn-lt"/>
              </a:rPr>
              <a:t>Advantages of Carbon Fiber Bonnets:</a:t>
            </a:r>
          </a:p>
          <a:p>
            <a:pPr>
              <a:lnSpc>
                <a:spcPct val="150000"/>
              </a:lnSpc>
            </a:pPr>
            <a:r>
              <a:rPr lang="en-US" sz="1100" b="1">
                <a:ea typeface="+mn-lt"/>
                <a:cs typeface="+mn-lt"/>
              </a:rPr>
              <a:t>Reduced Weight:</a:t>
            </a:r>
          </a:p>
          <a:p>
            <a:pPr>
              <a:lnSpc>
                <a:spcPct val="150000"/>
              </a:lnSpc>
            </a:pPr>
            <a:r>
              <a:rPr lang="en-US" sz="1100">
                <a:ea typeface="+mn-lt"/>
                <a:cs typeface="+mn-lt"/>
              </a:rPr>
              <a:t>Carbon fiber is significantly lighter than both steel and aluminum, leading to better fuel efficiency, faster acceleration, and improved handling. </a:t>
            </a:r>
          </a:p>
          <a:p>
            <a:pPr>
              <a:lnSpc>
                <a:spcPct val="150000"/>
              </a:lnSpc>
            </a:pPr>
            <a:r>
              <a:rPr lang="en-US" sz="1100" b="1">
                <a:ea typeface="+mn-lt"/>
                <a:cs typeface="+mn-lt"/>
              </a:rPr>
              <a:t>Enhanced Strength:</a:t>
            </a:r>
          </a:p>
          <a:p>
            <a:pPr>
              <a:lnSpc>
                <a:spcPct val="150000"/>
              </a:lnSpc>
            </a:pPr>
            <a:r>
              <a:rPr lang="en-US" sz="1100">
                <a:ea typeface="+mn-lt"/>
                <a:cs typeface="+mn-lt"/>
              </a:rPr>
              <a:t>While lighter, carbon fiber boasts a high strength-to-weight ratio, meaning it can be as strong or stronger than metal while weighing considerably less. </a:t>
            </a:r>
          </a:p>
          <a:p>
            <a:pPr>
              <a:lnSpc>
                <a:spcPct val="150000"/>
              </a:lnSpc>
            </a:pPr>
            <a:r>
              <a:rPr lang="en-US" sz="1100" b="1">
                <a:ea typeface="+mn-lt"/>
                <a:cs typeface="+mn-lt"/>
              </a:rPr>
              <a:t>Corrosion Resistance:</a:t>
            </a:r>
          </a:p>
          <a:p>
            <a:pPr>
              <a:lnSpc>
                <a:spcPct val="150000"/>
              </a:lnSpc>
            </a:pPr>
            <a:r>
              <a:rPr lang="en-US" sz="1100">
                <a:ea typeface="+mn-lt"/>
                <a:cs typeface="+mn-lt"/>
              </a:rPr>
              <a:t>Unlike metal, carbon fiber doesn't rust or corrode, ensuring longevity and a better appearance over time. </a:t>
            </a:r>
          </a:p>
          <a:p>
            <a:pPr>
              <a:lnSpc>
                <a:spcPct val="150000"/>
              </a:lnSpc>
            </a:pPr>
            <a:r>
              <a:rPr lang="en-US" sz="1100" b="1">
                <a:ea typeface="+mn-lt"/>
                <a:cs typeface="+mn-lt"/>
              </a:rPr>
              <a:t>Dent Resistance:</a:t>
            </a:r>
          </a:p>
          <a:p>
            <a:pPr>
              <a:lnSpc>
                <a:spcPct val="150000"/>
              </a:lnSpc>
            </a:pPr>
            <a:r>
              <a:rPr lang="en-US" sz="1100">
                <a:ea typeface="+mn-lt"/>
                <a:cs typeface="+mn-lt"/>
              </a:rPr>
              <a:t>Carbon fiber is more resistant to dents and minor impacts compared to metal, maintaining the hood's appearance and integrity. </a:t>
            </a:r>
          </a:p>
          <a:p>
            <a:pPr>
              <a:lnSpc>
                <a:spcPct val="150000"/>
              </a:lnSpc>
            </a:pPr>
            <a:r>
              <a:rPr lang="en-US" sz="1100" b="1">
                <a:ea typeface="+mn-lt"/>
                <a:cs typeface="+mn-lt"/>
              </a:rPr>
              <a:t>Aerodynamic Benefits:</a:t>
            </a:r>
          </a:p>
          <a:p>
            <a:pPr>
              <a:lnSpc>
                <a:spcPct val="150000"/>
              </a:lnSpc>
            </a:pPr>
            <a:r>
              <a:rPr lang="en-US" sz="1100">
                <a:ea typeface="+mn-lt"/>
                <a:cs typeface="+mn-lt"/>
              </a:rPr>
              <a:t>Carbon fiber can be molded into complex shapes and designs, allowing for better airflow and reduced drag, improving overall vehicle aerodynamics. </a:t>
            </a:r>
          </a:p>
          <a:p>
            <a:pPr>
              <a:lnSpc>
                <a:spcPct val="150000"/>
              </a:lnSpc>
            </a:pPr>
            <a:r>
              <a:rPr lang="en-US" sz="1100" b="1">
                <a:ea typeface="+mn-lt"/>
                <a:cs typeface="+mn-lt"/>
              </a:rPr>
              <a:t>Aesthetic Appeal:</a:t>
            </a:r>
          </a:p>
          <a:p>
            <a:pPr>
              <a:lnSpc>
                <a:spcPct val="150000"/>
              </a:lnSpc>
            </a:pPr>
            <a:r>
              <a:rPr lang="en-US" sz="1100">
                <a:ea typeface="+mn-lt"/>
                <a:cs typeface="+mn-lt"/>
              </a:rPr>
              <a:t>The sleek, woven pattern of carbon fiber can be visually appealing, and the material can be customized with various finishes. </a:t>
            </a:r>
          </a:p>
          <a:p>
            <a:pPr>
              <a:lnSpc>
                <a:spcPct val="150000"/>
              </a:lnSpc>
            </a:pPr>
            <a:r>
              <a:rPr lang="en-US" sz="1100" b="1">
                <a:ea typeface="+mn-lt"/>
                <a:cs typeface="+mn-lt"/>
              </a:rPr>
              <a:t>Heat Management:</a:t>
            </a:r>
          </a:p>
          <a:p>
            <a:pPr>
              <a:lnSpc>
                <a:spcPct val="150000"/>
              </a:lnSpc>
            </a:pPr>
            <a:r>
              <a:rPr lang="en-US" sz="1100">
                <a:ea typeface="+mn-lt"/>
                <a:cs typeface="+mn-lt"/>
              </a:rPr>
              <a:t>Carbon fiber can help manage heat better, especially when designed with vents or scoops, contributing to optimal engine bay temperatures. </a:t>
            </a:r>
          </a:p>
          <a:p>
            <a:pPr>
              <a:lnSpc>
                <a:spcPct val="150000"/>
              </a:lnSpc>
            </a:pPr>
            <a:r>
              <a:rPr lang="en-US" sz="1100" b="1">
                <a:ea typeface="+mn-lt"/>
                <a:cs typeface="+mn-lt"/>
              </a:rPr>
              <a:t>Considerations:</a:t>
            </a:r>
          </a:p>
          <a:p>
            <a:pPr indent="-285750">
              <a:lnSpc>
                <a:spcPct val="150000"/>
              </a:lnSpc>
              <a:buFont typeface="Arial"/>
              <a:buChar char="•"/>
            </a:pPr>
            <a:r>
              <a:rPr lang="en-US" sz="1100">
                <a:ea typeface="+mn-lt"/>
                <a:cs typeface="+mn-lt"/>
              </a:rPr>
              <a:t>Cost: Carbon fiber is generally more expensive than steel and aluminum. </a:t>
            </a:r>
          </a:p>
          <a:p>
            <a:pPr indent="-285750">
              <a:lnSpc>
                <a:spcPct val="150000"/>
              </a:lnSpc>
              <a:buFont typeface="Arial"/>
              <a:buChar char="•"/>
            </a:pPr>
            <a:r>
              <a:rPr lang="en-US" sz="1100">
                <a:ea typeface="+mn-lt"/>
                <a:cs typeface="+mn-lt"/>
              </a:rPr>
              <a:t>Repair: Repairing carbon fiber can be more complex and costly than repairing metal. </a:t>
            </a:r>
          </a:p>
          <a:p>
            <a:pPr indent="-285750">
              <a:lnSpc>
                <a:spcPct val="150000"/>
              </a:lnSpc>
              <a:buFont typeface="Arial"/>
              <a:buChar char="•"/>
            </a:pPr>
            <a:r>
              <a:rPr lang="en-US" sz="1100">
                <a:ea typeface="+mn-lt"/>
                <a:cs typeface="+mn-lt"/>
              </a:rPr>
              <a:t>Fire Hazard: While strong, carbon fiber is combustible and may burn more readily than metal in certain situations. </a:t>
            </a:r>
          </a:p>
          <a:p>
            <a:pPr indent="-285750">
              <a:lnSpc>
                <a:spcPct val="150000"/>
              </a:lnSpc>
              <a:buFont typeface="Arial"/>
              <a:buChar char="•"/>
            </a:pPr>
            <a:r>
              <a:rPr lang="en-US" sz="1100">
                <a:ea typeface="+mn-lt"/>
                <a:cs typeface="+mn-lt"/>
              </a:rPr>
              <a:t>Recyclability: Recycling carbon fiber can be more challenging than recycling metal. </a:t>
            </a:r>
          </a:p>
          <a:p>
            <a:pPr>
              <a:lnSpc>
                <a:spcPct val="150000"/>
              </a:lnSpc>
            </a:pPr>
            <a:endParaRPr lang="en-US" sz="1100">
              <a:solidFill>
                <a:srgbClr val="000000"/>
              </a:solidFill>
            </a:endParaRPr>
          </a:p>
        </p:txBody>
      </p:sp>
    </p:spTree>
    <p:extLst>
      <p:ext uri="{BB962C8B-B14F-4D97-AF65-F5344CB8AC3E}">
        <p14:creationId xmlns:p14="http://schemas.microsoft.com/office/powerpoint/2010/main" val="3699184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44964336"/>
      </p:ext>
    </p:extLst>
  </p:cSld>
  <p:clrMapOvr>
    <a:masterClrMapping/>
  </p:clrMapOvr>
</p:sld>
</file>

<file path=ppt/theme/theme1.xml><?xml version="1.0" encoding="utf-8"?>
<a:theme xmlns:a="http://schemas.openxmlformats.org/drawingml/2006/main" name="Safety Paus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rocess flo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 TATA Automotive">
  <a:themeElements>
    <a:clrScheme name="Custom 22">
      <a:dk1>
        <a:srgbClr val="000000"/>
      </a:dk1>
      <a:lt1>
        <a:srgbClr val="FFFFFF"/>
      </a:lt1>
      <a:dk2>
        <a:srgbClr val="002B37"/>
      </a:dk2>
      <a:lt2>
        <a:srgbClr val="5FEC70"/>
      </a:lt2>
      <a:accent1>
        <a:srgbClr val="12C6B3"/>
      </a:accent1>
      <a:accent2>
        <a:srgbClr val="0000B3"/>
      </a:accent2>
      <a:accent3>
        <a:srgbClr val="41E3E6"/>
      </a:accent3>
      <a:accent4>
        <a:srgbClr val="370634"/>
      </a:accent4>
      <a:accent5>
        <a:srgbClr val="FF9C00"/>
      </a:accent5>
      <a:accent6>
        <a:srgbClr val="0F1F71"/>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ATA Aerospace">
  <a:themeElements>
    <a:clrScheme name="Custom 24">
      <a:dk1>
        <a:srgbClr val="000000"/>
      </a:dk1>
      <a:lt1>
        <a:srgbClr val="FFFFFF"/>
      </a:lt1>
      <a:dk2>
        <a:srgbClr val="370634"/>
      </a:dk2>
      <a:lt2>
        <a:srgbClr val="41E3E6"/>
      </a:lt2>
      <a:accent1>
        <a:srgbClr val="12C6B3"/>
      </a:accent1>
      <a:accent2>
        <a:srgbClr val="0000B3"/>
      </a:accent2>
      <a:accent3>
        <a:srgbClr val="5FEC70"/>
      </a:accent3>
      <a:accent4>
        <a:srgbClr val="002B37"/>
      </a:accent4>
      <a:accent5>
        <a:srgbClr val="FF9C00"/>
      </a:accent5>
      <a:accent6>
        <a:srgbClr val="0F1F71"/>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ATA Industrial heavy machinery">
  <a:themeElements>
    <a:clrScheme name="Custom 26">
      <a:dk1>
        <a:srgbClr val="000000"/>
      </a:dk1>
      <a:lt1>
        <a:srgbClr val="FFFFFF"/>
      </a:lt1>
      <a:dk2>
        <a:srgbClr val="0F1F71"/>
      </a:dk2>
      <a:lt2>
        <a:srgbClr val="FF9C00"/>
      </a:lt2>
      <a:accent1>
        <a:srgbClr val="12C6B3"/>
      </a:accent1>
      <a:accent2>
        <a:srgbClr val="0000B3"/>
      </a:accent2>
      <a:accent3>
        <a:srgbClr val="5FEC70"/>
      </a:accent3>
      <a:accent4>
        <a:srgbClr val="002B37"/>
      </a:accent4>
      <a:accent5>
        <a:srgbClr val="41E3E6"/>
      </a:accent5>
      <a:accent6>
        <a:srgbClr val="370634"/>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ATA Engineering R&amp;D">
  <a:themeElements>
    <a:clrScheme name="Custom 27">
      <a:dk1>
        <a:srgbClr val="000000"/>
      </a:dk1>
      <a:lt1>
        <a:srgbClr val="FFFFFF"/>
      </a:lt1>
      <a:dk2>
        <a:srgbClr val="001B5B"/>
      </a:dk2>
      <a:lt2>
        <a:srgbClr val="E7550F"/>
      </a:lt2>
      <a:accent1>
        <a:srgbClr val="12C6B3"/>
      </a:accent1>
      <a:accent2>
        <a:srgbClr val="0000B3"/>
      </a:accent2>
      <a:accent3>
        <a:srgbClr val="5FEC70"/>
      </a:accent3>
      <a:accent4>
        <a:srgbClr val="002B37"/>
      </a:accent4>
      <a:accent5>
        <a:srgbClr val="41E3E6"/>
      </a:accent5>
      <a:accent6>
        <a:srgbClr val="370634"/>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TATA Digital enterprise systems">
  <a:themeElements>
    <a:clrScheme name="Custom 28">
      <a:dk1>
        <a:srgbClr val="000000"/>
      </a:dk1>
      <a:lt1>
        <a:srgbClr val="FFFFFF"/>
      </a:lt1>
      <a:dk2>
        <a:srgbClr val="001B5B"/>
      </a:dk2>
      <a:lt2>
        <a:srgbClr val="618BFF"/>
      </a:lt2>
      <a:accent1>
        <a:srgbClr val="12C6B3"/>
      </a:accent1>
      <a:accent2>
        <a:srgbClr val="0000B3"/>
      </a:accent2>
      <a:accent3>
        <a:srgbClr val="5FEC70"/>
      </a:accent3>
      <a:accent4>
        <a:srgbClr val="002B37"/>
      </a:accent4>
      <a:accent5>
        <a:srgbClr val="41E3E6"/>
      </a:accent5>
      <a:accent6>
        <a:srgbClr val="370634"/>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TATA Education">
  <a:themeElements>
    <a:clrScheme name="Custom 29">
      <a:dk1>
        <a:srgbClr val="000000"/>
      </a:dk1>
      <a:lt1>
        <a:srgbClr val="FFFFFF"/>
      </a:lt1>
      <a:dk2>
        <a:srgbClr val="001B5B"/>
      </a:dk2>
      <a:lt2>
        <a:srgbClr val="FFEC00"/>
      </a:lt2>
      <a:accent1>
        <a:srgbClr val="12C6B3"/>
      </a:accent1>
      <a:accent2>
        <a:srgbClr val="0000B3"/>
      </a:accent2>
      <a:accent3>
        <a:srgbClr val="5FEC70"/>
      </a:accent3>
      <a:accent4>
        <a:srgbClr val="002B37"/>
      </a:accent4>
      <a:accent5>
        <a:srgbClr val="41E3E6"/>
      </a:accent5>
      <a:accent6>
        <a:srgbClr val="370634"/>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TATA Software Products">
  <a:themeElements>
    <a:clrScheme name="Custom 29">
      <a:dk1>
        <a:srgbClr val="000000"/>
      </a:dk1>
      <a:lt1>
        <a:srgbClr val="FFFFFF"/>
      </a:lt1>
      <a:dk2>
        <a:srgbClr val="001B5B"/>
      </a:dk2>
      <a:lt2>
        <a:srgbClr val="FFEC00"/>
      </a:lt2>
      <a:accent1>
        <a:srgbClr val="12C6B3"/>
      </a:accent1>
      <a:accent2>
        <a:srgbClr val="0000B3"/>
      </a:accent2>
      <a:accent3>
        <a:srgbClr val="5FEC70"/>
      </a:accent3>
      <a:accent4>
        <a:srgbClr val="002B37"/>
      </a:accent4>
      <a:accent5>
        <a:srgbClr val="41E3E6"/>
      </a:accent5>
      <a:accent6>
        <a:srgbClr val="370634"/>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TATA Careers">
  <a:themeElements>
    <a:clrScheme name="Custom 30">
      <a:dk1>
        <a:srgbClr val="000000"/>
      </a:dk1>
      <a:lt1>
        <a:srgbClr val="FFFFFF"/>
      </a:lt1>
      <a:dk2>
        <a:srgbClr val="340FA2"/>
      </a:dk2>
      <a:lt2>
        <a:srgbClr val="FF1F36"/>
      </a:lt2>
      <a:accent1>
        <a:srgbClr val="12C6B3"/>
      </a:accent1>
      <a:accent2>
        <a:srgbClr val="0000B3"/>
      </a:accent2>
      <a:accent3>
        <a:srgbClr val="5FEC70"/>
      </a:accent3>
      <a:accent4>
        <a:srgbClr val="002B37"/>
      </a:accent4>
      <a:accent5>
        <a:srgbClr val="41E3E6"/>
      </a:accent5>
      <a:accent6>
        <a:srgbClr val="370634"/>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TATA template">
    <a:dk1>
      <a:srgbClr val="000000"/>
    </a:dk1>
    <a:lt1>
      <a:srgbClr val="FFFFFF"/>
    </a:lt1>
    <a:dk2>
      <a:srgbClr val="0000B3"/>
    </a:dk2>
    <a:lt2>
      <a:srgbClr val="12C6B3"/>
    </a:lt2>
    <a:accent1>
      <a:srgbClr val="5FEC70"/>
    </a:accent1>
    <a:accent2>
      <a:srgbClr val="002B37"/>
    </a:accent2>
    <a:accent3>
      <a:srgbClr val="41E3E6"/>
    </a:accent3>
    <a:accent4>
      <a:srgbClr val="370634"/>
    </a:accent4>
    <a:accent5>
      <a:srgbClr val="FF9C00"/>
    </a:accent5>
    <a:accent6>
      <a:srgbClr val="0F1F71"/>
    </a:accent6>
    <a:hlink>
      <a:srgbClr val="FFFFFF"/>
    </a:hlink>
    <a:folHlink>
      <a:srgbClr val="12C6B3"/>
    </a:folHlink>
  </a:clrScheme>
</a:themeOverride>
</file>

<file path=ppt/theme/themeOverride2.xml><?xml version="1.0" encoding="utf-8"?>
<a:themeOverride xmlns:a="http://schemas.openxmlformats.org/drawingml/2006/main">
  <a:clrScheme name="TATA template">
    <a:dk1>
      <a:srgbClr val="000000"/>
    </a:dk1>
    <a:lt1>
      <a:srgbClr val="FFFFFF"/>
    </a:lt1>
    <a:dk2>
      <a:srgbClr val="0000B3"/>
    </a:dk2>
    <a:lt2>
      <a:srgbClr val="12C6B3"/>
    </a:lt2>
    <a:accent1>
      <a:srgbClr val="5FEC70"/>
    </a:accent1>
    <a:accent2>
      <a:srgbClr val="002B37"/>
    </a:accent2>
    <a:accent3>
      <a:srgbClr val="41E3E6"/>
    </a:accent3>
    <a:accent4>
      <a:srgbClr val="370634"/>
    </a:accent4>
    <a:accent5>
      <a:srgbClr val="FF9C00"/>
    </a:accent5>
    <a:accent6>
      <a:srgbClr val="0F1F71"/>
    </a:accent6>
    <a:hlink>
      <a:srgbClr val="FFFFFF"/>
    </a:hlink>
    <a:folHlink>
      <a:srgbClr val="12C6B3"/>
    </a:folHlink>
  </a:clrScheme>
</a:themeOverride>
</file>

<file path=ppt/theme/themeOverride3.xml><?xml version="1.0" encoding="utf-8"?>
<a:themeOverride xmlns:a="http://schemas.openxmlformats.org/drawingml/2006/main">
  <a:clrScheme name="Custom 29">
    <a:dk1>
      <a:srgbClr val="000000"/>
    </a:dk1>
    <a:lt1>
      <a:srgbClr val="FFFFFF"/>
    </a:lt1>
    <a:dk2>
      <a:srgbClr val="001B5B"/>
    </a:dk2>
    <a:lt2>
      <a:srgbClr val="FFEC00"/>
    </a:lt2>
    <a:accent1>
      <a:srgbClr val="12C6B3"/>
    </a:accent1>
    <a:accent2>
      <a:srgbClr val="0000B3"/>
    </a:accent2>
    <a:accent3>
      <a:srgbClr val="5FEC70"/>
    </a:accent3>
    <a:accent4>
      <a:srgbClr val="002B37"/>
    </a:accent4>
    <a:accent5>
      <a:srgbClr val="41E3E6"/>
    </a:accent5>
    <a:accent6>
      <a:srgbClr val="370634"/>
    </a:accent6>
    <a:hlink>
      <a:srgbClr val="FFFFFF"/>
    </a:hlink>
    <a:folHlink>
      <a:srgbClr val="12C6B3"/>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BDD8CF34A770347AE8EAE4A29C2847B" ma:contentTypeVersion="11" ma:contentTypeDescription="Create a new document." ma:contentTypeScope="" ma:versionID="33890d08b77cd0837e193fbe2a2fd285">
  <xsd:schema xmlns:xsd="http://www.w3.org/2001/XMLSchema" xmlns:xs="http://www.w3.org/2001/XMLSchema" xmlns:p="http://schemas.microsoft.com/office/2006/metadata/properties" xmlns:ns2="fcf13d84-3384-403b-99eb-3fb4a100b81c" xmlns:ns3="4220ea3a-ae5d-4c2d-a740-8066a1e3f119" targetNamespace="http://schemas.microsoft.com/office/2006/metadata/properties" ma:root="true" ma:fieldsID="6c4986187ecf65430ba276a9b4e4a877" ns2:_="" ns3:_="">
    <xsd:import namespace="fcf13d84-3384-403b-99eb-3fb4a100b81c"/>
    <xsd:import namespace="4220ea3a-ae5d-4c2d-a740-8066a1e3f11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f13d84-3384-403b-99eb-3fb4a100b8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11f8b2a-cd79-47dd-889c-3fa2f186233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220ea3a-ae5d-4c2d-a740-8066a1e3f11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3a84a62-0663-4be7-9ffd-62a4213cf290}" ma:internalName="TaxCatchAll" ma:showField="CatchAllData" ma:web="4220ea3a-ae5d-4c2d-a740-8066a1e3f11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4220ea3a-ae5d-4c2d-a740-8066a1e3f119" xsi:nil="true"/>
    <lcf76f155ced4ddcb4097134ff3c332f xmlns="fcf13d84-3384-403b-99eb-3fb4a100b81c">
      <Terms xmlns="http://schemas.microsoft.com/office/infopath/2007/PartnerControls"/>
    </lcf76f155ced4ddcb4097134ff3c332f>
  </documentManagement>
</p:properties>
</file>

<file path=customXml/item4.xml><?xml version="1.0" encoding="utf-8"?>
<titus xmlns="http://schemas.titus.com/TitusProperties/">
  <TitusGUID xmlns="">54c88b74-9632-4480-8cce-cd8502199bed</TitusGUID>
  <TitusMetadata xmlns="">eyJucyI6Imh0dHA6XC9cL3d3dy50aXR1cy5jb21cL25zXC9UVExUSVRVUyIsInByb3BzIjpbeyJuIjoiQ2xhc3NpZmljYXRpb24iLCJ2YWxzIjpbeyJ2YWx1ZSI6IkludGVybmFsIn1dfV19</TitusMetadata>
</titus>
</file>

<file path=customXml/itemProps1.xml><?xml version="1.0" encoding="utf-8"?>
<ds:datastoreItem xmlns:ds="http://schemas.openxmlformats.org/officeDocument/2006/customXml" ds:itemID="{4B226559-0416-445D-A089-00AF682052E7}">
  <ds:schemaRefs>
    <ds:schemaRef ds:uri="http://schemas.microsoft.com/sharepoint/v3/contenttype/forms"/>
  </ds:schemaRefs>
</ds:datastoreItem>
</file>

<file path=customXml/itemProps2.xml><?xml version="1.0" encoding="utf-8"?>
<ds:datastoreItem xmlns:ds="http://schemas.openxmlformats.org/officeDocument/2006/customXml" ds:itemID="{0C72C431-53E1-47A7-8DE9-84A8DBE713E1}"/>
</file>

<file path=customXml/itemProps3.xml><?xml version="1.0" encoding="utf-8"?>
<ds:datastoreItem xmlns:ds="http://schemas.openxmlformats.org/officeDocument/2006/customXml" ds:itemID="{F276904F-93CF-4C00-A1FE-A6E00858F4F9}">
  <ds:schemaRefs>
    <ds:schemaRef ds:uri="4220ea3a-ae5d-4c2d-a740-8066a1e3f119"/>
    <ds:schemaRef ds:uri="fcf13d84-3384-403b-99eb-3fb4a100b81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4.xml><?xml version="1.0" encoding="utf-8"?>
<ds:datastoreItem xmlns:ds="http://schemas.openxmlformats.org/officeDocument/2006/customXml" ds:itemID="{3FE94C73-ECBC-418F-AF97-2C2912CBA8E7}">
  <ds:schemaRefs>
    <ds:schemaRef ds:uri=""/>
    <ds:schemaRef ds:uri="http://schemas.titus.com/TitusPropertie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1</Notes>
  <HiddenSlides>0</HiddenSlides>
  <ScaleCrop>false</ScaleCrop>
  <HeadingPairs>
    <vt:vector size="4" baseType="variant">
      <vt:variant>
        <vt:lpstr>Theme</vt:lpstr>
      </vt:variant>
      <vt:variant>
        <vt:i4>11</vt:i4>
      </vt:variant>
      <vt:variant>
        <vt:lpstr>Slide Titles</vt:lpstr>
      </vt:variant>
      <vt:variant>
        <vt:i4>14</vt:i4>
      </vt:variant>
    </vt:vector>
  </HeadingPairs>
  <TitlesOfParts>
    <vt:vector size="25" baseType="lpstr">
      <vt:lpstr>Safety Pause</vt:lpstr>
      <vt:lpstr>Contents</vt:lpstr>
      <vt:lpstr>Process flow</vt:lpstr>
      <vt:lpstr> TATA Automotive</vt:lpstr>
      <vt:lpstr>TATA Aerospace</vt:lpstr>
      <vt:lpstr>TATA Industrial heavy machinery</vt:lpstr>
      <vt:lpstr>TATA Engineering R&amp;D</vt:lpstr>
      <vt:lpstr>TATA Digital enterprise systems</vt:lpstr>
      <vt:lpstr>TATA Education</vt:lpstr>
      <vt:lpstr>1_TATA Software Products</vt:lpstr>
      <vt:lpstr>TATA Careers</vt:lpstr>
      <vt:lpstr>The Basic Design Guidelines for Carbon Fiber Bonnet.</vt:lpstr>
      <vt:lpstr>PowerPoint Presentation</vt:lpstr>
      <vt:lpstr>What is Bonnet ?</vt:lpstr>
      <vt:lpstr>Bonnet Boundary condition based on manufacturing technology and package space :-</vt:lpstr>
      <vt:lpstr>Bonnet Boundary condition based on manufacturing technology and package space :-</vt:lpstr>
      <vt:lpstr>Bonnet Boundary condition based on manufacturing technology and package space :-</vt:lpstr>
      <vt:lpstr>Bonnet Boundary condition based on manufacturing technology and package space :-</vt:lpstr>
      <vt:lpstr>Bonding CF Bonnet inner to outer :-</vt:lpstr>
      <vt:lpstr>Carbon Fiber Reinforcement Plies Design Rule :-</vt:lpstr>
      <vt:lpstr>Corrosion Avoidance Measures for Fixings / Metal Reinforcements in CF Bonnets :-</vt:lpstr>
      <vt:lpstr>PowerPoint Presentation</vt:lpstr>
      <vt:lpstr>Corrosion Avoidance Measures for Fixings / Metal Reinforcements in CF Bonnets :-</vt:lpstr>
      <vt:lpstr>What are the advantages of CF bonnet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JIRINA KUBESOVA</dc:creator>
  <cp:revision>2</cp:revision>
  <dcterms:created xsi:type="dcterms:W3CDTF">2022-08-22T07:25:32Z</dcterms:created>
  <dcterms:modified xsi:type="dcterms:W3CDTF">2026-01-19T04:50:15Z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roup">
    <vt:lpwstr>CN=L1.2 &amp; above with TTL Asset_M365 E3,OU=Contract,OU=Mumbai,OU=APAC,OU=All Users,DC=tatatechnologies,DC=com;CN=BY63x_Interior_TM,OU=Security Groups,OU=APAC,OU=All Groups,DC=tatatechnologies,DC=com;CN=PSW_VW-AUDI,OU=Security Groups,OU=APAC,OU=All Groups,DC=tatatechnologies,DC=com;CN=TTL_Workplace_user_access,OU=Security Groups,OU=APAC,OU=All Groups,DC=tatatechnologies,DC=com;CN=AzureAD_CA_2FA_Prod,OU=Security Groups,OU=APAC,OU=All Groups,DC=tatatechnologies,DC=com;CN=AzureAD_SSPR_Prod,OU=Security Groups,OU=APAC,OU=All Groups,DC=tatatechnologies,DC=com;CN=GP_Exclusion_China,OU=APAC Groups,OU=APAC,OU=PERMANENT,DC=tatatechnologies,DC=com;CN=AzureAD_MAM_Production,OU=Security Groups,OU=APAC,OU=All Groups,DC=tatatechnologies,DC=com;CN=Permanent,OU=Security Groups,OU=NA,OU=All Groups,DC=tatatechnologies,DC=com;CN=VPN EU NETWORK ACCESS,OU=Security Groups,OU=APAC,OU=All Groups,DC=tatatechnologies,DC=com</vt:lpwstr>
  </property>
  <property fmtid="{D5CDD505-2E9C-101B-9397-08002B2CF9AE}" pid="3" name="OriginalClassifier">
    <vt:lpwstr>APP922741</vt:lpwstr>
  </property>
  <property fmtid="{D5CDD505-2E9C-101B-9397-08002B2CF9AE}" pid="4" name="Classification">
    <vt:lpwstr>Internal</vt:lpwstr>
  </property>
  <property fmtid="{D5CDD505-2E9C-101B-9397-08002B2CF9AE}" pid="5" name="Distribution">
    <vt:lpwstr>Internal</vt:lpwstr>
  </property>
  <property fmtid="{D5CDD505-2E9C-101B-9397-08002B2CF9AE}" pid="6" name="TitusGUID">
    <vt:lpwstr>54c88b74-9632-4480-8cce-cd8502199bed</vt:lpwstr>
  </property>
  <property fmtid="{D5CDD505-2E9C-101B-9397-08002B2CF9AE}" pid="7" name="ContentTypeId">
    <vt:lpwstr>0x0101003BDD8CF34A770347AE8EAE4A29C2847B</vt:lpwstr>
  </property>
  <property fmtid="{D5CDD505-2E9C-101B-9397-08002B2CF9AE}" pid="8" name="MSIP_Label_b35dd2f9-0228-4a41-bd84-e4d7747ff288_Enabled">
    <vt:lpwstr>True</vt:lpwstr>
  </property>
  <property fmtid="{D5CDD505-2E9C-101B-9397-08002B2CF9AE}" pid="9" name="MSIP_Label_b35dd2f9-0228-4a41-bd84-e4d7747ff288_SiteId">
    <vt:lpwstr>4c087f80-1e07-4f72-9e41-d7d9748d0f4c</vt:lpwstr>
  </property>
  <property fmtid="{D5CDD505-2E9C-101B-9397-08002B2CF9AE}" pid="10" name="MSIP_Label_b35dd2f9-0228-4a41-bd84-e4d7747ff288_SetDate">
    <vt:lpwstr>2025-06-19T02:09:14Z</vt:lpwstr>
  </property>
  <property fmtid="{D5CDD505-2E9C-101B-9397-08002B2CF9AE}" pid="11" name="MSIP_Label_b35dd2f9-0228-4a41-bd84-e4d7747ff288_Name">
    <vt:lpwstr>Secret</vt:lpwstr>
  </property>
  <property fmtid="{D5CDD505-2E9C-101B-9397-08002B2CF9AE}" pid="12" name="MSIP_Label_b35dd2f9-0228-4a41-bd84-e4d7747ff288_ActionId">
    <vt:lpwstr>4e6732a1-2262-474f-b6a7-1b412000f0ae</vt:lpwstr>
  </property>
  <property fmtid="{D5CDD505-2E9C-101B-9397-08002B2CF9AE}" pid="13" name="MSIP_Label_b35dd2f9-0228-4a41-bd84-e4d7747ff288_Removed">
    <vt:lpwstr>False</vt:lpwstr>
  </property>
  <property fmtid="{D5CDD505-2E9C-101B-9397-08002B2CF9AE}" pid="14" name="MSIP_Label_b35dd2f9-0228-4a41-bd84-e4d7747ff288_Extended_MSFT_Method">
    <vt:lpwstr>Standard</vt:lpwstr>
  </property>
  <property fmtid="{D5CDD505-2E9C-101B-9397-08002B2CF9AE}" pid="15" name="Sensitivity">
    <vt:lpwstr>Secret</vt:lpwstr>
  </property>
  <property fmtid="{D5CDD505-2E9C-101B-9397-08002B2CF9AE}" pid="16" name="MediaServiceImageTags">
    <vt:lpwstr/>
  </property>
</Properties>
</file>