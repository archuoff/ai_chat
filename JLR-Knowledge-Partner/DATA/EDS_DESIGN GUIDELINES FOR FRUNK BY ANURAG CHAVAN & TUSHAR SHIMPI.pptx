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7" r:id="rId5"/>
  </p:sldMasterIdLst>
  <p:notesMasterIdLst>
    <p:notesMasterId r:id="rId22"/>
  </p:notesMasterIdLst>
  <p:handoutMasterIdLst>
    <p:handoutMasterId r:id="rId23"/>
  </p:handoutMasterIdLst>
  <p:sldIdLst>
    <p:sldId id="342" r:id="rId6"/>
    <p:sldId id="343" r:id="rId7"/>
    <p:sldId id="345" r:id="rId8"/>
    <p:sldId id="369" r:id="rId9"/>
    <p:sldId id="347" r:id="rId10"/>
    <p:sldId id="353" r:id="rId11"/>
    <p:sldId id="371" r:id="rId12"/>
    <p:sldId id="365" r:id="rId13"/>
    <p:sldId id="372" r:id="rId14"/>
    <p:sldId id="370" r:id="rId15"/>
    <p:sldId id="360" r:id="rId16"/>
    <p:sldId id="356" r:id="rId17"/>
    <p:sldId id="359" r:id="rId18"/>
    <p:sldId id="354" r:id="rId19"/>
    <p:sldId id="367" r:id="rId20"/>
    <p:sldId id="285" r:id="rId21"/>
  </p:sldIdLst>
  <p:sldSz cx="12192000" cy="6858000"/>
  <p:notesSz cx="6858000" cy="9144000"/>
  <p:defaultTextStyle>
    <a:defPPr>
      <a:defRPr lang="en-US"/>
    </a:defPPr>
    <a:lvl1pPr marL="0" algn="l" defTabSz="914332" rtl="0" eaLnBrk="1" latinLnBrk="0" hangingPunct="1">
      <a:defRPr sz="1800" kern="1200">
        <a:solidFill>
          <a:schemeClr val="tx1"/>
        </a:solidFill>
        <a:latin typeface="+mn-lt"/>
        <a:ea typeface="+mn-ea"/>
        <a:cs typeface="+mn-cs"/>
      </a:defRPr>
    </a:lvl1pPr>
    <a:lvl2pPr marL="457167" algn="l" defTabSz="914332" rtl="0" eaLnBrk="1" latinLnBrk="0" hangingPunct="1">
      <a:defRPr sz="1800" kern="1200">
        <a:solidFill>
          <a:schemeClr val="tx1"/>
        </a:solidFill>
        <a:latin typeface="+mn-lt"/>
        <a:ea typeface="+mn-ea"/>
        <a:cs typeface="+mn-cs"/>
      </a:defRPr>
    </a:lvl2pPr>
    <a:lvl3pPr marL="914332" algn="l" defTabSz="914332" rtl="0" eaLnBrk="1" latinLnBrk="0" hangingPunct="1">
      <a:defRPr sz="1800" kern="1200">
        <a:solidFill>
          <a:schemeClr val="tx1"/>
        </a:solidFill>
        <a:latin typeface="+mn-lt"/>
        <a:ea typeface="+mn-ea"/>
        <a:cs typeface="+mn-cs"/>
      </a:defRPr>
    </a:lvl3pPr>
    <a:lvl4pPr marL="1371498" algn="l" defTabSz="914332" rtl="0" eaLnBrk="1" latinLnBrk="0" hangingPunct="1">
      <a:defRPr sz="1800" kern="1200">
        <a:solidFill>
          <a:schemeClr val="tx1"/>
        </a:solidFill>
        <a:latin typeface="+mn-lt"/>
        <a:ea typeface="+mn-ea"/>
        <a:cs typeface="+mn-cs"/>
      </a:defRPr>
    </a:lvl4pPr>
    <a:lvl5pPr marL="1828664" algn="l" defTabSz="914332" rtl="0" eaLnBrk="1" latinLnBrk="0" hangingPunct="1">
      <a:defRPr sz="1800" kern="1200">
        <a:solidFill>
          <a:schemeClr val="tx1"/>
        </a:solidFill>
        <a:latin typeface="+mn-lt"/>
        <a:ea typeface="+mn-ea"/>
        <a:cs typeface="+mn-cs"/>
      </a:defRPr>
    </a:lvl5pPr>
    <a:lvl6pPr marL="2285830" algn="l" defTabSz="914332" rtl="0" eaLnBrk="1" latinLnBrk="0" hangingPunct="1">
      <a:defRPr sz="1800" kern="1200">
        <a:solidFill>
          <a:schemeClr val="tx1"/>
        </a:solidFill>
        <a:latin typeface="+mn-lt"/>
        <a:ea typeface="+mn-ea"/>
        <a:cs typeface="+mn-cs"/>
      </a:defRPr>
    </a:lvl6pPr>
    <a:lvl7pPr marL="2742994" algn="l" defTabSz="914332" rtl="0" eaLnBrk="1" latinLnBrk="0" hangingPunct="1">
      <a:defRPr sz="1800" kern="1200">
        <a:solidFill>
          <a:schemeClr val="tx1"/>
        </a:solidFill>
        <a:latin typeface="+mn-lt"/>
        <a:ea typeface="+mn-ea"/>
        <a:cs typeface="+mn-cs"/>
      </a:defRPr>
    </a:lvl7pPr>
    <a:lvl8pPr marL="3200160" algn="l" defTabSz="914332" rtl="0" eaLnBrk="1" latinLnBrk="0" hangingPunct="1">
      <a:defRPr sz="1800" kern="1200">
        <a:solidFill>
          <a:schemeClr val="tx1"/>
        </a:solidFill>
        <a:latin typeface="+mn-lt"/>
        <a:ea typeface="+mn-ea"/>
        <a:cs typeface="+mn-cs"/>
      </a:defRPr>
    </a:lvl8pPr>
    <a:lvl9pPr marL="3657327" algn="l" defTabSz="914332"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orient="horz" pos="300" userDrawn="1">
          <p15:clr>
            <a:srgbClr val="A4A3A4"/>
          </p15:clr>
        </p15:guide>
        <p15:guide id="3" pos="192" userDrawn="1">
          <p15:clr>
            <a:srgbClr val="A4A3A4"/>
          </p15:clr>
        </p15:guide>
        <p15:guide id="4" pos="7469" userDrawn="1">
          <p15:clr>
            <a:srgbClr val="A4A3A4"/>
          </p15:clr>
        </p15:guide>
        <p15:guide id="5" orient="horz" pos="4320" userDrawn="1">
          <p15:clr>
            <a:srgbClr val="A4A3A4"/>
          </p15:clr>
        </p15:guide>
        <p15:guide id="6" orient="horz" pos="720" userDrawn="1">
          <p15:clr>
            <a:srgbClr val="A4A3A4"/>
          </p15:clr>
        </p15:guide>
        <p15:guide id="7" orient="horz" pos="504"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C00"/>
    <a:srgbClr val="0000B3"/>
    <a:srgbClr val="42E3E6"/>
    <a:srgbClr val="FF1F36"/>
    <a:srgbClr val="C74EFF"/>
    <a:srgbClr val="628BFF"/>
    <a:srgbClr val="E75400"/>
    <a:srgbClr val="5FEC70"/>
    <a:srgbClr val="350FA2"/>
    <a:srgbClr val="12C6B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73C1EB-5277-4B6D-8FBA-6480F8CA3CDB}" v="389" dt="2026-02-01T14:11:22.48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guide orient="horz" pos="300"/>
        <p:guide pos="192"/>
        <p:guide pos="7469"/>
        <p:guide orient="horz" pos="4320"/>
        <p:guide orient="horz" pos="720"/>
        <p:guide orient="horz" pos="504"/>
      </p:guideLst>
    </p:cSldViewPr>
  </p:slideViewPr>
  <p:notesTextViewPr>
    <p:cViewPr>
      <p:scale>
        <a:sx n="1" d="1"/>
        <a:sy n="1" d="1"/>
      </p:scale>
      <p:origin x="0" y="0"/>
    </p:cViewPr>
  </p:notesTextViewPr>
  <p:notesViewPr>
    <p:cSldViewPr snapToGrid="0">
      <p:cViewPr>
        <p:scale>
          <a:sx n="1" d="2"/>
          <a:sy n="1" d="2"/>
        </p:scale>
        <p:origin x="3480" y="43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presProps" Target="presProps.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handoutMaster" Target="handoutMasters/handoutMaster1.xml"/><Relationship Id="rId28" Type="http://schemas.microsoft.com/office/2016/11/relationships/changesInfo" Target="changesInfos/changesInfo1.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VAN, ANURAG" userId="a05dcec6-e80d-4140-8a49-60cff7f9e92c" providerId="ADAL" clId="{205CCE90-8F9B-4716-A62A-5A982CA369D3}"/>
    <pc:docChg chg="undo custSel addSld delSld modSld sldOrd modMainMaster">
      <pc:chgData name="CHAVAN, ANURAG" userId="a05dcec6-e80d-4140-8a49-60cff7f9e92c" providerId="ADAL" clId="{205CCE90-8F9B-4716-A62A-5A982CA369D3}" dt="2026-01-30T13:09:09.331" v="11793"/>
      <pc:docMkLst>
        <pc:docMk/>
      </pc:docMkLst>
      <pc:sldChg chg="add del ord">
        <pc:chgData name="CHAVAN, ANURAG" userId="a05dcec6-e80d-4140-8a49-60cff7f9e92c" providerId="ADAL" clId="{205CCE90-8F9B-4716-A62A-5A982CA369D3}" dt="2026-01-30T13:08:12.176" v="10817"/>
        <pc:sldMkLst>
          <pc:docMk/>
          <pc:sldMk cId="2796348608" sldId="354"/>
        </pc:sldMkLst>
      </pc:sldChg>
      <pc:sldChg chg="addSp modSp mod">
        <pc:chgData name="CHAVAN, ANURAG" userId="a05dcec6-e80d-4140-8a49-60cff7f9e92c" providerId="ADAL" clId="{205CCE90-8F9B-4716-A62A-5A982CA369D3}" dt="2026-01-30T13:07:25.478" v="9837" actId="14100"/>
        <pc:sldMkLst>
          <pc:docMk/>
          <pc:sldMk cId="901311532" sldId="356"/>
        </pc:sldMkLst>
        <pc:spChg chg="mod">
          <ac:chgData name="CHAVAN, ANURAG" userId="a05dcec6-e80d-4140-8a49-60cff7f9e92c" providerId="ADAL" clId="{205CCE90-8F9B-4716-A62A-5A982CA369D3}" dt="2026-01-30T13:03:00.627" v="4264" actId="14100"/>
          <ac:spMkLst>
            <pc:docMk/>
            <pc:sldMk cId="901311532" sldId="356"/>
            <ac:spMk id="2" creationId="{BFEF41AF-4706-E4E5-A9DF-4EF509C6D965}"/>
          </ac:spMkLst>
        </pc:spChg>
        <pc:spChg chg="mod">
          <ac:chgData name="CHAVAN, ANURAG" userId="a05dcec6-e80d-4140-8a49-60cff7f9e92c" providerId="ADAL" clId="{205CCE90-8F9B-4716-A62A-5A982CA369D3}" dt="2026-01-30T13:01:55.999" v="3936" actId="164"/>
          <ac:spMkLst>
            <pc:docMk/>
            <pc:sldMk cId="901311532" sldId="356"/>
            <ac:spMk id="7" creationId="{C9C36D7D-A7A0-3C06-DA36-5CC29C32E691}"/>
          </ac:spMkLst>
        </pc:spChg>
        <pc:spChg chg="mod">
          <ac:chgData name="CHAVAN, ANURAG" userId="a05dcec6-e80d-4140-8a49-60cff7f9e92c" providerId="ADAL" clId="{205CCE90-8F9B-4716-A62A-5A982CA369D3}" dt="2026-01-30T13:01:57.194" v="3937"/>
          <ac:spMkLst>
            <pc:docMk/>
            <pc:sldMk cId="901311532" sldId="356"/>
            <ac:spMk id="10" creationId="{FD73737B-A5BB-529F-5251-527033AAEE63}"/>
          </ac:spMkLst>
        </pc:spChg>
        <pc:spChg chg="mod">
          <ac:chgData name="CHAVAN, ANURAG" userId="a05dcec6-e80d-4140-8a49-60cff7f9e92c" providerId="ADAL" clId="{205CCE90-8F9B-4716-A62A-5A982CA369D3}" dt="2026-01-30T13:01:57.194" v="3937"/>
          <ac:spMkLst>
            <pc:docMk/>
            <pc:sldMk cId="901311532" sldId="356"/>
            <ac:spMk id="11" creationId="{BC064ABD-4295-6B2F-645D-6643C0B19FF3}"/>
          </ac:spMkLst>
        </pc:spChg>
        <pc:spChg chg="mod">
          <ac:chgData name="CHAVAN, ANURAG" userId="a05dcec6-e80d-4140-8a49-60cff7f9e92c" providerId="ADAL" clId="{205CCE90-8F9B-4716-A62A-5A982CA369D3}" dt="2026-01-30T13:01:57.194" v="3937"/>
          <ac:spMkLst>
            <pc:docMk/>
            <pc:sldMk cId="901311532" sldId="356"/>
            <ac:spMk id="13" creationId="{976A693D-3183-1917-7026-E4DCF3441B37}"/>
          </ac:spMkLst>
        </pc:spChg>
        <pc:spChg chg="mod">
          <ac:chgData name="CHAVAN, ANURAG" userId="a05dcec6-e80d-4140-8a49-60cff7f9e92c" providerId="ADAL" clId="{205CCE90-8F9B-4716-A62A-5A982CA369D3}" dt="2026-01-30T13:01:55.999" v="3936" actId="164"/>
          <ac:spMkLst>
            <pc:docMk/>
            <pc:sldMk cId="901311532" sldId="356"/>
            <ac:spMk id="21" creationId="{2BD82FA0-8C7F-4D19-8E73-03CE47B3A6AC}"/>
          </ac:spMkLst>
        </pc:spChg>
        <pc:spChg chg="mod">
          <ac:chgData name="CHAVAN, ANURAG" userId="a05dcec6-e80d-4140-8a49-60cff7f9e92c" providerId="ADAL" clId="{205CCE90-8F9B-4716-A62A-5A982CA369D3}" dt="2026-01-30T13:07:14.551" v="9509" actId="1076"/>
          <ac:spMkLst>
            <pc:docMk/>
            <pc:sldMk cId="901311532" sldId="356"/>
            <ac:spMk id="38" creationId="{DA688EC0-EE80-1B3A-21A1-26681715C482}"/>
          </ac:spMkLst>
        </pc:spChg>
        <pc:spChg chg="mod">
          <ac:chgData name="CHAVAN, ANURAG" userId="a05dcec6-e80d-4140-8a49-60cff7f9e92c" providerId="ADAL" clId="{205CCE90-8F9B-4716-A62A-5A982CA369D3}" dt="2026-01-30T13:05:23.541" v="6877" actId="1076"/>
          <ac:spMkLst>
            <pc:docMk/>
            <pc:sldMk cId="901311532" sldId="356"/>
            <ac:spMk id="47" creationId="{2BF9D800-33F7-AD18-B2CC-1AAE1F3ED78D}"/>
          </ac:spMkLst>
        </pc:spChg>
        <pc:spChg chg="mod">
          <ac:chgData name="CHAVAN, ANURAG" userId="a05dcec6-e80d-4140-8a49-60cff7f9e92c" providerId="ADAL" clId="{205CCE90-8F9B-4716-A62A-5A982CA369D3}" dt="2026-01-30T13:07:00.540" v="9182" actId="1037"/>
          <ac:spMkLst>
            <pc:docMk/>
            <pc:sldMk cId="901311532" sldId="356"/>
            <ac:spMk id="58" creationId="{335C7EF7-5D28-E15E-CB15-D888048F49ED}"/>
          </ac:spMkLst>
        </pc:spChg>
        <pc:spChg chg="mod">
          <ac:chgData name="CHAVAN, ANURAG" userId="a05dcec6-e80d-4140-8a49-60cff7f9e92c" providerId="ADAL" clId="{205CCE90-8F9B-4716-A62A-5A982CA369D3}" dt="2026-01-30T13:04:39.011" v="5571"/>
          <ac:spMkLst>
            <pc:docMk/>
            <pc:sldMk cId="901311532" sldId="356"/>
            <ac:spMk id="61" creationId="{00000000-0008-0000-0500-000030000000}"/>
          </ac:spMkLst>
        </pc:spChg>
        <pc:grpChg chg="add mod">
          <ac:chgData name="CHAVAN, ANURAG" userId="a05dcec6-e80d-4140-8a49-60cff7f9e92c" providerId="ADAL" clId="{205CCE90-8F9B-4716-A62A-5A982CA369D3}" dt="2026-01-30T13:05:58.414" v="7528" actId="14100"/>
          <ac:grpSpMkLst>
            <pc:docMk/>
            <pc:sldMk cId="901311532" sldId="356"/>
            <ac:grpSpMk id="4" creationId="{348A5721-93E8-56B2-BA39-37DB9CBFE8E1}"/>
          </ac:grpSpMkLst>
        </pc:grpChg>
        <pc:grpChg chg="add mod">
          <ac:chgData name="CHAVAN, ANURAG" userId="a05dcec6-e80d-4140-8a49-60cff7f9e92c" providerId="ADAL" clId="{205CCE90-8F9B-4716-A62A-5A982CA369D3}" dt="2026-01-30T13:02:00.118" v="3938" actId="1076"/>
          <ac:grpSpMkLst>
            <pc:docMk/>
            <pc:sldMk cId="901311532" sldId="356"/>
            <ac:grpSpMk id="8" creationId="{940862E1-9D06-A1F8-446F-346881C4BEB3}"/>
          </ac:grpSpMkLst>
        </pc:grpChg>
        <pc:grpChg chg="add mod">
          <ac:chgData name="CHAVAN, ANURAG" userId="a05dcec6-e80d-4140-8a49-60cff7f9e92c" providerId="ADAL" clId="{205CCE90-8F9B-4716-A62A-5A982CA369D3}" dt="2026-01-30T13:06:43.272" v="8513" actId="1035"/>
          <ac:grpSpMkLst>
            <pc:docMk/>
            <pc:sldMk cId="901311532" sldId="356"/>
            <ac:grpSpMk id="14" creationId="{D3324577-D67E-FD99-E6A9-5DB3C98DF169}"/>
          </ac:grpSpMkLst>
        </pc:grpChg>
        <pc:grpChg chg="add mod">
          <ac:chgData name="CHAVAN, ANURAG" userId="a05dcec6-e80d-4140-8a49-60cff7f9e92c" providerId="ADAL" clId="{205CCE90-8F9B-4716-A62A-5A982CA369D3}" dt="2026-01-30T13:06:53.326" v="8838" actId="1076"/>
          <ac:grpSpMkLst>
            <pc:docMk/>
            <pc:sldMk cId="901311532" sldId="356"/>
            <ac:grpSpMk id="24" creationId="{7168B9AF-537B-3720-75EB-D0C6B7508D51}"/>
          </ac:grpSpMkLst>
        </pc:grpChg>
        <pc:picChg chg="mod">
          <ac:chgData name="CHAVAN, ANURAG" userId="a05dcec6-e80d-4140-8a49-60cff7f9e92c" providerId="ADAL" clId="{205CCE90-8F9B-4716-A62A-5A982CA369D3}" dt="2026-01-30T13:01:55.999" v="3936" actId="164"/>
          <ac:picMkLst>
            <pc:docMk/>
            <pc:sldMk cId="901311532" sldId="356"/>
            <ac:picMk id="6" creationId="{16D2CAAA-488D-F313-017F-E02167001CFC}"/>
          </ac:picMkLst>
        </pc:picChg>
        <pc:picChg chg="mod">
          <ac:chgData name="CHAVAN, ANURAG" userId="a05dcec6-e80d-4140-8a49-60cff7f9e92c" providerId="ADAL" clId="{205CCE90-8F9B-4716-A62A-5A982CA369D3}" dt="2026-01-30T13:01:57.194" v="3937"/>
          <ac:picMkLst>
            <pc:docMk/>
            <pc:sldMk cId="901311532" sldId="356"/>
            <ac:picMk id="9" creationId="{3E99908A-EEFB-E4B0-9C95-F6A141C6A89C}"/>
          </ac:picMkLst>
        </pc:picChg>
        <pc:picChg chg="mod">
          <ac:chgData name="CHAVAN, ANURAG" userId="a05dcec6-e80d-4140-8a49-60cff7f9e92c" providerId="ADAL" clId="{205CCE90-8F9B-4716-A62A-5A982CA369D3}" dt="2026-01-30T13:01:57.194" v="3937"/>
          <ac:picMkLst>
            <pc:docMk/>
            <pc:sldMk cId="901311532" sldId="356"/>
            <ac:picMk id="12" creationId="{8AFB2EB2-6E51-CA3C-181B-703F400D90C0}"/>
          </ac:picMkLst>
        </pc:picChg>
        <pc:picChg chg="mod">
          <ac:chgData name="CHAVAN, ANURAG" userId="a05dcec6-e80d-4140-8a49-60cff7f9e92c" providerId="ADAL" clId="{205CCE90-8F9B-4716-A62A-5A982CA369D3}" dt="2026-01-30T13:04:39.011" v="5571"/>
          <ac:picMkLst>
            <pc:docMk/>
            <pc:sldMk cId="901311532" sldId="356"/>
            <ac:picMk id="67" creationId="{D9EE34F7-4308-E2CE-7FC9-CA2BC7D3AC79}"/>
          </ac:picMkLst>
        </pc:picChg>
        <pc:picChg chg="mod">
          <ac:chgData name="CHAVAN, ANURAG" userId="a05dcec6-e80d-4140-8a49-60cff7f9e92c" providerId="ADAL" clId="{205CCE90-8F9B-4716-A62A-5A982CA369D3}" dt="2026-01-30T13:03:59.455" v="4589" actId="164"/>
          <ac:picMkLst>
            <pc:docMk/>
            <pc:sldMk cId="901311532" sldId="356"/>
            <ac:picMk id="79" creationId="{01AD1925-E638-1CF5-3B51-DC796B6B205D}"/>
          </ac:picMkLst>
        </pc:picChg>
        <pc:picChg chg="mod modCrop">
          <ac:chgData name="CHAVAN, ANURAG" userId="a05dcec6-e80d-4140-8a49-60cff7f9e92c" providerId="ADAL" clId="{205CCE90-8F9B-4716-A62A-5A982CA369D3}" dt="2026-01-30T13:06:25.271" v="8181" actId="732"/>
          <ac:picMkLst>
            <pc:docMk/>
            <pc:sldMk cId="901311532" sldId="356"/>
            <ac:picMk id="81" creationId="{2313F2CF-4C1F-A7F6-7492-1521C1087A05}"/>
          </ac:picMkLst>
        </pc:picChg>
        <pc:cxnChg chg="mod">
          <ac:chgData name="CHAVAN, ANURAG" userId="a05dcec6-e80d-4140-8a49-60cff7f9e92c" providerId="ADAL" clId="{205CCE90-8F9B-4716-A62A-5A982CA369D3}" dt="2026-01-30T13:07:17.832" v="9834" actId="14100"/>
          <ac:cxnSpMkLst>
            <pc:docMk/>
            <pc:sldMk cId="901311532" sldId="356"/>
            <ac:cxnSpMk id="16" creationId="{00000000-0008-0000-0500-000038000000}"/>
          </ac:cxnSpMkLst>
        </pc:cxnChg>
        <pc:cxnChg chg="mod">
          <ac:chgData name="CHAVAN, ANURAG" userId="a05dcec6-e80d-4140-8a49-60cff7f9e92c" providerId="ADAL" clId="{205CCE90-8F9B-4716-A62A-5A982CA369D3}" dt="2026-01-30T13:07:20.518" v="9835" actId="14100"/>
          <ac:cxnSpMkLst>
            <pc:docMk/>
            <pc:sldMk cId="901311532" sldId="356"/>
            <ac:cxnSpMk id="17" creationId="{00000000-0008-0000-0500-000039000000}"/>
          </ac:cxnSpMkLst>
        </pc:cxnChg>
        <pc:cxnChg chg="mod">
          <ac:chgData name="CHAVAN, ANURAG" userId="a05dcec6-e80d-4140-8a49-60cff7f9e92c" providerId="ADAL" clId="{205CCE90-8F9B-4716-A62A-5A982CA369D3}" dt="2026-01-30T13:07:22.935" v="9836" actId="14100"/>
          <ac:cxnSpMkLst>
            <pc:docMk/>
            <pc:sldMk cId="901311532" sldId="356"/>
            <ac:cxnSpMk id="18" creationId="{00000000-0008-0000-0500-00003C000000}"/>
          </ac:cxnSpMkLst>
        </pc:cxnChg>
        <pc:cxnChg chg="mod">
          <ac:chgData name="CHAVAN, ANURAG" userId="a05dcec6-e80d-4140-8a49-60cff7f9e92c" providerId="ADAL" clId="{205CCE90-8F9B-4716-A62A-5A982CA369D3}" dt="2026-01-30T13:07:25.478" v="9837" actId="14100"/>
          <ac:cxnSpMkLst>
            <pc:docMk/>
            <pc:sldMk cId="901311532" sldId="356"/>
            <ac:cxnSpMk id="19" creationId="{00000000-0008-0000-0500-00003F000000}"/>
          </ac:cxnSpMkLst>
        </pc:cxnChg>
        <pc:cxnChg chg="mod">
          <ac:chgData name="CHAVAN, ANURAG" userId="a05dcec6-e80d-4140-8a49-60cff7f9e92c" providerId="ADAL" clId="{205CCE90-8F9B-4716-A62A-5A982CA369D3}" dt="2026-01-30T13:05:23.541" v="6877" actId="1076"/>
          <ac:cxnSpMkLst>
            <pc:docMk/>
            <pc:sldMk cId="901311532" sldId="356"/>
            <ac:cxnSpMk id="40" creationId="{06446A40-AC3B-2ABE-6243-51E8AFEB06FE}"/>
          </ac:cxnSpMkLst>
        </pc:cxnChg>
        <pc:cxnChg chg="mod">
          <ac:chgData name="CHAVAN, ANURAG" userId="a05dcec6-e80d-4140-8a49-60cff7f9e92c" providerId="ADAL" clId="{205CCE90-8F9B-4716-A62A-5A982CA369D3}" dt="2026-01-30T13:05:23.541" v="6877" actId="1076"/>
          <ac:cxnSpMkLst>
            <pc:docMk/>
            <pc:sldMk cId="901311532" sldId="356"/>
            <ac:cxnSpMk id="42" creationId="{18A84C92-6E1F-4C4F-8765-FEAADCF5EA31}"/>
          </ac:cxnSpMkLst>
        </pc:cxnChg>
        <pc:cxnChg chg="mod">
          <ac:chgData name="CHAVAN, ANURAG" userId="a05dcec6-e80d-4140-8a49-60cff7f9e92c" providerId="ADAL" clId="{205CCE90-8F9B-4716-A62A-5A982CA369D3}" dt="2026-01-30T13:07:05.985" v="9508" actId="14100"/>
          <ac:cxnSpMkLst>
            <pc:docMk/>
            <pc:sldMk cId="901311532" sldId="356"/>
            <ac:cxnSpMk id="51" creationId="{C60E6DF8-685F-F271-A37E-AFB5E60479A5}"/>
          </ac:cxnSpMkLst>
        </pc:cxnChg>
        <pc:cxnChg chg="mod">
          <ac:chgData name="CHAVAN, ANURAG" userId="a05dcec6-e80d-4140-8a49-60cff7f9e92c" providerId="ADAL" clId="{205CCE90-8F9B-4716-A62A-5A982CA369D3}" dt="2026-01-30T13:07:03.942" v="9183" actId="14100"/>
          <ac:cxnSpMkLst>
            <pc:docMk/>
            <pc:sldMk cId="901311532" sldId="356"/>
            <ac:cxnSpMk id="52" creationId="{192B3BFE-0B3E-8EE8-FB00-D7162CB688E4}"/>
          </ac:cxnSpMkLst>
        </pc:cxnChg>
      </pc:sldChg>
      <pc:sldChg chg="addSp delSp modSp">
        <pc:chgData name="CHAVAN, ANURAG" userId="a05dcec6-e80d-4140-8a49-60cff7f9e92c" providerId="ADAL" clId="{205CCE90-8F9B-4716-A62A-5A982CA369D3}" dt="2026-01-30T12:56:16.989" v="3285" actId="164"/>
        <pc:sldMkLst>
          <pc:docMk/>
          <pc:sldMk cId="54855393" sldId="359"/>
        </pc:sldMkLst>
        <pc:grpChg chg="add mod">
          <ac:chgData name="CHAVAN, ANURAG" userId="a05dcec6-e80d-4140-8a49-60cff7f9e92c" providerId="ADAL" clId="{205CCE90-8F9B-4716-A62A-5A982CA369D3}" dt="2026-01-30T12:56:16.989" v="3285" actId="164"/>
          <ac:grpSpMkLst>
            <pc:docMk/>
            <pc:sldMk cId="54855393" sldId="359"/>
            <ac:grpSpMk id="4" creationId="{9CA123D3-FB3B-44CA-9E21-050C440CEC3F}"/>
          </ac:grpSpMkLst>
        </pc:grpChg>
        <pc:picChg chg="mod">
          <ac:chgData name="CHAVAN, ANURAG" userId="a05dcec6-e80d-4140-8a49-60cff7f9e92c" providerId="ADAL" clId="{205CCE90-8F9B-4716-A62A-5A982CA369D3}" dt="2026-01-30T12:56:16.989" v="3285" actId="164"/>
          <ac:picMkLst>
            <pc:docMk/>
            <pc:sldMk cId="54855393" sldId="359"/>
            <ac:picMk id="37" creationId="{72DBC5A2-53AC-A851-AE9B-5C9C594A0204}"/>
          </ac:picMkLst>
        </pc:picChg>
        <pc:picChg chg="add mod">
          <ac:chgData name="CHAVAN, ANURAG" userId="a05dcec6-e80d-4140-8a49-60cff7f9e92c" providerId="ADAL" clId="{205CCE90-8F9B-4716-A62A-5A982CA369D3}" dt="2026-01-30T12:56:16.989" v="3285" actId="164"/>
          <ac:picMkLst>
            <pc:docMk/>
            <pc:sldMk cId="54855393" sldId="359"/>
            <ac:picMk id="1028" creationId="{393C7E69-877E-F468-8EFA-C25E8A7B5C68}"/>
          </ac:picMkLst>
        </pc:picChg>
      </pc:sldChg>
      <pc:sldChg chg="modSp mod">
        <pc:chgData name="CHAVAN, ANURAG" userId="a05dcec6-e80d-4140-8a49-60cff7f9e92c" providerId="ADAL" clId="{205CCE90-8F9B-4716-A62A-5A982CA369D3}" dt="2026-01-30T13:09:05.814" v="11469" actId="1076"/>
        <pc:sldMkLst>
          <pc:docMk/>
          <pc:sldMk cId="748721756" sldId="360"/>
        </pc:sldMkLst>
        <pc:spChg chg="mod">
          <ac:chgData name="CHAVAN, ANURAG" userId="a05dcec6-e80d-4140-8a49-60cff7f9e92c" providerId="ADAL" clId="{205CCE90-8F9B-4716-A62A-5A982CA369D3}" dt="2026-01-30T13:09:05.814" v="11469" actId="1076"/>
          <ac:spMkLst>
            <pc:docMk/>
            <pc:sldMk cId="748721756" sldId="360"/>
            <ac:spMk id="54" creationId="{00000000-0000-0000-0000-000000000000}"/>
          </ac:spMkLst>
        </pc:spChg>
      </pc:sldChg>
      <pc:sldChg chg="addSp delSp modSp mod">
        <pc:chgData name="CHAVAN, ANURAG" userId="a05dcec6-e80d-4140-8a49-60cff7f9e92c" providerId="ADAL" clId="{205CCE90-8F9B-4716-A62A-5A982CA369D3}" dt="2026-01-30T12:45:19.453" v="335" actId="20577"/>
        <pc:sldMkLst>
          <pc:docMk/>
          <pc:sldMk cId="941997688" sldId="372"/>
        </pc:sldMkLst>
        <pc:spChg chg="add mod">
          <ac:chgData name="CHAVAN, ANURAG" userId="a05dcec6-e80d-4140-8a49-60cff7f9e92c" providerId="ADAL" clId="{205CCE90-8F9B-4716-A62A-5A982CA369D3}" dt="2026-01-30T12:44:47.113" v="1"/>
          <ac:spMkLst>
            <pc:docMk/>
            <pc:sldMk cId="941997688" sldId="372"/>
            <ac:spMk id="2" creationId="{AA7E5D3B-5CCB-FF1B-9AD6-0CCFE9875484}"/>
          </ac:spMkLst>
        </pc:spChg>
        <pc:spChg chg="mod">
          <ac:chgData name="CHAVAN, ANURAG" userId="a05dcec6-e80d-4140-8a49-60cff7f9e92c" providerId="ADAL" clId="{205CCE90-8F9B-4716-A62A-5A982CA369D3}" dt="2026-01-30T12:45:19.453" v="335" actId="20577"/>
          <ac:spMkLst>
            <pc:docMk/>
            <pc:sldMk cId="941997688" sldId="372"/>
            <ac:spMk id="19" creationId="{53A1C996-F3BE-4EC9-3721-2A99CD1CA3E0}"/>
          </ac:spMkLst>
        </pc:spChg>
      </pc:sldChg>
      <pc:sldMasterChg chg="modSldLayout">
        <pc:chgData name="CHAVAN, ANURAG" userId="a05dcec6-e80d-4140-8a49-60cff7f9e92c" providerId="ADAL" clId="{205CCE90-8F9B-4716-A62A-5A982CA369D3}" dt="2026-01-30T13:09:09.331" v="11793"/>
        <pc:sldMasterMkLst>
          <pc:docMk/>
          <pc:sldMasterMk cId="971763309" sldId="2147483687"/>
        </pc:sldMasterMkLst>
        <pc:sldLayoutChg chg="modSp mod">
          <pc:chgData name="CHAVAN, ANURAG" userId="a05dcec6-e80d-4140-8a49-60cff7f9e92c" providerId="ADAL" clId="{205CCE90-8F9B-4716-A62A-5A982CA369D3}" dt="2026-01-30T13:09:08.903" v="11505"/>
          <pc:sldLayoutMkLst>
            <pc:docMk/>
            <pc:sldMasterMk cId="971763309" sldId="2147483687"/>
            <pc:sldLayoutMk cId="2644553713" sldId="2147483688"/>
          </pc:sldLayoutMkLst>
          <pc:spChg chg="mod ord modVis">
            <ac:chgData name="CHAVAN, ANURAG" userId="a05dcec6-e80d-4140-8a49-60cff7f9e92c" providerId="ADAL" clId="{205CCE90-8F9B-4716-A62A-5A982CA369D3}" dt="2026-01-30T13:09:08.903" v="11505"/>
            <ac:spMkLst>
              <pc:docMk/>
              <pc:sldMasterMk cId="971763309" sldId="2147483687"/>
              <pc:sldLayoutMk cId="2644553713" sldId="2147483688"/>
              <ac:spMk id="8" creationId="{F051A690-4092-6187-55A4-0EE13A84962F}"/>
            </ac:spMkLst>
          </pc:spChg>
        </pc:sldLayoutChg>
        <pc:sldLayoutChg chg="modSp mod">
          <pc:chgData name="CHAVAN, ANURAG" userId="a05dcec6-e80d-4140-8a49-60cff7f9e92c" providerId="ADAL" clId="{205CCE90-8F9B-4716-A62A-5A982CA369D3}" dt="2026-01-30T13:09:08.957" v="11541"/>
          <pc:sldLayoutMkLst>
            <pc:docMk/>
            <pc:sldMasterMk cId="971763309" sldId="2147483687"/>
            <pc:sldLayoutMk cId="632776754" sldId="2147483689"/>
          </pc:sldLayoutMkLst>
          <pc:spChg chg="mod ord modVis">
            <ac:chgData name="CHAVAN, ANURAG" userId="a05dcec6-e80d-4140-8a49-60cff7f9e92c" providerId="ADAL" clId="{205CCE90-8F9B-4716-A62A-5A982CA369D3}" dt="2026-01-30T13:09:08.957" v="11541"/>
            <ac:spMkLst>
              <pc:docMk/>
              <pc:sldMasterMk cId="971763309" sldId="2147483687"/>
              <pc:sldLayoutMk cId="632776754" sldId="2147483689"/>
              <ac:spMk id="7" creationId="{745CB24F-1E88-2F85-EBC2-8338D967D1E6}"/>
            </ac:spMkLst>
          </pc:spChg>
        </pc:sldLayoutChg>
        <pc:sldLayoutChg chg="modSp mod">
          <pc:chgData name="CHAVAN, ANURAG" userId="a05dcec6-e80d-4140-8a49-60cff7f9e92c" providerId="ADAL" clId="{205CCE90-8F9B-4716-A62A-5A982CA369D3}" dt="2026-01-30T13:09:09.008" v="11577"/>
          <pc:sldLayoutMkLst>
            <pc:docMk/>
            <pc:sldMasterMk cId="971763309" sldId="2147483687"/>
            <pc:sldLayoutMk cId="3684072912" sldId="2147483690"/>
          </pc:sldLayoutMkLst>
          <pc:spChg chg="mod ord modVis">
            <ac:chgData name="CHAVAN, ANURAG" userId="a05dcec6-e80d-4140-8a49-60cff7f9e92c" providerId="ADAL" clId="{205CCE90-8F9B-4716-A62A-5A982CA369D3}" dt="2026-01-30T13:09:09.008" v="11577"/>
            <ac:spMkLst>
              <pc:docMk/>
              <pc:sldMasterMk cId="971763309" sldId="2147483687"/>
              <pc:sldLayoutMk cId="3684072912" sldId="2147483690"/>
              <ac:spMk id="2" creationId="{1544E679-5C33-6552-9633-C1BF534CB156}"/>
            </ac:spMkLst>
          </pc:spChg>
        </pc:sldLayoutChg>
        <pc:sldLayoutChg chg="modSp mod">
          <pc:chgData name="CHAVAN, ANURAG" userId="a05dcec6-e80d-4140-8a49-60cff7f9e92c" providerId="ADAL" clId="{205CCE90-8F9B-4716-A62A-5A982CA369D3}" dt="2026-01-30T13:09:09.061" v="11613"/>
          <pc:sldLayoutMkLst>
            <pc:docMk/>
            <pc:sldMasterMk cId="971763309" sldId="2147483687"/>
            <pc:sldLayoutMk cId="1815283769" sldId="2147483694"/>
          </pc:sldLayoutMkLst>
          <pc:spChg chg="mod ord modVis">
            <ac:chgData name="CHAVAN, ANURAG" userId="a05dcec6-e80d-4140-8a49-60cff7f9e92c" providerId="ADAL" clId="{205CCE90-8F9B-4716-A62A-5A982CA369D3}" dt="2026-01-30T13:09:09.061" v="11613"/>
            <ac:spMkLst>
              <pc:docMk/>
              <pc:sldMasterMk cId="971763309" sldId="2147483687"/>
              <pc:sldLayoutMk cId="1815283769" sldId="2147483694"/>
              <ac:spMk id="3" creationId="{35CE61A3-2D35-3C90-32B1-049CD265A094}"/>
            </ac:spMkLst>
          </pc:spChg>
        </pc:sldLayoutChg>
        <pc:sldLayoutChg chg="modSp mod">
          <pc:chgData name="CHAVAN, ANURAG" userId="a05dcec6-e80d-4140-8a49-60cff7f9e92c" providerId="ADAL" clId="{205CCE90-8F9B-4716-A62A-5A982CA369D3}" dt="2026-01-30T13:09:09.113" v="11649"/>
          <pc:sldLayoutMkLst>
            <pc:docMk/>
            <pc:sldMasterMk cId="971763309" sldId="2147483687"/>
            <pc:sldLayoutMk cId="3570300233" sldId="2147483695"/>
          </pc:sldLayoutMkLst>
          <pc:spChg chg="mod ord modVis">
            <ac:chgData name="CHAVAN, ANURAG" userId="a05dcec6-e80d-4140-8a49-60cff7f9e92c" providerId="ADAL" clId="{205CCE90-8F9B-4716-A62A-5A982CA369D3}" dt="2026-01-30T13:09:09.113" v="11649"/>
            <ac:spMkLst>
              <pc:docMk/>
              <pc:sldMasterMk cId="971763309" sldId="2147483687"/>
              <pc:sldLayoutMk cId="3570300233" sldId="2147483695"/>
              <ac:spMk id="7" creationId="{A198C112-6A44-E02F-7405-3AA5302DD85C}"/>
            </ac:spMkLst>
          </pc:spChg>
        </pc:sldLayoutChg>
        <pc:sldLayoutChg chg="modSp mod">
          <pc:chgData name="CHAVAN, ANURAG" userId="a05dcec6-e80d-4140-8a49-60cff7f9e92c" providerId="ADAL" clId="{205CCE90-8F9B-4716-A62A-5A982CA369D3}" dt="2026-01-30T13:09:09.171" v="11685"/>
          <pc:sldLayoutMkLst>
            <pc:docMk/>
            <pc:sldMasterMk cId="971763309" sldId="2147483687"/>
            <pc:sldLayoutMk cId="643509983" sldId="2147483696"/>
          </pc:sldLayoutMkLst>
          <pc:spChg chg="mod ord modVis">
            <ac:chgData name="CHAVAN, ANURAG" userId="a05dcec6-e80d-4140-8a49-60cff7f9e92c" providerId="ADAL" clId="{205CCE90-8F9B-4716-A62A-5A982CA369D3}" dt="2026-01-30T13:09:09.171" v="11685"/>
            <ac:spMkLst>
              <pc:docMk/>
              <pc:sldMasterMk cId="971763309" sldId="2147483687"/>
              <pc:sldLayoutMk cId="643509983" sldId="2147483696"/>
              <ac:spMk id="6" creationId="{3E54582C-18E5-22B0-C74F-67C06504A0DC}"/>
            </ac:spMkLst>
          </pc:spChg>
        </pc:sldLayoutChg>
        <pc:sldLayoutChg chg="modSp mod">
          <pc:chgData name="CHAVAN, ANURAG" userId="a05dcec6-e80d-4140-8a49-60cff7f9e92c" providerId="ADAL" clId="{205CCE90-8F9B-4716-A62A-5A982CA369D3}" dt="2026-01-30T13:09:09.224" v="11721"/>
          <pc:sldLayoutMkLst>
            <pc:docMk/>
            <pc:sldMasterMk cId="971763309" sldId="2147483687"/>
            <pc:sldLayoutMk cId="4192588996" sldId="2147483697"/>
          </pc:sldLayoutMkLst>
          <pc:spChg chg="mod ord modVis">
            <ac:chgData name="CHAVAN, ANURAG" userId="a05dcec6-e80d-4140-8a49-60cff7f9e92c" providerId="ADAL" clId="{205CCE90-8F9B-4716-A62A-5A982CA369D3}" dt="2026-01-30T13:09:09.224" v="11721"/>
            <ac:spMkLst>
              <pc:docMk/>
              <pc:sldMasterMk cId="971763309" sldId="2147483687"/>
              <pc:sldLayoutMk cId="4192588996" sldId="2147483697"/>
              <ac:spMk id="6" creationId="{24F53119-5368-1075-D861-3528648D1A9D}"/>
            </ac:spMkLst>
          </pc:spChg>
        </pc:sldLayoutChg>
        <pc:sldLayoutChg chg="modSp mod">
          <pc:chgData name="CHAVAN, ANURAG" userId="a05dcec6-e80d-4140-8a49-60cff7f9e92c" providerId="ADAL" clId="{205CCE90-8F9B-4716-A62A-5A982CA369D3}" dt="2026-01-30T13:09:09.278" v="11757"/>
          <pc:sldLayoutMkLst>
            <pc:docMk/>
            <pc:sldMasterMk cId="971763309" sldId="2147483687"/>
            <pc:sldLayoutMk cId="3511085287" sldId="2147483698"/>
          </pc:sldLayoutMkLst>
          <pc:spChg chg="mod ord modVis">
            <ac:chgData name="CHAVAN, ANURAG" userId="a05dcec6-e80d-4140-8a49-60cff7f9e92c" providerId="ADAL" clId="{205CCE90-8F9B-4716-A62A-5A982CA369D3}" dt="2026-01-30T13:09:09.278" v="11757"/>
            <ac:spMkLst>
              <pc:docMk/>
              <pc:sldMasterMk cId="971763309" sldId="2147483687"/>
              <pc:sldLayoutMk cId="3511085287" sldId="2147483698"/>
              <ac:spMk id="6" creationId="{B5697B67-F49E-BA17-A100-B047FF9280DC}"/>
            </ac:spMkLst>
          </pc:spChg>
        </pc:sldLayoutChg>
        <pc:sldLayoutChg chg="modSp mod">
          <pc:chgData name="CHAVAN, ANURAG" userId="a05dcec6-e80d-4140-8a49-60cff7f9e92c" providerId="ADAL" clId="{205CCE90-8F9B-4716-A62A-5A982CA369D3}" dt="2026-01-30T13:09:09.331" v="11793"/>
          <pc:sldLayoutMkLst>
            <pc:docMk/>
            <pc:sldMasterMk cId="971763309" sldId="2147483687"/>
            <pc:sldLayoutMk cId="805958731" sldId="2147483703"/>
          </pc:sldLayoutMkLst>
          <pc:spChg chg="mod ord modVis">
            <ac:chgData name="CHAVAN, ANURAG" userId="a05dcec6-e80d-4140-8a49-60cff7f9e92c" providerId="ADAL" clId="{205CCE90-8F9B-4716-A62A-5A982CA369D3}" dt="2026-01-30T13:09:09.331" v="11793"/>
            <ac:spMkLst>
              <pc:docMk/>
              <pc:sldMasterMk cId="971763309" sldId="2147483687"/>
              <pc:sldLayoutMk cId="805958731" sldId="2147483703"/>
              <ac:spMk id="6" creationId="{C2FE0938-16F7-A247-E638-12B5392E2E2C}"/>
            </ac:spMkLst>
          </pc:spChg>
        </pc:sldLayoutChg>
      </pc:sldMasterChg>
    </pc:docChg>
  </pc:docChgLst>
  <pc:docChgLst>
    <pc:chgData name="CHAVAN, ANURAG" userId="a05dcec6-e80d-4140-8a49-60cff7f9e92c" providerId="ADAL" clId="{6D27994A-E20E-466E-9C6D-D0FB52432FF8}"/>
    <pc:docChg chg="undo custSel modSld modMainMaster">
      <pc:chgData name="CHAVAN, ANURAG" userId="a05dcec6-e80d-4140-8a49-60cff7f9e92c" providerId="ADAL" clId="{6D27994A-E20E-466E-9C6D-D0FB52432FF8}" dt="2026-02-01T14:11:22.486" v="2350"/>
      <pc:docMkLst>
        <pc:docMk/>
      </pc:docMkLst>
      <pc:sldChg chg="addSp delSp modSp mod">
        <pc:chgData name="CHAVAN, ANURAG" userId="a05dcec6-e80d-4140-8a49-60cff7f9e92c" providerId="ADAL" clId="{6D27994A-E20E-466E-9C6D-D0FB52432FF8}" dt="2026-02-01T14:11:14.455" v="2044" actId="1076"/>
        <pc:sldMkLst>
          <pc:docMk/>
          <pc:sldMk cId="54855393" sldId="359"/>
        </pc:sldMkLst>
        <pc:spChg chg="add del mod">
          <ac:chgData name="CHAVAN, ANURAG" userId="a05dcec6-e80d-4140-8a49-60cff7f9e92c" providerId="ADAL" clId="{6D27994A-E20E-466E-9C6D-D0FB52432FF8}" dt="2026-02-01T14:11:14.455" v="2044" actId="1076"/>
          <ac:spMkLst>
            <pc:docMk/>
            <pc:sldMk cId="54855393" sldId="359"/>
            <ac:spMk id="6" creationId="{044FE82D-563D-8431-DE24-93B7CC4E259A}"/>
          </ac:spMkLst>
        </pc:spChg>
        <pc:spChg chg="add del mod">
          <ac:chgData name="CHAVAN, ANURAG" userId="a05dcec6-e80d-4140-8a49-60cff7f9e92c" providerId="ADAL" clId="{6D27994A-E20E-466E-9C6D-D0FB52432FF8}" dt="2026-02-01T14:11:14.455" v="2044" actId="1076"/>
          <ac:spMkLst>
            <pc:docMk/>
            <pc:sldMk cId="54855393" sldId="359"/>
            <ac:spMk id="7" creationId="{786DD37F-C9F0-7B76-A811-5574B6E1B0D1}"/>
          </ac:spMkLst>
        </pc:spChg>
        <pc:spChg chg="add del mod">
          <ac:chgData name="CHAVAN, ANURAG" userId="a05dcec6-e80d-4140-8a49-60cff7f9e92c" providerId="ADAL" clId="{6D27994A-E20E-466E-9C6D-D0FB52432FF8}" dt="2026-02-01T14:11:09.378" v="1334" actId="1076"/>
          <ac:spMkLst>
            <pc:docMk/>
            <pc:sldMk cId="54855393" sldId="359"/>
            <ac:spMk id="8" creationId="{B6EA170A-FABB-AADA-A4A8-73FA28C760AD}"/>
          </ac:spMkLst>
        </pc:spChg>
        <pc:spChg chg="add del mod">
          <ac:chgData name="CHAVAN, ANURAG" userId="a05dcec6-e80d-4140-8a49-60cff7f9e92c" providerId="ADAL" clId="{6D27994A-E20E-466E-9C6D-D0FB52432FF8}" dt="2026-02-01T14:11:10.506" v="1435" actId="478"/>
          <ac:spMkLst>
            <pc:docMk/>
            <pc:sldMk cId="54855393" sldId="359"/>
            <ac:spMk id="9" creationId="{DE2DE0DE-2C8D-26FD-BF09-59C9052EF38C}"/>
          </ac:spMkLst>
        </pc:spChg>
        <pc:cxnChg chg="add del">
          <ac:chgData name="CHAVAN, ANURAG" userId="a05dcec6-e80d-4140-8a49-60cff7f9e92c" providerId="ADAL" clId="{6D27994A-E20E-466E-9C6D-D0FB52432FF8}" dt="2026-02-01T14:11:08.342" v="1233" actId="478"/>
          <ac:cxnSpMkLst>
            <pc:docMk/>
            <pc:sldMk cId="54855393" sldId="359"/>
            <ac:cxnSpMk id="43" creationId="{00000000-0008-0000-0500-000068000000}"/>
          </ac:cxnSpMkLst>
        </pc:cxnChg>
        <pc:cxnChg chg="add del">
          <ac:chgData name="CHAVAN, ANURAG" userId="a05dcec6-e80d-4140-8a49-60cff7f9e92c" providerId="ADAL" clId="{6D27994A-E20E-466E-9C6D-D0FB52432FF8}" dt="2026-02-01T14:11:08.342" v="1233" actId="478"/>
          <ac:cxnSpMkLst>
            <pc:docMk/>
            <pc:sldMk cId="54855393" sldId="359"/>
            <ac:cxnSpMk id="45" creationId="{D0A6B4A8-3E8F-999D-DE11-C0112FBA33A8}"/>
          </ac:cxnSpMkLst>
        </pc:cxnChg>
      </pc:sldChg>
      <pc:sldMasterChg chg="modSldLayout">
        <pc:chgData name="CHAVAN, ANURAG" userId="a05dcec6-e80d-4140-8a49-60cff7f9e92c" providerId="ADAL" clId="{6D27994A-E20E-466E-9C6D-D0FB52432FF8}" dt="2026-02-01T14:11:22.486" v="2350"/>
        <pc:sldMasterMkLst>
          <pc:docMk/>
          <pc:sldMasterMk cId="971763309" sldId="2147483687"/>
        </pc:sldMasterMkLst>
        <pc:sldLayoutChg chg="modSp mod">
          <pc:chgData name="CHAVAN, ANURAG" userId="a05dcec6-e80d-4140-8a49-60cff7f9e92c" providerId="ADAL" clId="{6D27994A-E20E-466E-9C6D-D0FB52432FF8}" dt="2026-02-01T14:11:22.245" v="2078"/>
          <pc:sldLayoutMkLst>
            <pc:docMk/>
            <pc:sldMasterMk cId="971763309" sldId="2147483687"/>
            <pc:sldLayoutMk cId="2644553713" sldId="2147483688"/>
          </pc:sldLayoutMkLst>
          <pc:spChg chg="mod ord modVis">
            <ac:chgData name="CHAVAN, ANURAG" userId="a05dcec6-e80d-4140-8a49-60cff7f9e92c" providerId="ADAL" clId="{6D27994A-E20E-466E-9C6D-D0FB52432FF8}" dt="2026-02-01T14:11:22.245" v="2078"/>
            <ac:spMkLst>
              <pc:docMk/>
              <pc:sldMasterMk cId="971763309" sldId="2147483687"/>
              <pc:sldLayoutMk cId="2644553713" sldId="2147483688"/>
              <ac:spMk id="8" creationId="{F051A690-4092-6187-55A4-0EE13A84962F}"/>
            </ac:spMkLst>
          </pc:spChg>
        </pc:sldLayoutChg>
        <pc:sldLayoutChg chg="modSp mod">
          <pc:chgData name="CHAVAN, ANURAG" userId="a05dcec6-e80d-4140-8a49-60cff7f9e92c" providerId="ADAL" clId="{6D27994A-E20E-466E-9C6D-D0FB52432FF8}" dt="2026-02-01T14:11:22.277" v="2112"/>
          <pc:sldLayoutMkLst>
            <pc:docMk/>
            <pc:sldMasterMk cId="971763309" sldId="2147483687"/>
            <pc:sldLayoutMk cId="632776754" sldId="2147483689"/>
          </pc:sldLayoutMkLst>
          <pc:spChg chg="mod ord modVis">
            <ac:chgData name="CHAVAN, ANURAG" userId="a05dcec6-e80d-4140-8a49-60cff7f9e92c" providerId="ADAL" clId="{6D27994A-E20E-466E-9C6D-D0FB52432FF8}" dt="2026-02-01T14:11:22.277" v="2112"/>
            <ac:spMkLst>
              <pc:docMk/>
              <pc:sldMasterMk cId="971763309" sldId="2147483687"/>
              <pc:sldLayoutMk cId="632776754" sldId="2147483689"/>
              <ac:spMk id="7" creationId="{745CB24F-1E88-2F85-EBC2-8338D967D1E6}"/>
            </ac:spMkLst>
          </pc:spChg>
        </pc:sldLayoutChg>
        <pc:sldLayoutChg chg="modSp mod">
          <pc:chgData name="CHAVAN, ANURAG" userId="a05dcec6-e80d-4140-8a49-60cff7f9e92c" providerId="ADAL" clId="{6D27994A-E20E-466E-9C6D-D0FB52432FF8}" dt="2026-02-01T14:11:22.306" v="2146"/>
          <pc:sldLayoutMkLst>
            <pc:docMk/>
            <pc:sldMasterMk cId="971763309" sldId="2147483687"/>
            <pc:sldLayoutMk cId="3684072912" sldId="2147483690"/>
          </pc:sldLayoutMkLst>
          <pc:spChg chg="mod ord modVis">
            <ac:chgData name="CHAVAN, ANURAG" userId="a05dcec6-e80d-4140-8a49-60cff7f9e92c" providerId="ADAL" clId="{6D27994A-E20E-466E-9C6D-D0FB52432FF8}" dt="2026-02-01T14:11:22.306" v="2146"/>
            <ac:spMkLst>
              <pc:docMk/>
              <pc:sldMasterMk cId="971763309" sldId="2147483687"/>
              <pc:sldLayoutMk cId="3684072912" sldId="2147483690"/>
              <ac:spMk id="2" creationId="{1544E679-5C33-6552-9633-C1BF534CB156}"/>
            </ac:spMkLst>
          </pc:spChg>
        </pc:sldLayoutChg>
        <pc:sldLayoutChg chg="modSp mod">
          <pc:chgData name="CHAVAN, ANURAG" userId="a05dcec6-e80d-4140-8a49-60cff7f9e92c" providerId="ADAL" clId="{6D27994A-E20E-466E-9C6D-D0FB52432FF8}" dt="2026-02-01T14:11:22.334" v="2180"/>
          <pc:sldLayoutMkLst>
            <pc:docMk/>
            <pc:sldMasterMk cId="971763309" sldId="2147483687"/>
            <pc:sldLayoutMk cId="1815283769" sldId="2147483694"/>
          </pc:sldLayoutMkLst>
          <pc:spChg chg="mod ord modVis">
            <ac:chgData name="CHAVAN, ANURAG" userId="a05dcec6-e80d-4140-8a49-60cff7f9e92c" providerId="ADAL" clId="{6D27994A-E20E-466E-9C6D-D0FB52432FF8}" dt="2026-02-01T14:11:22.334" v="2180"/>
            <ac:spMkLst>
              <pc:docMk/>
              <pc:sldMasterMk cId="971763309" sldId="2147483687"/>
              <pc:sldLayoutMk cId="1815283769" sldId="2147483694"/>
              <ac:spMk id="3" creationId="{35CE61A3-2D35-3C90-32B1-049CD265A094}"/>
            </ac:spMkLst>
          </pc:spChg>
        </pc:sldLayoutChg>
        <pc:sldLayoutChg chg="modSp mod">
          <pc:chgData name="CHAVAN, ANURAG" userId="a05dcec6-e80d-4140-8a49-60cff7f9e92c" providerId="ADAL" clId="{6D27994A-E20E-466E-9C6D-D0FB52432FF8}" dt="2026-02-01T14:11:22.363" v="2214"/>
          <pc:sldLayoutMkLst>
            <pc:docMk/>
            <pc:sldMasterMk cId="971763309" sldId="2147483687"/>
            <pc:sldLayoutMk cId="3570300233" sldId="2147483695"/>
          </pc:sldLayoutMkLst>
          <pc:spChg chg="mod ord modVis">
            <ac:chgData name="CHAVAN, ANURAG" userId="a05dcec6-e80d-4140-8a49-60cff7f9e92c" providerId="ADAL" clId="{6D27994A-E20E-466E-9C6D-D0FB52432FF8}" dt="2026-02-01T14:11:22.363" v="2214"/>
            <ac:spMkLst>
              <pc:docMk/>
              <pc:sldMasterMk cId="971763309" sldId="2147483687"/>
              <pc:sldLayoutMk cId="3570300233" sldId="2147483695"/>
              <ac:spMk id="7" creationId="{A198C112-6A44-E02F-7405-3AA5302DD85C}"/>
            </ac:spMkLst>
          </pc:spChg>
        </pc:sldLayoutChg>
        <pc:sldLayoutChg chg="modSp mod">
          <pc:chgData name="CHAVAN, ANURAG" userId="a05dcec6-e80d-4140-8a49-60cff7f9e92c" providerId="ADAL" clId="{6D27994A-E20E-466E-9C6D-D0FB52432FF8}" dt="2026-02-01T14:11:22.394" v="2248"/>
          <pc:sldLayoutMkLst>
            <pc:docMk/>
            <pc:sldMasterMk cId="971763309" sldId="2147483687"/>
            <pc:sldLayoutMk cId="643509983" sldId="2147483696"/>
          </pc:sldLayoutMkLst>
          <pc:spChg chg="mod ord modVis">
            <ac:chgData name="CHAVAN, ANURAG" userId="a05dcec6-e80d-4140-8a49-60cff7f9e92c" providerId="ADAL" clId="{6D27994A-E20E-466E-9C6D-D0FB52432FF8}" dt="2026-02-01T14:11:22.394" v="2248"/>
            <ac:spMkLst>
              <pc:docMk/>
              <pc:sldMasterMk cId="971763309" sldId="2147483687"/>
              <pc:sldLayoutMk cId="643509983" sldId="2147483696"/>
              <ac:spMk id="6" creationId="{3E54582C-18E5-22B0-C74F-67C06504A0DC}"/>
            </ac:spMkLst>
          </pc:spChg>
        </pc:sldLayoutChg>
        <pc:sldLayoutChg chg="modSp mod">
          <pc:chgData name="CHAVAN, ANURAG" userId="a05dcec6-e80d-4140-8a49-60cff7f9e92c" providerId="ADAL" clId="{6D27994A-E20E-466E-9C6D-D0FB52432FF8}" dt="2026-02-01T14:11:22.430" v="2282"/>
          <pc:sldLayoutMkLst>
            <pc:docMk/>
            <pc:sldMasterMk cId="971763309" sldId="2147483687"/>
            <pc:sldLayoutMk cId="4192588996" sldId="2147483697"/>
          </pc:sldLayoutMkLst>
          <pc:spChg chg="mod ord modVis">
            <ac:chgData name="CHAVAN, ANURAG" userId="a05dcec6-e80d-4140-8a49-60cff7f9e92c" providerId="ADAL" clId="{6D27994A-E20E-466E-9C6D-D0FB52432FF8}" dt="2026-02-01T14:11:22.430" v="2282"/>
            <ac:spMkLst>
              <pc:docMk/>
              <pc:sldMasterMk cId="971763309" sldId="2147483687"/>
              <pc:sldLayoutMk cId="4192588996" sldId="2147483697"/>
              <ac:spMk id="6" creationId="{24F53119-5368-1075-D861-3528648D1A9D}"/>
            </ac:spMkLst>
          </pc:spChg>
        </pc:sldLayoutChg>
        <pc:sldLayoutChg chg="modSp mod">
          <pc:chgData name="CHAVAN, ANURAG" userId="a05dcec6-e80d-4140-8a49-60cff7f9e92c" providerId="ADAL" clId="{6D27994A-E20E-466E-9C6D-D0FB52432FF8}" dt="2026-02-01T14:11:22.458" v="2316"/>
          <pc:sldLayoutMkLst>
            <pc:docMk/>
            <pc:sldMasterMk cId="971763309" sldId="2147483687"/>
            <pc:sldLayoutMk cId="3511085287" sldId="2147483698"/>
          </pc:sldLayoutMkLst>
          <pc:spChg chg="mod ord modVis">
            <ac:chgData name="CHAVAN, ANURAG" userId="a05dcec6-e80d-4140-8a49-60cff7f9e92c" providerId="ADAL" clId="{6D27994A-E20E-466E-9C6D-D0FB52432FF8}" dt="2026-02-01T14:11:22.458" v="2316"/>
            <ac:spMkLst>
              <pc:docMk/>
              <pc:sldMasterMk cId="971763309" sldId="2147483687"/>
              <pc:sldLayoutMk cId="3511085287" sldId="2147483698"/>
              <ac:spMk id="6" creationId="{B5697B67-F49E-BA17-A100-B047FF9280DC}"/>
            </ac:spMkLst>
          </pc:spChg>
        </pc:sldLayoutChg>
        <pc:sldLayoutChg chg="modSp mod">
          <pc:chgData name="CHAVAN, ANURAG" userId="a05dcec6-e80d-4140-8a49-60cff7f9e92c" providerId="ADAL" clId="{6D27994A-E20E-466E-9C6D-D0FB52432FF8}" dt="2026-02-01T14:11:22.486" v="2350"/>
          <pc:sldLayoutMkLst>
            <pc:docMk/>
            <pc:sldMasterMk cId="971763309" sldId="2147483687"/>
            <pc:sldLayoutMk cId="805958731" sldId="2147483703"/>
          </pc:sldLayoutMkLst>
          <pc:spChg chg="mod ord modVis">
            <ac:chgData name="CHAVAN, ANURAG" userId="a05dcec6-e80d-4140-8a49-60cff7f9e92c" providerId="ADAL" clId="{6D27994A-E20E-466E-9C6D-D0FB52432FF8}" dt="2026-02-01T14:11:22.486" v="2350"/>
            <ac:spMkLst>
              <pc:docMk/>
              <pc:sldMasterMk cId="971763309" sldId="2147483687"/>
              <pc:sldLayoutMk cId="805958731" sldId="2147483703"/>
              <ac:spMk id="6" creationId="{C2FE0938-16F7-A247-E638-12B5392E2E2C}"/>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C193363-6FCC-722C-0A2B-64491A89AFF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DF69BC5-0813-5DDF-264E-9B247818B3D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AE1E399-66AE-584B-A751-EB6AD165607B}" type="datetimeFigureOut">
              <a:rPr lang="en-US" smtClean="0"/>
              <a:t>2/1/2026</a:t>
            </a:fld>
            <a:endParaRPr lang="en-US"/>
          </a:p>
        </p:txBody>
      </p:sp>
      <p:sp>
        <p:nvSpPr>
          <p:cNvPr id="4" name="Footer Placeholder 3">
            <a:extLst>
              <a:ext uri="{FF2B5EF4-FFF2-40B4-BE49-F238E27FC236}">
                <a16:creationId xmlns:a16="http://schemas.microsoft.com/office/drawing/2014/main" id="{52588079-15B7-CA0B-042A-E6EE50F520C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E7A8237-78A9-BDF9-69A5-D417B7DD973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D04BB62-9152-D14F-AC55-BE1A67BE682E}" type="slidenum">
              <a:rPr lang="en-US" smtClean="0"/>
              <a:t>‹#›</a:t>
            </a:fld>
            <a:endParaRPr lang="en-US"/>
          </a:p>
        </p:txBody>
      </p:sp>
    </p:spTree>
    <p:extLst>
      <p:ext uri="{BB962C8B-B14F-4D97-AF65-F5344CB8AC3E}">
        <p14:creationId xmlns:p14="http://schemas.microsoft.com/office/powerpoint/2010/main" val="3434201894"/>
      </p:ext>
    </p:extLst>
  </p:cSld>
  <p:clrMap bg1="lt1" tx1="dk1" bg2="lt2" tx2="dk2" accent1="accent1" accent2="accent2" accent3="accent3" accent4="accent4" accent5="accent5" accent6="accent6" hlink="hlink" folHlink="folHlink"/>
  <p:hf hdr="0" ftr="0" dt="0"/>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EA049A5-8BAA-194A-B048-3B2766085FE9}" type="datetimeFigureOut">
              <a:rPr lang="en-US" smtClean="0"/>
              <a:t>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460511-9993-074B-8207-35CD91B8E31F}" type="slidenum">
              <a:rPr lang="en-US" smtClean="0"/>
              <a:t>‹#›</a:t>
            </a:fld>
            <a:endParaRPr lang="en-US"/>
          </a:p>
        </p:txBody>
      </p:sp>
    </p:spTree>
    <p:extLst>
      <p:ext uri="{BB962C8B-B14F-4D97-AF65-F5344CB8AC3E}">
        <p14:creationId xmlns:p14="http://schemas.microsoft.com/office/powerpoint/2010/main" val="584567476"/>
      </p:ext>
    </p:extLst>
  </p:cSld>
  <p:clrMap bg1="lt1" tx1="dk1" bg2="lt2" tx2="dk2" accent1="accent1" accent2="accent2" accent3="accent3" accent4="accent4" accent5="accent5" accent6="accent6" hlink="hlink" folHlink="folHlink"/>
  <p:hf hdr="0" ftr="0" dt="0"/>
  <p:notesStyle>
    <a:lvl1pPr marL="0" algn="l" defTabSz="914332" rtl="0" eaLnBrk="1" latinLnBrk="0" hangingPunct="1">
      <a:defRPr sz="1200" kern="1200">
        <a:solidFill>
          <a:schemeClr val="tx1"/>
        </a:solidFill>
        <a:latin typeface="+mn-lt"/>
        <a:ea typeface="+mn-ea"/>
        <a:cs typeface="+mn-cs"/>
      </a:defRPr>
    </a:lvl1pPr>
    <a:lvl2pPr marL="457167" algn="l" defTabSz="914332" rtl="0" eaLnBrk="1" latinLnBrk="0" hangingPunct="1">
      <a:defRPr sz="1200" kern="1200">
        <a:solidFill>
          <a:schemeClr val="tx1"/>
        </a:solidFill>
        <a:latin typeface="+mn-lt"/>
        <a:ea typeface="+mn-ea"/>
        <a:cs typeface="+mn-cs"/>
      </a:defRPr>
    </a:lvl2pPr>
    <a:lvl3pPr marL="914332" algn="l" defTabSz="914332" rtl="0" eaLnBrk="1" latinLnBrk="0" hangingPunct="1">
      <a:defRPr sz="1200" kern="1200">
        <a:solidFill>
          <a:schemeClr val="tx1"/>
        </a:solidFill>
        <a:latin typeface="+mn-lt"/>
        <a:ea typeface="+mn-ea"/>
        <a:cs typeface="+mn-cs"/>
      </a:defRPr>
    </a:lvl3pPr>
    <a:lvl4pPr marL="1371498" algn="l" defTabSz="914332" rtl="0" eaLnBrk="1" latinLnBrk="0" hangingPunct="1">
      <a:defRPr sz="1200" kern="1200">
        <a:solidFill>
          <a:schemeClr val="tx1"/>
        </a:solidFill>
        <a:latin typeface="+mn-lt"/>
        <a:ea typeface="+mn-ea"/>
        <a:cs typeface="+mn-cs"/>
      </a:defRPr>
    </a:lvl4pPr>
    <a:lvl5pPr marL="1828664" algn="l" defTabSz="914332" rtl="0" eaLnBrk="1" latinLnBrk="0" hangingPunct="1">
      <a:defRPr sz="1200" kern="1200">
        <a:solidFill>
          <a:schemeClr val="tx1"/>
        </a:solidFill>
        <a:latin typeface="+mn-lt"/>
        <a:ea typeface="+mn-ea"/>
        <a:cs typeface="+mn-cs"/>
      </a:defRPr>
    </a:lvl5pPr>
    <a:lvl6pPr marL="2285830" algn="l" defTabSz="914332" rtl="0" eaLnBrk="1" latinLnBrk="0" hangingPunct="1">
      <a:defRPr sz="1200" kern="1200">
        <a:solidFill>
          <a:schemeClr val="tx1"/>
        </a:solidFill>
        <a:latin typeface="+mn-lt"/>
        <a:ea typeface="+mn-ea"/>
        <a:cs typeface="+mn-cs"/>
      </a:defRPr>
    </a:lvl6pPr>
    <a:lvl7pPr marL="2742994" algn="l" defTabSz="914332" rtl="0" eaLnBrk="1" latinLnBrk="0" hangingPunct="1">
      <a:defRPr sz="1200" kern="1200">
        <a:solidFill>
          <a:schemeClr val="tx1"/>
        </a:solidFill>
        <a:latin typeface="+mn-lt"/>
        <a:ea typeface="+mn-ea"/>
        <a:cs typeface="+mn-cs"/>
      </a:defRPr>
    </a:lvl7pPr>
    <a:lvl8pPr marL="3200160" algn="l" defTabSz="914332" rtl="0" eaLnBrk="1" latinLnBrk="0" hangingPunct="1">
      <a:defRPr sz="1200" kern="1200">
        <a:solidFill>
          <a:schemeClr val="tx1"/>
        </a:solidFill>
        <a:latin typeface="+mn-lt"/>
        <a:ea typeface="+mn-ea"/>
        <a:cs typeface="+mn-cs"/>
      </a:defRPr>
    </a:lvl8pPr>
    <a:lvl9pPr marL="3657327" algn="l" defTabSz="91433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2E460511-9993-074B-8207-35CD91B8E31F}" type="slidenum">
              <a:rPr lang="en-US" smtClean="0"/>
              <a:t>2</a:t>
            </a:fld>
            <a:endParaRPr lang="en-US"/>
          </a:p>
        </p:txBody>
      </p:sp>
    </p:spTree>
    <p:extLst>
      <p:ext uri="{BB962C8B-B14F-4D97-AF65-F5344CB8AC3E}">
        <p14:creationId xmlns:p14="http://schemas.microsoft.com/office/powerpoint/2010/main" val="30437434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2E460511-9993-074B-8207-35CD91B8E31F}" type="slidenum">
              <a:rPr lang="en-US" smtClean="0"/>
              <a:t>3</a:t>
            </a:fld>
            <a:endParaRPr lang="en-US"/>
          </a:p>
        </p:txBody>
      </p:sp>
    </p:spTree>
    <p:extLst>
      <p:ext uri="{BB962C8B-B14F-4D97-AF65-F5344CB8AC3E}">
        <p14:creationId xmlns:p14="http://schemas.microsoft.com/office/powerpoint/2010/main" val="12665344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8B318-F517-0407-D5BA-3E7FAE460B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182518-652C-8133-5C81-DE6BD54DA3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E20A30-541C-07BC-2D5F-5F8F777C77B3}"/>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B4B627C-839E-2063-3768-DE413E8FDC51}"/>
              </a:ext>
            </a:extLst>
          </p:cNvPr>
          <p:cNvSpPr>
            <a:spLocks noGrp="1"/>
          </p:cNvSpPr>
          <p:nvPr>
            <p:ph type="sldNum" sz="quarter" idx="5"/>
          </p:nvPr>
        </p:nvSpPr>
        <p:spPr/>
        <p:txBody>
          <a:bodyPr/>
          <a:lstStyle/>
          <a:p>
            <a:fld id="{2E460511-9993-074B-8207-35CD91B8E31F}" type="slidenum">
              <a:rPr lang="en-US" smtClean="0"/>
              <a:t>4</a:t>
            </a:fld>
            <a:endParaRPr lang="en-US"/>
          </a:p>
        </p:txBody>
      </p:sp>
    </p:spTree>
    <p:extLst>
      <p:ext uri="{BB962C8B-B14F-4D97-AF65-F5344CB8AC3E}">
        <p14:creationId xmlns:p14="http://schemas.microsoft.com/office/powerpoint/2010/main" val="23322001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2E460511-9993-074B-8207-35CD91B8E31F}" type="slidenum">
              <a:rPr lang="en-US" smtClean="0"/>
              <a:t>5</a:t>
            </a:fld>
            <a:endParaRPr lang="en-US"/>
          </a:p>
        </p:txBody>
      </p:sp>
    </p:spTree>
    <p:extLst>
      <p:ext uri="{BB962C8B-B14F-4D97-AF65-F5344CB8AC3E}">
        <p14:creationId xmlns:p14="http://schemas.microsoft.com/office/powerpoint/2010/main" val="4994837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2E460511-9993-074B-8207-35CD91B8E31F}" type="slidenum">
              <a:rPr lang="en-US" smtClean="0"/>
              <a:t>6</a:t>
            </a:fld>
            <a:endParaRPr lang="en-US"/>
          </a:p>
        </p:txBody>
      </p:sp>
    </p:spTree>
    <p:extLst>
      <p:ext uri="{BB962C8B-B14F-4D97-AF65-F5344CB8AC3E}">
        <p14:creationId xmlns:p14="http://schemas.microsoft.com/office/powerpoint/2010/main" val="40986417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45841A-B3C2-5B4C-3795-AB2E616E23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99F59F-24B9-6265-AF7E-0868C42F03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3E48E1-5D02-63AA-30DF-AB9EAE65279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A57FCDF2-ABE1-DA92-EE11-4A86FFC6D511}"/>
              </a:ext>
            </a:extLst>
          </p:cNvPr>
          <p:cNvSpPr>
            <a:spLocks noGrp="1"/>
          </p:cNvSpPr>
          <p:nvPr>
            <p:ph type="sldNum" sz="quarter" idx="5"/>
          </p:nvPr>
        </p:nvSpPr>
        <p:spPr/>
        <p:txBody>
          <a:bodyPr/>
          <a:lstStyle/>
          <a:p>
            <a:fld id="{2E460511-9993-074B-8207-35CD91B8E31F}" type="slidenum">
              <a:rPr lang="en-US" smtClean="0"/>
              <a:t>7</a:t>
            </a:fld>
            <a:endParaRPr lang="en-US"/>
          </a:p>
        </p:txBody>
      </p:sp>
    </p:spTree>
    <p:extLst>
      <p:ext uri="{BB962C8B-B14F-4D97-AF65-F5344CB8AC3E}">
        <p14:creationId xmlns:p14="http://schemas.microsoft.com/office/powerpoint/2010/main" val="6856087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2E460511-9993-074B-8207-35CD91B8E31F}" type="slidenum">
              <a:rPr lang="en-US" smtClean="0"/>
              <a:t>8</a:t>
            </a:fld>
            <a:endParaRPr lang="en-US"/>
          </a:p>
        </p:txBody>
      </p:sp>
    </p:spTree>
    <p:extLst>
      <p:ext uri="{BB962C8B-B14F-4D97-AF65-F5344CB8AC3E}">
        <p14:creationId xmlns:p14="http://schemas.microsoft.com/office/powerpoint/2010/main" val="13964755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86D3E-3042-6701-7D83-0EAF397DE6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5B92AE-C7B8-A42D-95B1-EC2D7CEEF8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733A2A-5657-64A7-249D-9B5B9DF0391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7184F2B-D4B8-D05A-7D59-F60FF5F1720F}"/>
              </a:ext>
            </a:extLst>
          </p:cNvPr>
          <p:cNvSpPr>
            <a:spLocks noGrp="1"/>
          </p:cNvSpPr>
          <p:nvPr>
            <p:ph type="sldNum" sz="quarter" idx="5"/>
          </p:nvPr>
        </p:nvSpPr>
        <p:spPr/>
        <p:txBody>
          <a:bodyPr/>
          <a:lstStyle/>
          <a:p>
            <a:fld id="{2E460511-9993-074B-8207-35CD91B8E31F}" type="slidenum">
              <a:rPr lang="en-US" smtClean="0"/>
              <a:t>9</a:t>
            </a:fld>
            <a:endParaRPr lang="en-US"/>
          </a:p>
        </p:txBody>
      </p:sp>
    </p:spTree>
    <p:extLst>
      <p:ext uri="{BB962C8B-B14F-4D97-AF65-F5344CB8AC3E}">
        <p14:creationId xmlns:p14="http://schemas.microsoft.com/office/powerpoint/2010/main" val="40135025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8894D3-D98B-A80B-82B2-B072A8458B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778BDF-497D-F660-051B-BF03143D9C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BCBCD4-F539-42CA-C785-B480F935824E}"/>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100AE73D-D318-EEEB-9E0E-51BBB6E385ED}"/>
              </a:ext>
            </a:extLst>
          </p:cNvPr>
          <p:cNvSpPr>
            <a:spLocks noGrp="1"/>
          </p:cNvSpPr>
          <p:nvPr>
            <p:ph type="sldNum" sz="quarter" idx="5"/>
          </p:nvPr>
        </p:nvSpPr>
        <p:spPr/>
        <p:txBody>
          <a:bodyPr/>
          <a:lstStyle/>
          <a:p>
            <a:fld id="{2E460511-9993-074B-8207-35CD91B8E31F}" type="slidenum">
              <a:rPr lang="en-US" smtClean="0"/>
              <a:t>10</a:t>
            </a:fld>
            <a:endParaRPr lang="en-US"/>
          </a:p>
        </p:txBody>
      </p:sp>
    </p:spTree>
    <p:extLst>
      <p:ext uri="{BB962C8B-B14F-4D97-AF65-F5344CB8AC3E}">
        <p14:creationId xmlns:p14="http://schemas.microsoft.com/office/powerpoint/2010/main" val="2616072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2E460511-9993-074B-8207-35CD91B8E31F}" type="slidenum">
              <a:rPr lang="en-US" smtClean="0"/>
              <a:t>11</a:t>
            </a:fld>
            <a:endParaRPr lang="en-US"/>
          </a:p>
        </p:txBody>
      </p:sp>
    </p:spTree>
    <p:extLst>
      <p:ext uri="{BB962C8B-B14F-4D97-AF65-F5344CB8AC3E}">
        <p14:creationId xmlns:p14="http://schemas.microsoft.com/office/powerpoint/2010/main" val="41928941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2E460511-9993-074B-8207-35CD91B8E31F}" type="slidenum">
              <a:rPr lang="en-US" smtClean="0"/>
              <a:t>12</a:t>
            </a:fld>
            <a:endParaRPr lang="en-US"/>
          </a:p>
        </p:txBody>
      </p:sp>
    </p:spTree>
    <p:extLst>
      <p:ext uri="{BB962C8B-B14F-4D97-AF65-F5344CB8AC3E}">
        <p14:creationId xmlns:p14="http://schemas.microsoft.com/office/powerpoint/2010/main" val="19036393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2E460511-9993-074B-8207-35CD91B8E31F}" type="slidenum">
              <a:rPr lang="en-US" smtClean="0"/>
              <a:t>13</a:t>
            </a:fld>
            <a:endParaRPr lang="en-US"/>
          </a:p>
        </p:txBody>
      </p:sp>
    </p:spTree>
    <p:extLst>
      <p:ext uri="{BB962C8B-B14F-4D97-AF65-F5344CB8AC3E}">
        <p14:creationId xmlns:p14="http://schemas.microsoft.com/office/powerpoint/2010/main" val="15473969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2E460511-9993-074B-8207-35CD91B8E31F}" type="slidenum">
              <a:rPr lang="en-US" smtClean="0"/>
              <a:t>14</a:t>
            </a:fld>
            <a:endParaRPr lang="en-US"/>
          </a:p>
        </p:txBody>
      </p:sp>
    </p:spTree>
    <p:extLst>
      <p:ext uri="{BB962C8B-B14F-4D97-AF65-F5344CB8AC3E}">
        <p14:creationId xmlns:p14="http://schemas.microsoft.com/office/powerpoint/2010/main" val="30828939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2E460511-9993-074B-8207-35CD91B8E31F}" type="slidenum">
              <a:rPr lang="en-US" smtClean="0"/>
              <a:t>15</a:t>
            </a:fld>
            <a:endParaRPr lang="en-US"/>
          </a:p>
        </p:txBody>
      </p:sp>
    </p:spTree>
    <p:extLst>
      <p:ext uri="{BB962C8B-B14F-4D97-AF65-F5344CB8AC3E}">
        <p14:creationId xmlns:p14="http://schemas.microsoft.com/office/powerpoint/2010/main" val="36399330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E460511-9993-074B-8207-35CD91B8E31F}" type="slidenum">
              <a:rPr lang="en-US" smtClean="0"/>
              <a:t>16</a:t>
            </a:fld>
            <a:endParaRPr lang="en-US"/>
          </a:p>
        </p:txBody>
      </p:sp>
    </p:spTree>
    <p:extLst>
      <p:ext uri="{BB962C8B-B14F-4D97-AF65-F5344CB8AC3E}">
        <p14:creationId xmlns:p14="http://schemas.microsoft.com/office/powerpoint/2010/main" val="378018600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emf"/><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7.png"/><Relationship Id="rId7" Type="http://schemas.openxmlformats.org/officeDocument/2006/relationships/image" Target="../media/image12.pn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1.emf"/></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8" Type="http://schemas.openxmlformats.org/officeDocument/2006/relationships/image" Target="../media/image15.svg"/><Relationship Id="rId13" Type="http://schemas.openxmlformats.org/officeDocument/2006/relationships/image" Target="../media/image20.png"/><Relationship Id="rId18" Type="http://schemas.openxmlformats.org/officeDocument/2006/relationships/hyperlink" Target="https://www.instagram.com/tatatechnologies/" TargetMode="External"/><Relationship Id="rId3" Type="http://schemas.openxmlformats.org/officeDocument/2006/relationships/image" Target="../media/image7.png"/><Relationship Id="rId21" Type="http://schemas.openxmlformats.org/officeDocument/2006/relationships/hyperlink" Target="https://www.facebook.com/TataTechnologies/" TargetMode="External"/><Relationship Id="rId7" Type="http://schemas.openxmlformats.org/officeDocument/2006/relationships/image" Target="../media/image14.png"/><Relationship Id="rId12" Type="http://schemas.openxmlformats.org/officeDocument/2006/relationships/image" Target="../media/image19.svg"/><Relationship Id="rId17" Type="http://schemas.openxmlformats.org/officeDocument/2006/relationships/hyperlink" Target="https://www.linkedin.com/company/tata-technologies" TargetMode="External"/><Relationship Id="rId2" Type="http://schemas.openxmlformats.org/officeDocument/2006/relationships/image" Target="../media/image6.png"/><Relationship Id="rId16" Type="http://schemas.openxmlformats.org/officeDocument/2006/relationships/hyperlink" Target="http://tatatechnologies.com/" TargetMode="External"/><Relationship Id="rId20" Type="http://schemas.openxmlformats.org/officeDocument/2006/relationships/hyperlink" Target="https://www.youtube.com/user/tatatechnologies" TargetMode="External"/><Relationship Id="rId1" Type="http://schemas.openxmlformats.org/officeDocument/2006/relationships/slideMaster" Target="../slideMasters/slideMaster1.xml"/><Relationship Id="rId6" Type="http://schemas.openxmlformats.org/officeDocument/2006/relationships/image" Target="../media/image10.svg"/><Relationship Id="rId11" Type="http://schemas.openxmlformats.org/officeDocument/2006/relationships/image" Target="../media/image18.png"/><Relationship Id="rId5" Type="http://schemas.openxmlformats.org/officeDocument/2006/relationships/image" Target="../media/image9.png"/><Relationship Id="rId15" Type="http://schemas.openxmlformats.org/officeDocument/2006/relationships/image" Target="../media/image22.svg"/><Relationship Id="rId10" Type="http://schemas.openxmlformats.org/officeDocument/2006/relationships/image" Target="../media/image17.svg"/><Relationship Id="rId19" Type="http://schemas.openxmlformats.org/officeDocument/2006/relationships/hyperlink" Target="https://twitter.com/tatatech_news?s=11&amp;t=fgv6pWVIZCV4O0Z1gAQ2kQ" TargetMode="External"/><Relationship Id="rId4" Type="http://schemas.openxmlformats.org/officeDocument/2006/relationships/image" Target="../media/image8.png"/><Relationship Id="rId9" Type="http://schemas.openxmlformats.org/officeDocument/2006/relationships/image" Target="../media/image16.png"/><Relationship Id="rId14" Type="http://schemas.openxmlformats.org/officeDocument/2006/relationships/image" Target="../media/image21.png"/><Relationship Id="rId22" Type="http://schemas.openxmlformats.org/officeDocument/2006/relationships/image" Target="../media/image23.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5543B039-69D0-2FE4-8325-30AD54A65656}"/>
              </a:ext>
            </a:extLst>
          </p:cNvPr>
          <p:cNvGrpSpPr/>
          <p:nvPr userDrawn="1"/>
        </p:nvGrpSpPr>
        <p:grpSpPr>
          <a:xfrm>
            <a:off x="11084202" y="316459"/>
            <a:ext cx="761727" cy="157980"/>
            <a:chOff x="9242701" y="249950"/>
            <a:chExt cx="652960" cy="135423"/>
          </a:xfrm>
        </p:grpSpPr>
        <p:sp>
          <p:nvSpPr>
            <p:cNvPr id="21" name="object 11">
              <a:extLst>
                <a:ext uri="{FF2B5EF4-FFF2-40B4-BE49-F238E27FC236}">
                  <a16:creationId xmlns:a16="http://schemas.microsoft.com/office/drawing/2014/main" id="{BE153C13-7C39-0143-E8B4-E58FE15F2ABF}"/>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22" name="object 12">
              <a:extLst>
                <a:ext uri="{FF2B5EF4-FFF2-40B4-BE49-F238E27FC236}">
                  <a16:creationId xmlns:a16="http://schemas.microsoft.com/office/drawing/2014/main" id="{CAE4AD85-1AC3-CD92-D9D7-DB0815AA0644}"/>
                </a:ext>
              </a:extLst>
            </p:cNvPr>
            <p:cNvGrpSpPr/>
            <p:nvPr/>
          </p:nvGrpSpPr>
          <p:grpSpPr>
            <a:xfrm>
              <a:off x="9242701" y="249950"/>
              <a:ext cx="202816" cy="135423"/>
              <a:chOff x="18288992" y="494982"/>
              <a:chExt cx="401320" cy="267970"/>
            </a:xfrm>
          </p:grpSpPr>
          <p:sp>
            <p:nvSpPr>
              <p:cNvPr id="23" name="object 13">
                <a:extLst>
                  <a:ext uri="{FF2B5EF4-FFF2-40B4-BE49-F238E27FC236}">
                    <a16:creationId xmlns:a16="http://schemas.microsoft.com/office/drawing/2014/main" id="{5FF36A7C-B53C-0583-598B-FC8C3E6A6F92}"/>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24" name="object 14">
                <a:extLst>
                  <a:ext uri="{FF2B5EF4-FFF2-40B4-BE49-F238E27FC236}">
                    <a16:creationId xmlns:a16="http://schemas.microsoft.com/office/drawing/2014/main" id="{BC3EDFDA-0133-AE5F-F23E-C69E884815CF}"/>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5" name="object 15">
                <a:extLst>
                  <a:ext uri="{FF2B5EF4-FFF2-40B4-BE49-F238E27FC236}">
                    <a16:creationId xmlns:a16="http://schemas.microsoft.com/office/drawing/2014/main" id="{EA6E9E1C-315D-339C-C783-CD59E6205B16}"/>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3" name="TextBox 2">
            <a:extLst>
              <a:ext uri="{FF2B5EF4-FFF2-40B4-BE49-F238E27FC236}">
                <a16:creationId xmlns:a16="http://schemas.microsoft.com/office/drawing/2014/main" id="{8BDDE7DD-8D05-9582-547C-E9A9E833BD53}"/>
              </a:ext>
            </a:extLst>
          </p:cNvPr>
          <p:cNvSpPr txBox="1"/>
          <p:nvPr userDrawn="1"/>
        </p:nvSpPr>
        <p:spPr>
          <a:xfrm>
            <a:off x="437245" y="6373607"/>
            <a:ext cx="6098875" cy="200055"/>
          </a:xfrm>
          <a:prstGeom prst="rect">
            <a:avLst/>
          </a:prstGeom>
          <a:noFill/>
        </p:spPr>
        <p:txBody>
          <a:bodyPr wrap="square">
            <a:spAutoFit/>
          </a:bodyPr>
          <a:lstStyle>
            <a:defPPr>
              <a:defRPr lang="en-US"/>
            </a:defPPr>
            <a:lvl1pPr lvl="0">
              <a:defRPr sz="600" spc="-20" baseline="0">
                <a:solidFill>
                  <a:schemeClr val="tx2"/>
                </a:solidFill>
                <a:effectLst/>
              </a:defRPr>
            </a:lvl1pPr>
          </a:lstStyle>
          <a:p>
            <a:pPr lvl="0"/>
            <a:r>
              <a:rPr lang="en-GB" sz="700"/>
              <a:t>© Copyright 2025 Tata Technologies. All rights reserved. All other trademarks are trademarks of their respective owners.</a:t>
            </a:r>
          </a:p>
        </p:txBody>
      </p:sp>
      <p:sp>
        <p:nvSpPr>
          <p:cNvPr id="4" name="Slide Number Placeholder 2">
            <a:extLst>
              <a:ext uri="{FF2B5EF4-FFF2-40B4-BE49-F238E27FC236}">
                <a16:creationId xmlns:a16="http://schemas.microsoft.com/office/drawing/2014/main" id="{E361AAAF-7697-6B20-1044-B26A700DB3CC}"/>
              </a:ext>
            </a:extLst>
          </p:cNvPr>
          <p:cNvSpPr>
            <a:spLocks noGrp="1"/>
          </p:cNvSpPr>
          <p:nvPr>
            <p:ph type="sldNum" sz="quarter" idx="10"/>
          </p:nvPr>
        </p:nvSpPr>
        <p:spPr>
          <a:xfrm>
            <a:off x="3" y="6356352"/>
            <a:ext cx="491300" cy="365125"/>
          </a:xfrm>
        </p:spPr>
        <p:txBody>
          <a:bodyPr/>
          <a:lstStyle>
            <a:lvl1pPr>
              <a:defRPr>
                <a:solidFill>
                  <a:schemeClr val="tx1"/>
                </a:solidFill>
              </a:defRPr>
            </a:lvl1pPr>
          </a:lstStyle>
          <a:p>
            <a:fld id="{C4B1DB5C-CBD1-46F1-83D6-F5AA23577CB7}" type="slidenum">
              <a:rPr lang="en-GB" smtClean="0"/>
              <a:pPr/>
              <a:t>‹#›</a:t>
            </a:fld>
            <a:endParaRPr lang="en-GB"/>
          </a:p>
        </p:txBody>
      </p:sp>
      <p:pic>
        <p:nvPicPr>
          <p:cNvPr id="2" name="Graphic 1">
            <a:extLst>
              <a:ext uri="{FF2B5EF4-FFF2-40B4-BE49-F238E27FC236}">
                <a16:creationId xmlns:a16="http://schemas.microsoft.com/office/drawing/2014/main" id="{ACF844E2-7DD3-5EFE-AE5E-81B0CFE5301D}"/>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5" name="Picture 4">
            <a:extLst>
              <a:ext uri="{FF2B5EF4-FFF2-40B4-BE49-F238E27FC236}">
                <a16:creationId xmlns:a16="http://schemas.microsoft.com/office/drawing/2014/main" id="{0982F325-2D02-0411-8AE8-50578E38A926}"/>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6" name="Title Placeholder 21">
            <a:extLst>
              <a:ext uri="{FF2B5EF4-FFF2-40B4-BE49-F238E27FC236}">
                <a16:creationId xmlns:a16="http://schemas.microsoft.com/office/drawing/2014/main" id="{E15264E5-42CA-9E36-C725-56BBDC622F3B}"/>
              </a:ext>
            </a:extLst>
          </p:cNvPr>
          <p:cNvSpPr>
            <a:spLocks noGrp="1"/>
          </p:cNvSpPr>
          <p:nvPr>
            <p:ph type="title"/>
          </p:nvPr>
        </p:nvSpPr>
        <p:spPr>
          <a:xfrm>
            <a:off x="245654" y="833439"/>
            <a:ext cx="11598479" cy="849588"/>
          </a:xfrm>
          <a:prstGeom prst="rect">
            <a:avLst/>
          </a:prstGeom>
        </p:spPr>
        <p:txBody>
          <a:bodyPr vert="horz" lIns="91440" tIns="45720" rIns="91440" bIns="45720" rtlCol="0" anchor="t">
            <a:noAutofit/>
          </a:bodyPr>
          <a:lstStyle>
            <a:lvl1pPr algn="l" defTabSz="914332" rtl="0" eaLnBrk="1" latinLnBrk="0" hangingPunct="1">
              <a:lnSpc>
                <a:spcPct val="90000"/>
              </a:lnSpc>
              <a:spcBef>
                <a:spcPts val="0"/>
              </a:spcBef>
              <a:buNone/>
              <a:defRPr lang="en-US" sz="2800" b="0" i="0" kern="1200" dirty="0">
                <a:solidFill>
                  <a:schemeClr val="tx1"/>
                </a:solidFill>
                <a:latin typeface="+mj-lt"/>
                <a:ea typeface="+mj-ea"/>
                <a:cs typeface="+mj-cs"/>
              </a:defRPr>
            </a:lvl1pPr>
          </a:lstStyle>
          <a:p>
            <a:r>
              <a:rPr lang="en-GB" dirty="0"/>
              <a:t>Click to edit Master title</a:t>
            </a:r>
            <a:endParaRPr lang="en-US" dirty="0"/>
          </a:p>
        </p:txBody>
      </p:sp>
      <p:sp>
        <p:nvSpPr>
          <p:cNvPr id="7" name="Text Placeholder 2">
            <a:extLst>
              <a:ext uri="{FF2B5EF4-FFF2-40B4-BE49-F238E27FC236}">
                <a16:creationId xmlns:a16="http://schemas.microsoft.com/office/drawing/2014/main" id="{9C6BC073-828B-7A65-7060-227C228BD757}"/>
              </a:ext>
            </a:extLst>
          </p:cNvPr>
          <p:cNvSpPr>
            <a:spLocks noGrp="1"/>
          </p:cNvSpPr>
          <p:nvPr>
            <p:ph idx="1"/>
          </p:nvPr>
        </p:nvSpPr>
        <p:spPr>
          <a:xfrm>
            <a:off x="245654" y="1855305"/>
            <a:ext cx="11598479" cy="4321659"/>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 name="hcSlideMaster.BlankHeader" descr="Classification: Internal">
            <a:extLst>
              <a:ext uri="{FF2B5EF4-FFF2-40B4-BE49-F238E27FC236}">
                <a16:creationId xmlns:a16="http://schemas.microsoft.com/office/drawing/2014/main" id="{F051A690-4092-6187-55A4-0EE13A84962F}"/>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26445537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Automotive Dark Green">
    <p:bg>
      <p:bgPr>
        <a:solidFill>
          <a:schemeClr val="tx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ED30AD43-9C2E-9B38-4EF9-038EABEF0BF4}"/>
              </a:ext>
            </a:extLst>
          </p:cNvPr>
          <p:cNvGrpSpPr/>
          <p:nvPr userDrawn="1"/>
        </p:nvGrpSpPr>
        <p:grpSpPr>
          <a:xfrm>
            <a:off x="11084200" y="316628"/>
            <a:ext cx="761725" cy="157981"/>
            <a:chOff x="9242701" y="249950"/>
            <a:chExt cx="652960" cy="135423"/>
          </a:xfrm>
        </p:grpSpPr>
        <p:sp>
          <p:nvSpPr>
            <p:cNvPr id="9" name="object 6">
              <a:extLst>
                <a:ext uri="{FF2B5EF4-FFF2-40B4-BE49-F238E27FC236}">
                  <a16:creationId xmlns:a16="http://schemas.microsoft.com/office/drawing/2014/main" id="{3C5E59C3-A8CA-C14E-9808-EB7D8818D781}"/>
                </a:ext>
              </a:extLst>
            </p:cNvPr>
            <p:cNvSpPr/>
            <p:nvPr/>
          </p:nvSpPr>
          <p:spPr>
            <a:xfrm>
              <a:off x="9571215" y="268829"/>
              <a:ext cx="122588" cy="103011"/>
            </a:xfrm>
            <a:custGeom>
              <a:avLst/>
              <a:gdLst/>
              <a:ahLst/>
              <a:cxnLst/>
              <a:rect l="l" t="t" r="r" b="b"/>
              <a:pathLst>
                <a:path w="242569" h="203834">
                  <a:moveTo>
                    <a:pt x="163104" y="0"/>
                  </a:moveTo>
                  <a:lnTo>
                    <a:pt x="77442" y="0"/>
                  </a:lnTo>
                  <a:lnTo>
                    <a:pt x="0" y="203229"/>
                  </a:lnTo>
                  <a:lnTo>
                    <a:pt x="78353" y="203229"/>
                  </a:lnTo>
                  <a:lnTo>
                    <a:pt x="120279" y="82018"/>
                  </a:lnTo>
                  <a:lnTo>
                    <a:pt x="162194" y="203229"/>
                  </a:lnTo>
                  <a:lnTo>
                    <a:pt x="242390" y="203229"/>
                  </a:lnTo>
                  <a:lnTo>
                    <a:pt x="163104" y="0"/>
                  </a:lnTo>
                  <a:close/>
                </a:path>
              </a:pathLst>
            </a:custGeom>
            <a:solidFill>
              <a:srgbClr val="FFFFFF"/>
            </a:solidFill>
          </p:spPr>
          <p:txBody>
            <a:bodyPr wrap="square" lIns="0" tIns="0" rIns="0" bIns="0" rtlCol="0"/>
            <a:lstStyle/>
            <a:p>
              <a:endParaRPr sz="1351"/>
            </a:p>
          </p:txBody>
        </p:sp>
        <p:sp>
          <p:nvSpPr>
            <p:cNvPr id="10" name="object 7">
              <a:extLst>
                <a:ext uri="{FF2B5EF4-FFF2-40B4-BE49-F238E27FC236}">
                  <a16:creationId xmlns:a16="http://schemas.microsoft.com/office/drawing/2014/main" id="{BF193E5A-AE8E-CA58-DCD1-41E0C76CCC9A}"/>
                </a:ext>
              </a:extLst>
            </p:cNvPr>
            <p:cNvSpPr/>
            <p:nvPr/>
          </p:nvSpPr>
          <p:spPr>
            <a:xfrm>
              <a:off x="9772920" y="268829"/>
              <a:ext cx="122588" cy="103011"/>
            </a:xfrm>
            <a:custGeom>
              <a:avLst/>
              <a:gdLst/>
              <a:ahLst/>
              <a:cxnLst/>
              <a:rect l="l" t="t" r="r" b="b"/>
              <a:pathLst>
                <a:path w="242569" h="203834">
                  <a:moveTo>
                    <a:pt x="163125" y="0"/>
                  </a:moveTo>
                  <a:lnTo>
                    <a:pt x="77453" y="0"/>
                  </a:lnTo>
                  <a:lnTo>
                    <a:pt x="0" y="203229"/>
                  </a:lnTo>
                  <a:lnTo>
                    <a:pt x="79285" y="203229"/>
                  </a:lnTo>
                  <a:lnTo>
                    <a:pt x="120289" y="82018"/>
                  </a:lnTo>
                  <a:lnTo>
                    <a:pt x="162194" y="203229"/>
                  </a:lnTo>
                  <a:lnTo>
                    <a:pt x="242390" y="203229"/>
                  </a:lnTo>
                  <a:lnTo>
                    <a:pt x="163125" y="0"/>
                  </a:lnTo>
                  <a:close/>
                </a:path>
              </a:pathLst>
            </a:custGeom>
            <a:solidFill>
              <a:srgbClr val="FFFFFF"/>
            </a:solidFill>
          </p:spPr>
          <p:txBody>
            <a:bodyPr wrap="square" lIns="0" tIns="0" rIns="0" bIns="0" rtlCol="0"/>
            <a:lstStyle/>
            <a:p>
              <a:endParaRPr sz="1351"/>
            </a:p>
          </p:txBody>
        </p:sp>
        <p:grpSp>
          <p:nvGrpSpPr>
            <p:cNvPr id="11" name="object 8">
              <a:extLst>
                <a:ext uri="{FF2B5EF4-FFF2-40B4-BE49-F238E27FC236}">
                  <a16:creationId xmlns:a16="http://schemas.microsoft.com/office/drawing/2014/main" id="{91EB92DB-A6B5-922D-37A6-DB0EB2E23F01}"/>
                </a:ext>
              </a:extLst>
            </p:cNvPr>
            <p:cNvGrpSpPr/>
            <p:nvPr/>
          </p:nvGrpSpPr>
          <p:grpSpPr>
            <a:xfrm>
              <a:off x="9242701" y="249950"/>
              <a:ext cx="202816" cy="135423"/>
              <a:chOff x="18288992" y="494982"/>
              <a:chExt cx="401320" cy="267970"/>
            </a:xfrm>
          </p:grpSpPr>
          <p:sp>
            <p:nvSpPr>
              <p:cNvPr id="17" name="object 9">
                <a:extLst>
                  <a:ext uri="{FF2B5EF4-FFF2-40B4-BE49-F238E27FC236}">
                    <a16:creationId xmlns:a16="http://schemas.microsoft.com/office/drawing/2014/main" id="{7EC74A92-B131-4B60-C82C-053C71ADC790}"/>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18" name="object 10">
                <a:extLst>
                  <a:ext uri="{FF2B5EF4-FFF2-40B4-BE49-F238E27FC236}">
                    <a16:creationId xmlns:a16="http://schemas.microsoft.com/office/drawing/2014/main" id="{CDF89E1F-0023-9515-BA64-C6E3069073BB}"/>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19" name="object 11">
                <a:extLst>
                  <a:ext uri="{FF2B5EF4-FFF2-40B4-BE49-F238E27FC236}">
                    <a16:creationId xmlns:a16="http://schemas.microsoft.com/office/drawing/2014/main" id="{C1C90675-0D4C-713B-E2D8-90402BF66DAF}"/>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sp>
          <p:nvSpPr>
            <p:cNvPr id="12" name="object 22">
              <a:extLst>
                <a:ext uri="{FF2B5EF4-FFF2-40B4-BE49-F238E27FC236}">
                  <a16:creationId xmlns:a16="http://schemas.microsoft.com/office/drawing/2014/main" id="{A7BF0FC5-516C-5F05-69E9-553792A748B7}"/>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FFFFFF"/>
            </a:solidFill>
          </p:spPr>
          <p:txBody>
            <a:bodyPr wrap="square" lIns="0" tIns="0" rIns="0" bIns="0" rtlCol="0"/>
            <a:lstStyle/>
            <a:p>
              <a:endParaRPr sz="1351"/>
            </a:p>
          </p:txBody>
        </p:sp>
        <p:grpSp>
          <p:nvGrpSpPr>
            <p:cNvPr id="13" name="object 23">
              <a:extLst>
                <a:ext uri="{FF2B5EF4-FFF2-40B4-BE49-F238E27FC236}">
                  <a16:creationId xmlns:a16="http://schemas.microsoft.com/office/drawing/2014/main" id="{2467B862-C5DC-3DA1-5928-409722F0AF16}"/>
                </a:ext>
              </a:extLst>
            </p:cNvPr>
            <p:cNvGrpSpPr/>
            <p:nvPr/>
          </p:nvGrpSpPr>
          <p:grpSpPr>
            <a:xfrm>
              <a:off x="9242701" y="249950"/>
              <a:ext cx="202816" cy="135423"/>
              <a:chOff x="18288992" y="494982"/>
              <a:chExt cx="401320" cy="267970"/>
            </a:xfrm>
          </p:grpSpPr>
          <p:sp>
            <p:nvSpPr>
              <p:cNvPr id="14" name="object 24">
                <a:extLst>
                  <a:ext uri="{FF2B5EF4-FFF2-40B4-BE49-F238E27FC236}">
                    <a16:creationId xmlns:a16="http://schemas.microsoft.com/office/drawing/2014/main" id="{FAA55E6C-4A99-2A35-A93E-7D7FB6AD70D3}"/>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15" name="object 25">
                <a:extLst>
                  <a:ext uri="{FF2B5EF4-FFF2-40B4-BE49-F238E27FC236}">
                    <a16:creationId xmlns:a16="http://schemas.microsoft.com/office/drawing/2014/main" id="{6AC2C530-E103-81C3-7066-0BE25AD31234}"/>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16" name="object 26">
                <a:extLst>
                  <a:ext uri="{FF2B5EF4-FFF2-40B4-BE49-F238E27FC236}">
                    <a16:creationId xmlns:a16="http://schemas.microsoft.com/office/drawing/2014/main" id="{A0A9B4D5-A213-FAC5-6246-D06734809CA2}"/>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4" name="TextBox 3">
            <a:extLst>
              <a:ext uri="{FF2B5EF4-FFF2-40B4-BE49-F238E27FC236}">
                <a16:creationId xmlns:a16="http://schemas.microsoft.com/office/drawing/2014/main" id="{E696180B-0ED5-1053-C40B-70DC2018862F}"/>
              </a:ext>
            </a:extLst>
          </p:cNvPr>
          <p:cNvSpPr txBox="1"/>
          <p:nvPr userDrawn="1"/>
        </p:nvSpPr>
        <p:spPr>
          <a:xfrm>
            <a:off x="437245" y="6373607"/>
            <a:ext cx="6098875" cy="200055"/>
          </a:xfrm>
          <a:prstGeom prst="rect">
            <a:avLst/>
          </a:prstGeom>
          <a:noFill/>
        </p:spPr>
        <p:txBody>
          <a:bodyPr wrap="square">
            <a:spAutoFit/>
          </a:bodyPr>
          <a:lstStyle/>
          <a:p>
            <a:r>
              <a:rPr lang="en-GB" sz="700" spc="-20" baseline="0">
                <a:solidFill>
                  <a:srgbClr val="FFFFFF"/>
                </a:solidFill>
                <a:effectLst/>
              </a:rPr>
              <a:t>© Copyright 2025 Tata Technologies. All rights reserved. All other trademarks are trademarks of their respective owners.</a:t>
            </a:r>
          </a:p>
        </p:txBody>
      </p:sp>
      <p:sp>
        <p:nvSpPr>
          <p:cNvPr id="24" name="Slide Number Placeholder 2">
            <a:extLst>
              <a:ext uri="{FF2B5EF4-FFF2-40B4-BE49-F238E27FC236}">
                <a16:creationId xmlns:a16="http://schemas.microsoft.com/office/drawing/2014/main" id="{FD5FE8AB-FF44-D068-BF84-BC232F196235}"/>
              </a:ext>
            </a:extLst>
          </p:cNvPr>
          <p:cNvSpPr>
            <a:spLocks noGrp="1"/>
          </p:cNvSpPr>
          <p:nvPr>
            <p:ph type="sldNum" sz="quarter" idx="10"/>
          </p:nvPr>
        </p:nvSpPr>
        <p:spPr>
          <a:xfrm>
            <a:off x="3" y="6356352"/>
            <a:ext cx="491300" cy="365125"/>
          </a:xfrm>
        </p:spPr>
        <p:txBody>
          <a:bodyPr/>
          <a:lstStyle>
            <a:lvl1pPr>
              <a:defRPr>
                <a:solidFill>
                  <a:schemeClr val="bg1"/>
                </a:solidFill>
              </a:defRPr>
            </a:lvl1pPr>
          </a:lstStyle>
          <a:p>
            <a:fld id="{C4B1DB5C-CBD1-46F1-83D6-F5AA23577CB7}" type="slidenum">
              <a:rPr lang="en-GB" smtClean="0"/>
              <a:pPr/>
              <a:t>‹#›</a:t>
            </a:fld>
            <a:endParaRPr lang="en-GB"/>
          </a:p>
        </p:txBody>
      </p:sp>
      <p:pic>
        <p:nvPicPr>
          <p:cNvPr id="3" name="Picture 2">
            <a:extLst>
              <a:ext uri="{FF2B5EF4-FFF2-40B4-BE49-F238E27FC236}">
                <a16:creationId xmlns:a16="http://schemas.microsoft.com/office/drawing/2014/main" id="{9C372AAB-4B75-2F25-BC32-9F4A7112CF8A}"/>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334503" y="333376"/>
            <a:ext cx="1775655" cy="126189"/>
          </a:xfrm>
          <a:prstGeom prst="rect">
            <a:avLst/>
          </a:prstGeom>
        </p:spPr>
      </p:pic>
      <p:pic>
        <p:nvPicPr>
          <p:cNvPr id="5" name="Graphic 4">
            <a:extLst>
              <a:ext uri="{FF2B5EF4-FFF2-40B4-BE49-F238E27FC236}">
                <a16:creationId xmlns:a16="http://schemas.microsoft.com/office/drawing/2014/main" id="{914BDECA-09B2-0BFC-42C2-308F528457C4}"/>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703997" y="6408073"/>
            <a:ext cx="2135347" cy="168971"/>
          </a:xfrm>
          <a:prstGeom prst="rect">
            <a:avLst/>
          </a:prstGeom>
        </p:spPr>
      </p:pic>
      <p:sp>
        <p:nvSpPr>
          <p:cNvPr id="2" name="Title Placeholder 21">
            <a:extLst>
              <a:ext uri="{FF2B5EF4-FFF2-40B4-BE49-F238E27FC236}">
                <a16:creationId xmlns:a16="http://schemas.microsoft.com/office/drawing/2014/main" id="{71AB19D1-BC5F-3C4B-EDD2-BC8539BC0C0E}"/>
              </a:ext>
            </a:extLst>
          </p:cNvPr>
          <p:cNvSpPr>
            <a:spLocks noGrp="1"/>
          </p:cNvSpPr>
          <p:nvPr>
            <p:ph type="title"/>
          </p:nvPr>
        </p:nvSpPr>
        <p:spPr>
          <a:xfrm>
            <a:off x="245654" y="833439"/>
            <a:ext cx="11598479" cy="849588"/>
          </a:xfrm>
          <a:prstGeom prst="rect">
            <a:avLst/>
          </a:prstGeom>
        </p:spPr>
        <p:txBody>
          <a:bodyPr vert="horz" lIns="91440" tIns="45720" rIns="91440" bIns="45720" rtlCol="0" anchor="t">
            <a:noAutofit/>
          </a:bodyPr>
          <a:lstStyle>
            <a:lvl1pPr>
              <a:defRPr>
                <a:solidFill>
                  <a:srgbClr val="5EEC6F"/>
                </a:solidFill>
              </a:defRPr>
            </a:lvl1pPr>
          </a:lstStyle>
          <a:p>
            <a:r>
              <a:rPr lang="en-GB" dirty="0"/>
              <a:t>Click to edit Master title</a:t>
            </a:r>
            <a:endParaRPr lang="en-US" dirty="0"/>
          </a:p>
        </p:txBody>
      </p:sp>
      <p:sp>
        <p:nvSpPr>
          <p:cNvPr id="6" name="Text Placeholder 2">
            <a:extLst>
              <a:ext uri="{FF2B5EF4-FFF2-40B4-BE49-F238E27FC236}">
                <a16:creationId xmlns:a16="http://schemas.microsoft.com/office/drawing/2014/main" id="{09B4D5BA-54B7-AC73-A1BC-4825B5D0E8F6}"/>
              </a:ext>
            </a:extLst>
          </p:cNvPr>
          <p:cNvSpPr>
            <a:spLocks noGrp="1"/>
          </p:cNvSpPr>
          <p:nvPr>
            <p:ph idx="1"/>
          </p:nvPr>
        </p:nvSpPr>
        <p:spPr>
          <a:xfrm>
            <a:off x="245654" y="1855305"/>
            <a:ext cx="11598479" cy="4321659"/>
          </a:xfrm>
          <a:prstGeom prst="rect">
            <a:avLst/>
          </a:prstGeom>
        </p:spPr>
        <p:txBody>
          <a:bodyPr vert="horz" lIns="91440" tIns="45720" rIns="91440" bIns="45720" rtlCol="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hcSlideMaster.Blank Automotive Dark GreenHeader" descr="Classification: Internal">
            <a:extLst>
              <a:ext uri="{FF2B5EF4-FFF2-40B4-BE49-F238E27FC236}">
                <a16:creationId xmlns:a16="http://schemas.microsoft.com/office/drawing/2014/main" id="{745CB24F-1E88-2F85-EBC2-8338D967D1E6}"/>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6327767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Automotive Dark Green">
    <p:bg>
      <p:bgPr>
        <a:solidFill>
          <a:schemeClr val="tx2"/>
        </a:solidFill>
        <a:effectLst/>
      </p:bgPr>
    </p:bg>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73B6076B-D9C5-8F0E-BCDD-D843DDA94745}"/>
              </a:ext>
            </a:extLst>
          </p:cNvPr>
          <p:cNvSpPr>
            <a:spLocks noGrp="1"/>
          </p:cNvSpPr>
          <p:nvPr>
            <p:ph type="pic" sz="quarter" idx="15"/>
          </p:nvPr>
        </p:nvSpPr>
        <p:spPr>
          <a:xfrm>
            <a:off x="5934269" y="816888"/>
            <a:ext cx="6257731" cy="5177041"/>
          </a:xfrm>
          <a:custGeom>
            <a:avLst/>
            <a:gdLst>
              <a:gd name="connsiteX0" fmla="*/ 1805307 w 6055200"/>
              <a:gd name="connsiteY0" fmla="*/ 0 h 4744529"/>
              <a:gd name="connsiteX1" fmla="*/ 6055200 w 6055200"/>
              <a:gd name="connsiteY1" fmla="*/ 0 h 4744529"/>
              <a:gd name="connsiteX2" fmla="*/ 6055200 w 6055200"/>
              <a:gd name="connsiteY2" fmla="*/ 4744529 h 4744529"/>
              <a:gd name="connsiteX3" fmla="*/ 0 w 6055200"/>
              <a:gd name="connsiteY3" fmla="*/ 4744529 h 4744529"/>
            </a:gdLst>
            <a:ahLst/>
            <a:cxnLst>
              <a:cxn ang="0">
                <a:pos x="connsiteX0" y="connsiteY0"/>
              </a:cxn>
              <a:cxn ang="0">
                <a:pos x="connsiteX1" y="connsiteY1"/>
              </a:cxn>
              <a:cxn ang="0">
                <a:pos x="connsiteX2" y="connsiteY2"/>
              </a:cxn>
              <a:cxn ang="0">
                <a:pos x="connsiteX3" y="connsiteY3"/>
              </a:cxn>
            </a:cxnLst>
            <a:rect l="l" t="t" r="r" b="b"/>
            <a:pathLst>
              <a:path w="6055200" h="4744529">
                <a:moveTo>
                  <a:pt x="1805307" y="0"/>
                </a:moveTo>
                <a:lnTo>
                  <a:pt x="6055200" y="0"/>
                </a:lnTo>
                <a:lnTo>
                  <a:pt x="6055200" y="4744529"/>
                </a:lnTo>
                <a:lnTo>
                  <a:pt x="0" y="4744529"/>
                </a:lnTo>
                <a:close/>
              </a:path>
            </a:pathLst>
          </a:custGeom>
        </p:spPr>
        <p:txBody>
          <a:bodyPr wrap="square" anchor="ctr">
            <a:noAutofit/>
          </a:bodyPr>
          <a:lstStyle>
            <a:lvl1pPr algn="ctr">
              <a:defRPr>
                <a:solidFill>
                  <a:schemeClr val="bg1"/>
                </a:solidFill>
              </a:defRPr>
            </a:lvl1pPr>
          </a:lstStyle>
          <a:p>
            <a:endParaRPr lang="en-US"/>
          </a:p>
        </p:txBody>
      </p:sp>
      <p:grpSp>
        <p:nvGrpSpPr>
          <p:cNvPr id="17" name="Group 16">
            <a:extLst>
              <a:ext uri="{FF2B5EF4-FFF2-40B4-BE49-F238E27FC236}">
                <a16:creationId xmlns:a16="http://schemas.microsoft.com/office/drawing/2014/main" id="{6824FB13-A710-3604-1DFA-7EB16A1599DD}"/>
              </a:ext>
            </a:extLst>
          </p:cNvPr>
          <p:cNvGrpSpPr/>
          <p:nvPr userDrawn="1"/>
        </p:nvGrpSpPr>
        <p:grpSpPr>
          <a:xfrm>
            <a:off x="11084200" y="316628"/>
            <a:ext cx="761725" cy="157981"/>
            <a:chOff x="9242701" y="249950"/>
            <a:chExt cx="652960" cy="135423"/>
          </a:xfrm>
        </p:grpSpPr>
        <p:sp>
          <p:nvSpPr>
            <p:cNvPr id="18" name="object 6">
              <a:extLst>
                <a:ext uri="{FF2B5EF4-FFF2-40B4-BE49-F238E27FC236}">
                  <a16:creationId xmlns:a16="http://schemas.microsoft.com/office/drawing/2014/main" id="{B25B4BF6-52E5-389C-804A-F07AE19AC3A0}"/>
                </a:ext>
              </a:extLst>
            </p:cNvPr>
            <p:cNvSpPr/>
            <p:nvPr/>
          </p:nvSpPr>
          <p:spPr>
            <a:xfrm>
              <a:off x="9571215" y="268829"/>
              <a:ext cx="122588" cy="103011"/>
            </a:xfrm>
            <a:custGeom>
              <a:avLst/>
              <a:gdLst/>
              <a:ahLst/>
              <a:cxnLst/>
              <a:rect l="l" t="t" r="r" b="b"/>
              <a:pathLst>
                <a:path w="242569" h="203834">
                  <a:moveTo>
                    <a:pt x="163104" y="0"/>
                  </a:moveTo>
                  <a:lnTo>
                    <a:pt x="77442" y="0"/>
                  </a:lnTo>
                  <a:lnTo>
                    <a:pt x="0" y="203229"/>
                  </a:lnTo>
                  <a:lnTo>
                    <a:pt x="78353" y="203229"/>
                  </a:lnTo>
                  <a:lnTo>
                    <a:pt x="120279" y="82018"/>
                  </a:lnTo>
                  <a:lnTo>
                    <a:pt x="162194" y="203229"/>
                  </a:lnTo>
                  <a:lnTo>
                    <a:pt x="242390" y="203229"/>
                  </a:lnTo>
                  <a:lnTo>
                    <a:pt x="163104" y="0"/>
                  </a:lnTo>
                  <a:close/>
                </a:path>
              </a:pathLst>
            </a:custGeom>
            <a:solidFill>
              <a:srgbClr val="FFFFFF"/>
            </a:solidFill>
          </p:spPr>
          <p:txBody>
            <a:bodyPr wrap="square" lIns="0" tIns="0" rIns="0" bIns="0" rtlCol="0"/>
            <a:lstStyle/>
            <a:p>
              <a:endParaRPr sz="1351"/>
            </a:p>
          </p:txBody>
        </p:sp>
        <p:sp>
          <p:nvSpPr>
            <p:cNvPr id="19" name="object 7">
              <a:extLst>
                <a:ext uri="{FF2B5EF4-FFF2-40B4-BE49-F238E27FC236}">
                  <a16:creationId xmlns:a16="http://schemas.microsoft.com/office/drawing/2014/main" id="{461B9713-8B60-111C-CC58-694680C56E5C}"/>
                </a:ext>
              </a:extLst>
            </p:cNvPr>
            <p:cNvSpPr/>
            <p:nvPr/>
          </p:nvSpPr>
          <p:spPr>
            <a:xfrm>
              <a:off x="9772920" y="268829"/>
              <a:ext cx="122588" cy="103011"/>
            </a:xfrm>
            <a:custGeom>
              <a:avLst/>
              <a:gdLst/>
              <a:ahLst/>
              <a:cxnLst/>
              <a:rect l="l" t="t" r="r" b="b"/>
              <a:pathLst>
                <a:path w="242569" h="203834">
                  <a:moveTo>
                    <a:pt x="163125" y="0"/>
                  </a:moveTo>
                  <a:lnTo>
                    <a:pt x="77453" y="0"/>
                  </a:lnTo>
                  <a:lnTo>
                    <a:pt x="0" y="203229"/>
                  </a:lnTo>
                  <a:lnTo>
                    <a:pt x="79285" y="203229"/>
                  </a:lnTo>
                  <a:lnTo>
                    <a:pt x="120289" y="82018"/>
                  </a:lnTo>
                  <a:lnTo>
                    <a:pt x="162194" y="203229"/>
                  </a:lnTo>
                  <a:lnTo>
                    <a:pt x="242390" y="203229"/>
                  </a:lnTo>
                  <a:lnTo>
                    <a:pt x="163125" y="0"/>
                  </a:lnTo>
                  <a:close/>
                </a:path>
              </a:pathLst>
            </a:custGeom>
            <a:solidFill>
              <a:srgbClr val="FFFFFF"/>
            </a:solidFill>
          </p:spPr>
          <p:txBody>
            <a:bodyPr wrap="square" lIns="0" tIns="0" rIns="0" bIns="0" rtlCol="0"/>
            <a:lstStyle/>
            <a:p>
              <a:endParaRPr sz="1351"/>
            </a:p>
          </p:txBody>
        </p:sp>
        <p:grpSp>
          <p:nvGrpSpPr>
            <p:cNvPr id="20" name="object 8">
              <a:extLst>
                <a:ext uri="{FF2B5EF4-FFF2-40B4-BE49-F238E27FC236}">
                  <a16:creationId xmlns:a16="http://schemas.microsoft.com/office/drawing/2014/main" id="{AEF4C171-5B2C-20F6-F682-059D5043D14D}"/>
                </a:ext>
              </a:extLst>
            </p:cNvPr>
            <p:cNvGrpSpPr/>
            <p:nvPr/>
          </p:nvGrpSpPr>
          <p:grpSpPr>
            <a:xfrm>
              <a:off x="9242701" y="249950"/>
              <a:ext cx="202816" cy="135423"/>
              <a:chOff x="18288992" y="494982"/>
              <a:chExt cx="401320" cy="267970"/>
            </a:xfrm>
          </p:grpSpPr>
          <p:sp>
            <p:nvSpPr>
              <p:cNvPr id="26" name="object 9">
                <a:extLst>
                  <a:ext uri="{FF2B5EF4-FFF2-40B4-BE49-F238E27FC236}">
                    <a16:creationId xmlns:a16="http://schemas.microsoft.com/office/drawing/2014/main" id="{4DBBD0F8-636E-924E-251F-1E750B7D6ECA}"/>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27" name="object 10">
                <a:extLst>
                  <a:ext uri="{FF2B5EF4-FFF2-40B4-BE49-F238E27FC236}">
                    <a16:creationId xmlns:a16="http://schemas.microsoft.com/office/drawing/2014/main" id="{32FE21A8-0292-E992-68A7-D493E81C6FA2}"/>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9" name="object 11">
                <a:extLst>
                  <a:ext uri="{FF2B5EF4-FFF2-40B4-BE49-F238E27FC236}">
                    <a16:creationId xmlns:a16="http://schemas.microsoft.com/office/drawing/2014/main" id="{A8F8113F-F527-DF24-6F62-275E5BECDA8F}"/>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sp>
          <p:nvSpPr>
            <p:cNvPr id="21" name="object 22">
              <a:extLst>
                <a:ext uri="{FF2B5EF4-FFF2-40B4-BE49-F238E27FC236}">
                  <a16:creationId xmlns:a16="http://schemas.microsoft.com/office/drawing/2014/main" id="{A3EB1A4C-0B99-1909-6DBD-1BE3C0FDE593}"/>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FFFFFF"/>
            </a:solidFill>
          </p:spPr>
          <p:txBody>
            <a:bodyPr wrap="square" lIns="0" tIns="0" rIns="0" bIns="0" rtlCol="0"/>
            <a:lstStyle/>
            <a:p>
              <a:endParaRPr sz="1351"/>
            </a:p>
          </p:txBody>
        </p:sp>
        <p:grpSp>
          <p:nvGrpSpPr>
            <p:cNvPr id="22" name="object 23">
              <a:extLst>
                <a:ext uri="{FF2B5EF4-FFF2-40B4-BE49-F238E27FC236}">
                  <a16:creationId xmlns:a16="http://schemas.microsoft.com/office/drawing/2014/main" id="{DF528001-5EB3-DE52-0785-82DFA8E56541}"/>
                </a:ext>
              </a:extLst>
            </p:cNvPr>
            <p:cNvGrpSpPr/>
            <p:nvPr/>
          </p:nvGrpSpPr>
          <p:grpSpPr>
            <a:xfrm>
              <a:off x="9242701" y="249950"/>
              <a:ext cx="202816" cy="135423"/>
              <a:chOff x="18288992" y="494982"/>
              <a:chExt cx="401320" cy="267970"/>
            </a:xfrm>
          </p:grpSpPr>
          <p:sp>
            <p:nvSpPr>
              <p:cNvPr id="23" name="object 24">
                <a:extLst>
                  <a:ext uri="{FF2B5EF4-FFF2-40B4-BE49-F238E27FC236}">
                    <a16:creationId xmlns:a16="http://schemas.microsoft.com/office/drawing/2014/main" id="{B43A1203-EFD0-52EB-E965-58B41339FDC2}"/>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24" name="object 25">
                <a:extLst>
                  <a:ext uri="{FF2B5EF4-FFF2-40B4-BE49-F238E27FC236}">
                    <a16:creationId xmlns:a16="http://schemas.microsoft.com/office/drawing/2014/main" id="{EA8187B0-9D47-5A92-0663-7EAD561F4B20}"/>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5" name="object 26">
                <a:extLst>
                  <a:ext uri="{FF2B5EF4-FFF2-40B4-BE49-F238E27FC236}">
                    <a16:creationId xmlns:a16="http://schemas.microsoft.com/office/drawing/2014/main" id="{BF92E0E9-0288-3B16-4BCF-DD834E568113}"/>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36" name="TextBox 35">
            <a:extLst>
              <a:ext uri="{FF2B5EF4-FFF2-40B4-BE49-F238E27FC236}">
                <a16:creationId xmlns:a16="http://schemas.microsoft.com/office/drawing/2014/main" id="{00439E84-97CE-7951-71AF-552278CECA61}"/>
              </a:ext>
            </a:extLst>
          </p:cNvPr>
          <p:cNvSpPr txBox="1"/>
          <p:nvPr userDrawn="1"/>
        </p:nvSpPr>
        <p:spPr>
          <a:xfrm>
            <a:off x="437245" y="6373607"/>
            <a:ext cx="6098875" cy="200055"/>
          </a:xfrm>
          <a:prstGeom prst="rect">
            <a:avLst/>
          </a:prstGeom>
          <a:noFill/>
        </p:spPr>
        <p:txBody>
          <a:bodyPr wrap="square">
            <a:spAutoFit/>
          </a:bodyPr>
          <a:lstStyle/>
          <a:p>
            <a:r>
              <a:rPr lang="en-GB" sz="700" spc="-20" baseline="0">
                <a:solidFill>
                  <a:srgbClr val="FFFFFF"/>
                </a:solidFill>
                <a:effectLst/>
              </a:rPr>
              <a:t>© Copyright 2025 Tata Technologies. All rights reserved. All other trademarks are trademarks of their respective owners.</a:t>
            </a:r>
          </a:p>
        </p:txBody>
      </p:sp>
      <p:sp>
        <p:nvSpPr>
          <p:cNvPr id="4" name="Title 1">
            <a:extLst>
              <a:ext uri="{FF2B5EF4-FFF2-40B4-BE49-F238E27FC236}">
                <a16:creationId xmlns:a16="http://schemas.microsoft.com/office/drawing/2014/main" id="{BAEC7D47-3DF7-1D30-C3A9-A47CD4A0228E}"/>
              </a:ext>
            </a:extLst>
          </p:cNvPr>
          <p:cNvSpPr>
            <a:spLocks noGrp="1"/>
          </p:cNvSpPr>
          <p:nvPr>
            <p:ph type="title" hasCustomPrompt="1"/>
          </p:nvPr>
        </p:nvSpPr>
        <p:spPr>
          <a:xfrm>
            <a:off x="245655" y="2600329"/>
            <a:ext cx="5223495" cy="1317583"/>
          </a:xfrm>
          <a:prstGeom prst="rect">
            <a:avLst/>
          </a:prstGeom>
        </p:spPr>
        <p:txBody>
          <a:bodyPr/>
          <a:lstStyle>
            <a:lvl1pPr algn="l" defTabSz="914332" rtl="0" eaLnBrk="1" latinLnBrk="0" hangingPunct="1">
              <a:lnSpc>
                <a:spcPct val="90000"/>
              </a:lnSpc>
              <a:spcBef>
                <a:spcPct val="0"/>
              </a:spcBef>
              <a:buNone/>
              <a:defRPr lang="en-US" sz="3600" b="0" i="0" kern="1200" dirty="0">
                <a:solidFill>
                  <a:srgbClr val="5EEC6F"/>
                </a:solidFill>
                <a:latin typeface="+mj-lt"/>
                <a:ea typeface="+mj-ea"/>
                <a:cs typeface="+mj-cs"/>
              </a:defRPr>
            </a:lvl1pPr>
          </a:lstStyle>
          <a:p>
            <a:r>
              <a:rPr lang="en-GB" dirty="0"/>
              <a:t>Click to edit title</a:t>
            </a:r>
            <a:endParaRPr lang="en-US" dirty="0"/>
          </a:p>
        </p:txBody>
      </p:sp>
      <p:pic>
        <p:nvPicPr>
          <p:cNvPr id="3" name="Picture 2">
            <a:extLst>
              <a:ext uri="{FF2B5EF4-FFF2-40B4-BE49-F238E27FC236}">
                <a16:creationId xmlns:a16="http://schemas.microsoft.com/office/drawing/2014/main" id="{0FDBB593-2139-0F1C-4724-397918367958}"/>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334503" y="333376"/>
            <a:ext cx="1775655" cy="126189"/>
          </a:xfrm>
          <a:prstGeom prst="rect">
            <a:avLst/>
          </a:prstGeom>
        </p:spPr>
      </p:pic>
      <p:pic>
        <p:nvPicPr>
          <p:cNvPr id="5" name="Graphic 4">
            <a:extLst>
              <a:ext uri="{FF2B5EF4-FFF2-40B4-BE49-F238E27FC236}">
                <a16:creationId xmlns:a16="http://schemas.microsoft.com/office/drawing/2014/main" id="{4F52FF77-E394-433B-DD8F-B8AD5CA9D3DE}"/>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703997" y="6408073"/>
            <a:ext cx="2135347" cy="168971"/>
          </a:xfrm>
          <a:prstGeom prst="rect">
            <a:avLst/>
          </a:prstGeom>
        </p:spPr>
      </p:pic>
      <p:sp>
        <p:nvSpPr>
          <p:cNvPr id="6" name="Text Placeholder 6">
            <a:extLst>
              <a:ext uri="{FF2B5EF4-FFF2-40B4-BE49-F238E27FC236}">
                <a16:creationId xmlns:a16="http://schemas.microsoft.com/office/drawing/2014/main" id="{51FED1D0-7731-E5E8-681D-68F01AC9C6A9}"/>
              </a:ext>
            </a:extLst>
          </p:cNvPr>
          <p:cNvSpPr>
            <a:spLocks noGrp="1"/>
          </p:cNvSpPr>
          <p:nvPr>
            <p:ph type="body" sz="quarter" idx="13" hasCustomPrompt="1"/>
          </p:nvPr>
        </p:nvSpPr>
        <p:spPr>
          <a:xfrm>
            <a:off x="245653" y="4004398"/>
            <a:ext cx="4291843" cy="793631"/>
          </a:xfrm>
        </p:spPr>
        <p:txBody>
          <a:bodyPr/>
          <a:lstStyle>
            <a:lvl1pPr marL="0" indent="0">
              <a:lnSpc>
                <a:spcPct val="90000"/>
              </a:lnSpc>
              <a:buNone/>
              <a:defRPr sz="2400">
                <a:solidFill>
                  <a:schemeClr val="bg1"/>
                </a:solidFill>
              </a:defRPr>
            </a:lvl1pPr>
          </a:lstStyle>
          <a:p>
            <a:pPr lvl="0"/>
            <a:r>
              <a:rPr lang="en-GB" dirty="0"/>
              <a:t>Click here to edit subheading</a:t>
            </a:r>
            <a:endParaRPr lang="en-US" dirty="0"/>
          </a:p>
        </p:txBody>
      </p:sp>
      <p:sp>
        <p:nvSpPr>
          <p:cNvPr id="7" name="Text Placeholder 6">
            <a:extLst>
              <a:ext uri="{FF2B5EF4-FFF2-40B4-BE49-F238E27FC236}">
                <a16:creationId xmlns:a16="http://schemas.microsoft.com/office/drawing/2014/main" id="{62C3DEFF-2C97-366F-154D-D468A4A6F897}"/>
              </a:ext>
            </a:extLst>
          </p:cNvPr>
          <p:cNvSpPr>
            <a:spLocks noGrp="1"/>
          </p:cNvSpPr>
          <p:nvPr>
            <p:ph type="body" sz="quarter" idx="16" hasCustomPrompt="1"/>
          </p:nvPr>
        </p:nvSpPr>
        <p:spPr>
          <a:xfrm>
            <a:off x="245653" y="4891599"/>
            <a:ext cx="4291843" cy="414068"/>
          </a:xfrm>
        </p:spPr>
        <p:txBody>
          <a:bodyPr/>
          <a:lstStyle>
            <a:lvl1pPr marL="0" indent="0">
              <a:buNone/>
              <a:defRPr sz="1600">
                <a:solidFill>
                  <a:schemeClr val="bg1"/>
                </a:solidFill>
              </a:defRPr>
            </a:lvl1pPr>
          </a:lstStyle>
          <a:p>
            <a:pPr lvl="0"/>
            <a:r>
              <a:rPr lang="en-GB" dirty="0"/>
              <a:t>Enter Date or Document Version</a:t>
            </a:r>
            <a:endParaRPr lang="en-US" dirty="0"/>
          </a:p>
        </p:txBody>
      </p:sp>
      <p:pic>
        <p:nvPicPr>
          <p:cNvPr id="9" name="Picture 8">
            <a:extLst>
              <a:ext uri="{FF2B5EF4-FFF2-40B4-BE49-F238E27FC236}">
                <a16:creationId xmlns:a16="http://schemas.microsoft.com/office/drawing/2014/main" id="{04983B14-4E7E-C5D8-BA72-28C53C6C8A90}"/>
              </a:ext>
            </a:extLst>
          </p:cNvPr>
          <p:cNvPicPr>
            <a:picLocks noChangeAspect="1"/>
          </p:cNvPicPr>
          <p:nvPr userDrawn="1"/>
        </p:nvPicPr>
        <p:blipFill>
          <a:blip r:embed="rId7"/>
          <a:stretch>
            <a:fillRect/>
          </a:stretch>
        </p:blipFill>
        <p:spPr>
          <a:xfrm>
            <a:off x="262867" y="1145231"/>
            <a:ext cx="2120641" cy="834497"/>
          </a:xfrm>
          <a:prstGeom prst="rect">
            <a:avLst/>
          </a:prstGeom>
        </p:spPr>
      </p:pic>
      <p:sp>
        <p:nvSpPr>
          <p:cNvPr id="2" name="hcSlideMaster.CoverAutomotive Dark GreenHeader" descr="Classification: Internal">
            <a:extLst>
              <a:ext uri="{FF2B5EF4-FFF2-40B4-BE49-F238E27FC236}">
                <a16:creationId xmlns:a16="http://schemas.microsoft.com/office/drawing/2014/main" id="{1544E679-5C33-6552-9633-C1BF534CB156}"/>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368407291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1639">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utomotive Separator">
    <p:bg>
      <p:bgPr>
        <a:solidFill>
          <a:schemeClr val="tx2"/>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F0B149E-6858-71E6-9F4B-5CF9CE345E1A}"/>
              </a:ext>
            </a:extLst>
          </p:cNvPr>
          <p:cNvSpPr>
            <a:spLocks noGrp="1"/>
          </p:cNvSpPr>
          <p:nvPr>
            <p:ph type="title" hasCustomPrompt="1"/>
          </p:nvPr>
        </p:nvSpPr>
        <p:spPr>
          <a:xfrm>
            <a:off x="228403" y="2819757"/>
            <a:ext cx="4350335" cy="1720800"/>
          </a:xfrm>
          <a:prstGeom prst="rect">
            <a:avLst/>
          </a:prstGeom>
        </p:spPr>
        <p:txBody>
          <a:bodyPr/>
          <a:lstStyle>
            <a:lvl1pPr>
              <a:lnSpc>
                <a:spcPct val="90000"/>
              </a:lnSpc>
              <a:defRPr sz="2800">
                <a:solidFill>
                  <a:schemeClr val="bg1"/>
                </a:solidFill>
              </a:defRPr>
            </a:lvl1pPr>
          </a:lstStyle>
          <a:p>
            <a:r>
              <a:rPr lang="en-GB"/>
              <a:t>Separator</a:t>
            </a:r>
            <a:endParaRPr lang="en-US"/>
          </a:p>
        </p:txBody>
      </p:sp>
      <p:grpSp>
        <p:nvGrpSpPr>
          <p:cNvPr id="15" name="Group 14">
            <a:extLst>
              <a:ext uri="{FF2B5EF4-FFF2-40B4-BE49-F238E27FC236}">
                <a16:creationId xmlns:a16="http://schemas.microsoft.com/office/drawing/2014/main" id="{8E945807-692A-1600-245C-85B412D88710}"/>
              </a:ext>
            </a:extLst>
          </p:cNvPr>
          <p:cNvGrpSpPr/>
          <p:nvPr userDrawn="1"/>
        </p:nvGrpSpPr>
        <p:grpSpPr>
          <a:xfrm>
            <a:off x="11084200" y="316628"/>
            <a:ext cx="761725" cy="157981"/>
            <a:chOff x="9242701" y="249950"/>
            <a:chExt cx="652960" cy="135423"/>
          </a:xfrm>
        </p:grpSpPr>
        <p:sp>
          <p:nvSpPr>
            <p:cNvPr id="16" name="object 6">
              <a:extLst>
                <a:ext uri="{FF2B5EF4-FFF2-40B4-BE49-F238E27FC236}">
                  <a16:creationId xmlns:a16="http://schemas.microsoft.com/office/drawing/2014/main" id="{FE8252D3-76C6-954E-2C0A-65EEF6F46849}"/>
                </a:ext>
              </a:extLst>
            </p:cNvPr>
            <p:cNvSpPr/>
            <p:nvPr/>
          </p:nvSpPr>
          <p:spPr>
            <a:xfrm>
              <a:off x="9571215" y="268829"/>
              <a:ext cx="122588" cy="103011"/>
            </a:xfrm>
            <a:custGeom>
              <a:avLst/>
              <a:gdLst/>
              <a:ahLst/>
              <a:cxnLst/>
              <a:rect l="l" t="t" r="r" b="b"/>
              <a:pathLst>
                <a:path w="242569" h="203834">
                  <a:moveTo>
                    <a:pt x="163104" y="0"/>
                  </a:moveTo>
                  <a:lnTo>
                    <a:pt x="77442" y="0"/>
                  </a:lnTo>
                  <a:lnTo>
                    <a:pt x="0" y="203229"/>
                  </a:lnTo>
                  <a:lnTo>
                    <a:pt x="78353" y="203229"/>
                  </a:lnTo>
                  <a:lnTo>
                    <a:pt x="120279" y="82018"/>
                  </a:lnTo>
                  <a:lnTo>
                    <a:pt x="162194" y="203229"/>
                  </a:lnTo>
                  <a:lnTo>
                    <a:pt x="242390" y="203229"/>
                  </a:lnTo>
                  <a:lnTo>
                    <a:pt x="163104" y="0"/>
                  </a:lnTo>
                  <a:close/>
                </a:path>
              </a:pathLst>
            </a:custGeom>
            <a:solidFill>
              <a:srgbClr val="FFFFFF"/>
            </a:solidFill>
          </p:spPr>
          <p:txBody>
            <a:bodyPr wrap="square" lIns="0" tIns="0" rIns="0" bIns="0" rtlCol="0"/>
            <a:lstStyle/>
            <a:p>
              <a:endParaRPr sz="1351"/>
            </a:p>
          </p:txBody>
        </p:sp>
        <p:sp>
          <p:nvSpPr>
            <p:cNvPr id="17" name="object 7">
              <a:extLst>
                <a:ext uri="{FF2B5EF4-FFF2-40B4-BE49-F238E27FC236}">
                  <a16:creationId xmlns:a16="http://schemas.microsoft.com/office/drawing/2014/main" id="{EA57E122-B272-0A88-984F-964418378C1F}"/>
                </a:ext>
              </a:extLst>
            </p:cNvPr>
            <p:cNvSpPr/>
            <p:nvPr/>
          </p:nvSpPr>
          <p:spPr>
            <a:xfrm>
              <a:off x="9772920" y="268829"/>
              <a:ext cx="122588" cy="103011"/>
            </a:xfrm>
            <a:custGeom>
              <a:avLst/>
              <a:gdLst/>
              <a:ahLst/>
              <a:cxnLst/>
              <a:rect l="l" t="t" r="r" b="b"/>
              <a:pathLst>
                <a:path w="242569" h="203834">
                  <a:moveTo>
                    <a:pt x="163125" y="0"/>
                  </a:moveTo>
                  <a:lnTo>
                    <a:pt x="77453" y="0"/>
                  </a:lnTo>
                  <a:lnTo>
                    <a:pt x="0" y="203229"/>
                  </a:lnTo>
                  <a:lnTo>
                    <a:pt x="79285" y="203229"/>
                  </a:lnTo>
                  <a:lnTo>
                    <a:pt x="120289" y="82018"/>
                  </a:lnTo>
                  <a:lnTo>
                    <a:pt x="162194" y="203229"/>
                  </a:lnTo>
                  <a:lnTo>
                    <a:pt x="242390" y="203229"/>
                  </a:lnTo>
                  <a:lnTo>
                    <a:pt x="163125" y="0"/>
                  </a:lnTo>
                  <a:close/>
                </a:path>
              </a:pathLst>
            </a:custGeom>
            <a:solidFill>
              <a:srgbClr val="FFFFFF"/>
            </a:solidFill>
          </p:spPr>
          <p:txBody>
            <a:bodyPr wrap="square" lIns="0" tIns="0" rIns="0" bIns="0" rtlCol="0"/>
            <a:lstStyle/>
            <a:p>
              <a:endParaRPr sz="1351"/>
            </a:p>
          </p:txBody>
        </p:sp>
        <p:grpSp>
          <p:nvGrpSpPr>
            <p:cNvPr id="18" name="object 8">
              <a:extLst>
                <a:ext uri="{FF2B5EF4-FFF2-40B4-BE49-F238E27FC236}">
                  <a16:creationId xmlns:a16="http://schemas.microsoft.com/office/drawing/2014/main" id="{028306A9-661C-3404-CF5B-6FBC5F44C34C}"/>
                </a:ext>
              </a:extLst>
            </p:cNvPr>
            <p:cNvGrpSpPr/>
            <p:nvPr/>
          </p:nvGrpSpPr>
          <p:grpSpPr>
            <a:xfrm>
              <a:off x="9242701" y="249950"/>
              <a:ext cx="202816" cy="135423"/>
              <a:chOff x="18288992" y="494982"/>
              <a:chExt cx="401320" cy="267970"/>
            </a:xfrm>
          </p:grpSpPr>
          <p:sp>
            <p:nvSpPr>
              <p:cNvPr id="24" name="object 9">
                <a:extLst>
                  <a:ext uri="{FF2B5EF4-FFF2-40B4-BE49-F238E27FC236}">
                    <a16:creationId xmlns:a16="http://schemas.microsoft.com/office/drawing/2014/main" id="{02F69C2D-AE0D-2217-3C9C-5159FCC38284}"/>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25" name="object 10">
                <a:extLst>
                  <a:ext uri="{FF2B5EF4-FFF2-40B4-BE49-F238E27FC236}">
                    <a16:creationId xmlns:a16="http://schemas.microsoft.com/office/drawing/2014/main" id="{21505F9C-D02D-A3D4-E9DB-1206A8C3C784}"/>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6" name="object 11">
                <a:extLst>
                  <a:ext uri="{FF2B5EF4-FFF2-40B4-BE49-F238E27FC236}">
                    <a16:creationId xmlns:a16="http://schemas.microsoft.com/office/drawing/2014/main" id="{3CD5FC1C-7F9D-1E62-715B-6E31AD796965}"/>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sp>
          <p:nvSpPr>
            <p:cNvPr id="19" name="object 22">
              <a:extLst>
                <a:ext uri="{FF2B5EF4-FFF2-40B4-BE49-F238E27FC236}">
                  <a16:creationId xmlns:a16="http://schemas.microsoft.com/office/drawing/2014/main" id="{83BF4D0F-CE14-9AC4-117D-CF805ED8B6BA}"/>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FFFFFF"/>
            </a:solidFill>
          </p:spPr>
          <p:txBody>
            <a:bodyPr wrap="square" lIns="0" tIns="0" rIns="0" bIns="0" rtlCol="0"/>
            <a:lstStyle/>
            <a:p>
              <a:endParaRPr sz="1351"/>
            </a:p>
          </p:txBody>
        </p:sp>
        <p:grpSp>
          <p:nvGrpSpPr>
            <p:cNvPr id="20" name="object 23">
              <a:extLst>
                <a:ext uri="{FF2B5EF4-FFF2-40B4-BE49-F238E27FC236}">
                  <a16:creationId xmlns:a16="http://schemas.microsoft.com/office/drawing/2014/main" id="{7EF3CE76-4E5E-65D3-B5BC-DB148DB55CAF}"/>
                </a:ext>
              </a:extLst>
            </p:cNvPr>
            <p:cNvGrpSpPr/>
            <p:nvPr/>
          </p:nvGrpSpPr>
          <p:grpSpPr>
            <a:xfrm>
              <a:off x="9242701" y="249950"/>
              <a:ext cx="202816" cy="135423"/>
              <a:chOff x="18288992" y="494982"/>
              <a:chExt cx="401320" cy="267970"/>
            </a:xfrm>
          </p:grpSpPr>
          <p:sp>
            <p:nvSpPr>
              <p:cNvPr id="21" name="object 24">
                <a:extLst>
                  <a:ext uri="{FF2B5EF4-FFF2-40B4-BE49-F238E27FC236}">
                    <a16:creationId xmlns:a16="http://schemas.microsoft.com/office/drawing/2014/main" id="{62141BAA-CBDC-6AE2-4753-B610C908CBA7}"/>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22" name="object 25">
                <a:extLst>
                  <a:ext uri="{FF2B5EF4-FFF2-40B4-BE49-F238E27FC236}">
                    <a16:creationId xmlns:a16="http://schemas.microsoft.com/office/drawing/2014/main" id="{D040E6F7-D30E-79FA-F11F-49B5E8F2F134}"/>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3" name="object 26">
                <a:extLst>
                  <a:ext uri="{FF2B5EF4-FFF2-40B4-BE49-F238E27FC236}">
                    <a16:creationId xmlns:a16="http://schemas.microsoft.com/office/drawing/2014/main" id="{03017B78-8403-B42E-AC00-2235C5E29D19}"/>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33" name="TextBox 32">
            <a:extLst>
              <a:ext uri="{FF2B5EF4-FFF2-40B4-BE49-F238E27FC236}">
                <a16:creationId xmlns:a16="http://schemas.microsoft.com/office/drawing/2014/main" id="{0D3738DA-E1A3-951E-954E-52831689FC14}"/>
              </a:ext>
            </a:extLst>
          </p:cNvPr>
          <p:cNvSpPr txBox="1"/>
          <p:nvPr userDrawn="1"/>
        </p:nvSpPr>
        <p:spPr>
          <a:xfrm>
            <a:off x="437245" y="6373607"/>
            <a:ext cx="6098875" cy="200055"/>
          </a:xfrm>
          <a:prstGeom prst="rect">
            <a:avLst/>
          </a:prstGeom>
          <a:noFill/>
        </p:spPr>
        <p:txBody>
          <a:bodyPr wrap="square">
            <a:spAutoFit/>
          </a:bodyPr>
          <a:lstStyle/>
          <a:p>
            <a:r>
              <a:rPr lang="en-GB" sz="700" spc="-20" baseline="0">
                <a:solidFill>
                  <a:srgbClr val="FFFFFF"/>
                </a:solidFill>
                <a:effectLst/>
              </a:rPr>
              <a:t>© Copyright 2025 Tata Technologies. All rights reserved. All other trademarks are trademarks of their respective owners.</a:t>
            </a:r>
          </a:p>
        </p:txBody>
      </p:sp>
      <p:pic>
        <p:nvPicPr>
          <p:cNvPr id="2" name="Picture 1">
            <a:extLst>
              <a:ext uri="{FF2B5EF4-FFF2-40B4-BE49-F238E27FC236}">
                <a16:creationId xmlns:a16="http://schemas.microsoft.com/office/drawing/2014/main" id="{D8B18A12-64EF-C999-98FF-5C256D331B0C}"/>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334503" y="333376"/>
            <a:ext cx="1775655" cy="126189"/>
          </a:xfrm>
          <a:prstGeom prst="rect">
            <a:avLst/>
          </a:prstGeom>
        </p:spPr>
      </p:pic>
      <p:pic>
        <p:nvPicPr>
          <p:cNvPr id="9" name="Graphic 8">
            <a:extLst>
              <a:ext uri="{FF2B5EF4-FFF2-40B4-BE49-F238E27FC236}">
                <a16:creationId xmlns:a16="http://schemas.microsoft.com/office/drawing/2014/main" id="{12A237FD-243E-F7DE-6A21-C0BFA5F3C9A9}"/>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703997" y="6408073"/>
            <a:ext cx="2135347" cy="168971"/>
          </a:xfrm>
          <a:prstGeom prst="rect">
            <a:avLst/>
          </a:prstGeom>
        </p:spPr>
      </p:pic>
      <p:pic>
        <p:nvPicPr>
          <p:cNvPr id="4" name="Graphic 3">
            <a:extLst>
              <a:ext uri="{FF2B5EF4-FFF2-40B4-BE49-F238E27FC236}">
                <a16:creationId xmlns:a16="http://schemas.microsoft.com/office/drawing/2014/main" id="{BD2DE003-0D9A-4995-1702-E3984259CEA9}"/>
              </a:ext>
            </a:extLst>
          </p:cNvPr>
          <p:cNvPicPr>
            <a:picLocks noChangeAspect="1"/>
          </p:cNvPicPr>
          <p:nvPr userDrawn="1"/>
        </p:nvPicPr>
        <p:blipFill rotWithShape="1">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rcRect t="17778" b="17841"/>
          <a:stretch/>
        </p:blipFill>
        <p:spPr>
          <a:xfrm>
            <a:off x="3206998" y="148040"/>
            <a:ext cx="7896353" cy="6228000"/>
          </a:xfrm>
          <a:prstGeom prst="rect">
            <a:avLst/>
          </a:prstGeom>
        </p:spPr>
      </p:pic>
      <p:pic>
        <p:nvPicPr>
          <p:cNvPr id="5" name="Picture 4">
            <a:extLst>
              <a:ext uri="{FF2B5EF4-FFF2-40B4-BE49-F238E27FC236}">
                <a16:creationId xmlns:a16="http://schemas.microsoft.com/office/drawing/2014/main" id="{18F6AB69-9B9D-D8F5-C7E2-821CA2ADC319}"/>
              </a:ext>
            </a:extLst>
          </p:cNvPr>
          <p:cNvPicPr>
            <a:picLocks noChangeAspect="1"/>
          </p:cNvPicPr>
          <p:nvPr userDrawn="1"/>
        </p:nvPicPr>
        <p:blipFill>
          <a:blip r:embed="rId9"/>
          <a:stretch>
            <a:fillRect/>
          </a:stretch>
        </p:blipFill>
        <p:spPr>
          <a:xfrm>
            <a:off x="262867" y="1145231"/>
            <a:ext cx="2120641" cy="834497"/>
          </a:xfrm>
          <a:prstGeom prst="rect">
            <a:avLst/>
          </a:prstGeom>
        </p:spPr>
      </p:pic>
      <p:sp>
        <p:nvSpPr>
          <p:cNvPr id="3" name="hcSlideMaster.Automotive SeparatorHeader" descr="Classification: Internal">
            <a:extLst>
              <a:ext uri="{FF2B5EF4-FFF2-40B4-BE49-F238E27FC236}">
                <a16:creationId xmlns:a16="http://schemas.microsoft.com/office/drawing/2014/main" id="{35CE61A3-2D35-3C90-32B1-049CD265A094}"/>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181528376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rgbClr val="EFFDF1"/>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5BE10B0-7D06-3774-CE14-749E435E7383}"/>
              </a:ext>
            </a:extLst>
          </p:cNvPr>
          <p:cNvSpPr>
            <a:spLocks noGrp="1"/>
          </p:cNvSpPr>
          <p:nvPr>
            <p:ph type="title" hasCustomPrompt="1"/>
          </p:nvPr>
        </p:nvSpPr>
        <p:spPr>
          <a:xfrm>
            <a:off x="228349" y="849279"/>
            <a:ext cx="11727203" cy="841500"/>
          </a:xfrm>
          <a:prstGeom prst="rect">
            <a:avLst/>
          </a:prstGeom>
        </p:spPr>
        <p:txBody>
          <a:bodyPr/>
          <a:lstStyle>
            <a:lvl1pPr>
              <a:lnSpc>
                <a:spcPct val="90000"/>
              </a:lnSpc>
              <a:spcBef>
                <a:spcPts val="0"/>
              </a:spcBef>
              <a:defRPr sz="2800">
                <a:solidFill>
                  <a:schemeClr val="tx1"/>
                </a:solidFill>
              </a:defRPr>
            </a:lvl1pPr>
          </a:lstStyle>
          <a:p>
            <a:r>
              <a:rPr lang="en-GB"/>
              <a:t>Click to edit title</a:t>
            </a:r>
            <a:endParaRPr lang="en-US"/>
          </a:p>
        </p:txBody>
      </p:sp>
      <p:sp>
        <p:nvSpPr>
          <p:cNvPr id="3" name="Slide Number Placeholder 2">
            <a:extLst>
              <a:ext uri="{FF2B5EF4-FFF2-40B4-BE49-F238E27FC236}">
                <a16:creationId xmlns:a16="http://schemas.microsoft.com/office/drawing/2014/main" id="{78B86191-9A58-B154-648C-603062C210BE}"/>
              </a:ext>
            </a:extLst>
          </p:cNvPr>
          <p:cNvSpPr>
            <a:spLocks noGrp="1"/>
          </p:cNvSpPr>
          <p:nvPr>
            <p:ph type="sldNum" sz="quarter" idx="10"/>
          </p:nvPr>
        </p:nvSpPr>
        <p:spPr/>
        <p:txBody>
          <a:bodyPr/>
          <a:lstStyle/>
          <a:p>
            <a:fld id="{C4B1DB5C-CBD1-46F1-83D6-F5AA23577CB7}" type="slidenum">
              <a:rPr lang="en-GB" smtClean="0"/>
              <a:pPr/>
              <a:t>‹#›</a:t>
            </a:fld>
            <a:endParaRPr lang="en-GB"/>
          </a:p>
        </p:txBody>
      </p:sp>
      <p:grpSp>
        <p:nvGrpSpPr>
          <p:cNvPr id="14" name="Group 13">
            <a:extLst>
              <a:ext uri="{FF2B5EF4-FFF2-40B4-BE49-F238E27FC236}">
                <a16:creationId xmlns:a16="http://schemas.microsoft.com/office/drawing/2014/main" id="{78E911B2-5E5F-B0B6-39C1-E7365BD2CA74}"/>
              </a:ext>
            </a:extLst>
          </p:cNvPr>
          <p:cNvGrpSpPr/>
          <p:nvPr userDrawn="1"/>
        </p:nvGrpSpPr>
        <p:grpSpPr>
          <a:xfrm>
            <a:off x="11084202" y="316459"/>
            <a:ext cx="761727" cy="157980"/>
            <a:chOff x="9242701" y="249950"/>
            <a:chExt cx="652960" cy="135423"/>
          </a:xfrm>
        </p:grpSpPr>
        <p:sp>
          <p:nvSpPr>
            <p:cNvPr id="15" name="object 11">
              <a:extLst>
                <a:ext uri="{FF2B5EF4-FFF2-40B4-BE49-F238E27FC236}">
                  <a16:creationId xmlns:a16="http://schemas.microsoft.com/office/drawing/2014/main" id="{A0AD5596-5949-C51A-6A23-894B5E4D07CC}"/>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16" name="object 12">
              <a:extLst>
                <a:ext uri="{FF2B5EF4-FFF2-40B4-BE49-F238E27FC236}">
                  <a16:creationId xmlns:a16="http://schemas.microsoft.com/office/drawing/2014/main" id="{97B8DFC4-70D5-CDE7-7C15-B3E1270C90F0}"/>
                </a:ext>
              </a:extLst>
            </p:cNvPr>
            <p:cNvGrpSpPr/>
            <p:nvPr/>
          </p:nvGrpSpPr>
          <p:grpSpPr>
            <a:xfrm>
              <a:off x="9242701" y="249950"/>
              <a:ext cx="202816" cy="135423"/>
              <a:chOff x="18288992" y="494982"/>
              <a:chExt cx="401320" cy="267970"/>
            </a:xfrm>
          </p:grpSpPr>
          <p:sp>
            <p:nvSpPr>
              <p:cNvPr id="17" name="object 13">
                <a:extLst>
                  <a:ext uri="{FF2B5EF4-FFF2-40B4-BE49-F238E27FC236}">
                    <a16:creationId xmlns:a16="http://schemas.microsoft.com/office/drawing/2014/main" id="{CE67B112-2CAF-83BE-F90B-6E34C0063830}"/>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18" name="object 14">
                <a:extLst>
                  <a:ext uri="{FF2B5EF4-FFF2-40B4-BE49-F238E27FC236}">
                    <a16:creationId xmlns:a16="http://schemas.microsoft.com/office/drawing/2014/main" id="{71CFF4BE-368B-4E16-BD10-B17CDBB604F5}"/>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19" name="object 15">
                <a:extLst>
                  <a:ext uri="{FF2B5EF4-FFF2-40B4-BE49-F238E27FC236}">
                    <a16:creationId xmlns:a16="http://schemas.microsoft.com/office/drawing/2014/main" id="{F8F18842-BE90-BB91-20CA-6BA95DA8D919}"/>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pic>
        <p:nvPicPr>
          <p:cNvPr id="2" name="Graphic 1">
            <a:extLst>
              <a:ext uri="{FF2B5EF4-FFF2-40B4-BE49-F238E27FC236}">
                <a16:creationId xmlns:a16="http://schemas.microsoft.com/office/drawing/2014/main" id="{8F120E7E-F773-E7BC-D998-12FB871DE60C}"/>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4" name="Picture 3">
            <a:extLst>
              <a:ext uri="{FF2B5EF4-FFF2-40B4-BE49-F238E27FC236}">
                <a16:creationId xmlns:a16="http://schemas.microsoft.com/office/drawing/2014/main" id="{BD1EF069-B5B1-5375-790D-672448B8744C}"/>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6" name="Text Placeholder 6">
            <a:extLst>
              <a:ext uri="{FF2B5EF4-FFF2-40B4-BE49-F238E27FC236}">
                <a16:creationId xmlns:a16="http://schemas.microsoft.com/office/drawing/2014/main" id="{A0F36DA8-9FED-76BB-4381-1FBFE3A27B52}"/>
              </a:ext>
            </a:extLst>
          </p:cNvPr>
          <p:cNvSpPr>
            <a:spLocks noGrp="1"/>
          </p:cNvSpPr>
          <p:nvPr>
            <p:ph type="body" sz="quarter" idx="14" hasCustomPrompt="1"/>
          </p:nvPr>
        </p:nvSpPr>
        <p:spPr>
          <a:xfrm>
            <a:off x="245652" y="1794295"/>
            <a:ext cx="11709901" cy="4382668"/>
          </a:xfrm>
        </p:spPr>
        <p:txBody>
          <a:bodyPr numCol="2" spcCol="252000"/>
          <a:lstStyle>
            <a:lvl1pPr marL="285730" indent="-285730">
              <a:lnSpc>
                <a:spcPct val="100000"/>
              </a:lnSpc>
              <a:spcBef>
                <a:spcPts val="0"/>
              </a:spcBef>
              <a:buFont typeface="Arial" panose="020B0604020202020204" pitchFamily="34" charset="0"/>
              <a:buChar char="•"/>
              <a:defRPr sz="1600">
                <a:solidFill>
                  <a:schemeClr val="tx1"/>
                </a:solidFill>
              </a:defRPr>
            </a:lvl1pPr>
          </a:lstStyle>
          <a:p>
            <a:pPr lvl="0"/>
            <a:r>
              <a:rPr lang="en-GB"/>
              <a:t>Click here to edit content text</a:t>
            </a:r>
            <a:endParaRPr lang="en-US"/>
          </a:p>
        </p:txBody>
      </p:sp>
      <p:sp>
        <p:nvSpPr>
          <p:cNvPr id="5" name="TextBox 4">
            <a:extLst>
              <a:ext uri="{FF2B5EF4-FFF2-40B4-BE49-F238E27FC236}">
                <a16:creationId xmlns:a16="http://schemas.microsoft.com/office/drawing/2014/main" id="{0B552774-4AE5-A349-6E94-A62029CCE0CB}"/>
              </a:ext>
            </a:extLst>
          </p:cNvPr>
          <p:cNvSpPr txBox="1"/>
          <p:nvPr userDrawn="1"/>
        </p:nvSpPr>
        <p:spPr>
          <a:xfrm>
            <a:off x="437245" y="6373607"/>
            <a:ext cx="6098875" cy="200055"/>
          </a:xfrm>
          <a:prstGeom prst="rect">
            <a:avLst/>
          </a:prstGeom>
          <a:noFill/>
        </p:spPr>
        <p:txBody>
          <a:bodyPr wrap="square">
            <a:spAutoFit/>
          </a:bodyPr>
          <a:lstStyle>
            <a:defPPr>
              <a:defRPr lang="en-US"/>
            </a:defPPr>
            <a:lvl1pPr lvl="0">
              <a:defRPr sz="600" spc="-20" baseline="0">
                <a:solidFill>
                  <a:schemeClr val="tx2"/>
                </a:solidFill>
                <a:effectLst/>
              </a:defRPr>
            </a:lvl1pPr>
          </a:lstStyle>
          <a:p>
            <a:pPr lvl="0"/>
            <a:r>
              <a:rPr lang="en-GB" sz="700"/>
              <a:t>© Copyright 2025 Tata Technologies. All rights reserved. All other trademarks are trademarks of their respective owners.</a:t>
            </a:r>
          </a:p>
        </p:txBody>
      </p:sp>
      <p:sp>
        <p:nvSpPr>
          <p:cNvPr id="7" name="hcSlideMaster.Title onlyHeader" descr="Classification: Internal">
            <a:extLst>
              <a:ext uri="{FF2B5EF4-FFF2-40B4-BE49-F238E27FC236}">
                <a16:creationId xmlns:a16="http://schemas.microsoft.com/office/drawing/2014/main" id="{A198C112-6A44-E02F-7405-3AA5302DD85C}"/>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35703002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87A3324-CF26-0748-B4CF-963B702B3F50}"/>
              </a:ext>
            </a:extLst>
          </p:cNvPr>
          <p:cNvSpPr>
            <a:spLocks noGrp="1"/>
          </p:cNvSpPr>
          <p:nvPr>
            <p:ph type="sldNum" sz="quarter" idx="10"/>
          </p:nvPr>
        </p:nvSpPr>
        <p:spPr/>
        <p:txBody>
          <a:bodyPr/>
          <a:lstStyle/>
          <a:p>
            <a:fld id="{C4B1DB5C-CBD1-46F1-83D6-F5AA23577CB7}" type="slidenum">
              <a:rPr lang="en-GB" smtClean="0"/>
              <a:pPr/>
              <a:t>‹#›</a:t>
            </a:fld>
            <a:endParaRPr lang="en-GB"/>
          </a:p>
        </p:txBody>
      </p:sp>
      <p:sp>
        <p:nvSpPr>
          <p:cNvPr id="8" name="Text Placeholder 6">
            <a:extLst>
              <a:ext uri="{FF2B5EF4-FFF2-40B4-BE49-F238E27FC236}">
                <a16:creationId xmlns:a16="http://schemas.microsoft.com/office/drawing/2014/main" id="{7800C36E-23A3-A880-59DF-BC9A66F7F1F4}"/>
              </a:ext>
            </a:extLst>
          </p:cNvPr>
          <p:cNvSpPr>
            <a:spLocks noGrp="1"/>
          </p:cNvSpPr>
          <p:nvPr>
            <p:ph type="body" sz="quarter" idx="13" hasCustomPrompt="1"/>
          </p:nvPr>
        </p:nvSpPr>
        <p:spPr>
          <a:xfrm>
            <a:off x="4059299" y="804351"/>
            <a:ext cx="6292400" cy="1377087"/>
          </a:xfrm>
        </p:spPr>
        <p:txBody>
          <a:bodyPr/>
          <a:lstStyle>
            <a:lvl1pPr marL="0" indent="0">
              <a:lnSpc>
                <a:spcPct val="90000"/>
              </a:lnSpc>
              <a:spcBef>
                <a:spcPts val="0"/>
              </a:spcBef>
              <a:buNone/>
              <a:defRPr sz="1800">
                <a:solidFill>
                  <a:srgbClr val="002B37"/>
                </a:solidFill>
              </a:defRPr>
            </a:lvl1pPr>
          </a:lstStyle>
          <a:p>
            <a:pPr lvl="0"/>
            <a:r>
              <a:rPr lang="en-GB"/>
              <a:t>Click here to edit subheading</a:t>
            </a:r>
            <a:endParaRPr lang="en-US"/>
          </a:p>
        </p:txBody>
      </p:sp>
      <p:sp>
        <p:nvSpPr>
          <p:cNvPr id="9" name="Text Placeholder 6">
            <a:extLst>
              <a:ext uri="{FF2B5EF4-FFF2-40B4-BE49-F238E27FC236}">
                <a16:creationId xmlns:a16="http://schemas.microsoft.com/office/drawing/2014/main" id="{7A5A69EF-2F3B-DFCB-5808-DFE7FC9E747E}"/>
              </a:ext>
            </a:extLst>
          </p:cNvPr>
          <p:cNvSpPr>
            <a:spLocks noGrp="1"/>
          </p:cNvSpPr>
          <p:nvPr>
            <p:ph type="body" sz="quarter" idx="14" hasCustomPrompt="1"/>
          </p:nvPr>
        </p:nvSpPr>
        <p:spPr>
          <a:xfrm>
            <a:off x="232402" y="2342169"/>
            <a:ext cx="11672055" cy="3834795"/>
          </a:xfrm>
        </p:spPr>
        <p:txBody>
          <a:bodyPr numCol="4" spcCol="252000"/>
          <a:lstStyle>
            <a:lvl1pPr marL="285730" indent="-285730">
              <a:lnSpc>
                <a:spcPct val="100000"/>
              </a:lnSpc>
              <a:spcBef>
                <a:spcPts val="0"/>
              </a:spcBef>
              <a:buFont typeface="Arial" panose="020B0604020202020204" pitchFamily="34" charset="0"/>
              <a:buChar char="•"/>
              <a:defRPr sz="1600">
                <a:solidFill>
                  <a:schemeClr val="tx1"/>
                </a:solidFill>
              </a:defRPr>
            </a:lvl1pPr>
          </a:lstStyle>
          <a:p>
            <a:pPr lvl="0"/>
            <a:r>
              <a:rPr lang="en-GB"/>
              <a:t>Click here to edit content text</a:t>
            </a:r>
            <a:endParaRPr lang="en-US"/>
          </a:p>
        </p:txBody>
      </p:sp>
      <p:sp>
        <p:nvSpPr>
          <p:cNvPr id="12" name="Title 1">
            <a:extLst>
              <a:ext uri="{FF2B5EF4-FFF2-40B4-BE49-F238E27FC236}">
                <a16:creationId xmlns:a16="http://schemas.microsoft.com/office/drawing/2014/main" id="{949DDFE2-9038-836D-DA36-FAA59D5D3400}"/>
              </a:ext>
            </a:extLst>
          </p:cNvPr>
          <p:cNvSpPr>
            <a:spLocks noGrp="1"/>
          </p:cNvSpPr>
          <p:nvPr>
            <p:ph type="title" hasCustomPrompt="1"/>
          </p:nvPr>
        </p:nvSpPr>
        <p:spPr>
          <a:xfrm>
            <a:off x="228354" y="849280"/>
            <a:ext cx="3222215" cy="1356365"/>
          </a:xfrm>
          <a:prstGeom prst="rect">
            <a:avLst/>
          </a:prstGeom>
        </p:spPr>
        <p:txBody>
          <a:bodyPr/>
          <a:lstStyle>
            <a:lvl1pPr>
              <a:lnSpc>
                <a:spcPct val="90000"/>
              </a:lnSpc>
              <a:spcBef>
                <a:spcPts val="0"/>
              </a:spcBef>
              <a:defRPr sz="2800">
                <a:solidFill>
                  <a:schemeClr val="tx1"/>
                </a:solidFill>
              </a:defRPr>
            </a:lvl1pPr>
          </a:lstStyle>
          <a:p>
            <a:r>
              <a:rPr lang="en-GB"/>
              <a:t>Click to edit title</a:t>
            </a:r>
            <a:endParaRPr lang="en-US"/>
          </a:p>
        </p:txBody>
      </p:sp>
      <p:grpSp>
        <p:nvGrpSpPr>
          <p:cNvPr id="16" name="Group 15">
            <a:extLst>
              <a:ext uri="{FF2B5EF4-FFF2-40B4-BE49-F238E27FC236}">
                <a16:creationId xmlns:a16="http://schemas.microsoft.com/office/drawing/2014/main" id="{E8D51EC2-0C3E-D847-A05D-4AB70622EA52}"/>
              </a:ext>
            </a:extLst>
          </p:cNvPr>
          <p:cNvGrpSpPr/>
          <p:nvPr userDrawn="1"/>
        </p:nvGrpSpPr>
        <p:grpSpPr>
          <a:xfrm>
            <a:off x="11084202" y="316459"/>
            <a:ext cx="761727" cy="157980"/>
            <a:chOff x="9242701" y="249950"/>
            <a:chExt cx="652960" cy="135423"/>
          </a:xfrm>
        </p:grpSpPr>
        <p:sp>
          <p:nvSpPr>
            <p:cNvPr id="17" name="object 11">
              <a:extLst>
                <a:ext uri="{FF2B5EF4-FFF2-40B4-BE49-F238E27FC236}">
                  <a16:creationId xmlns:a16="http://schemas.microsoft.com/office/drawing/2014/main" id="{29221EF7-6A51-8F7D-B564-929FB26C6D95}"/>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18" name="object 12">
              <a:extLst>
                <a:ext uri="{FF2B5EF4-FFF2-40B4-BE49-F238E27FC236}">
                  <a16:creationId xmlns:a16="http://schemas.microsoft.com/office/drawing/2014/main" id="{218582E0-2A5B-56D8-0C63-76593A0A51A3}"/>
                </a:ext>
              </a:extLst>
            </p:cNvPr>
            <p:cNvGrpSpPr/>
            <p:nvPr/>
          </p:nvGrpSpPr>
          <p:grpSpPr>
            <a:xfrm>
              <a:off x="9242701" y="249950"/>
              <a:ext cx="202816" cy="135423"/>
              <a:chOff x="18288992" y="494982"/>
              <a:chExt cx="401320" cy="267970"/>
            </a:xfrm>
          </p:grpSpPr>
          <p:sp>
            <p:nvSpPr>
              <p:cNvPr id="19" name="object 13">
                <a:extLst>
                  <a:ext uri="{FF2B5EF4-FFF2-40B4-BE49-F238E27FC236}">
                    <a16:creationId xmlns:a16="http://schemas.microsoft.com/office/drawing/2014/main" id="{EA476F20-B3D1-DC85-8A95-9A5505D7C3D1}"/>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20" name="object 14">
                <a:extLst>
                  <a:ext uri="{FF2B5EF4-FFF2-40B4-BE49-F238E27FC236}">
                    <a16:creationId xmlns:a16="http://schemas.microsoft.com/office/drawing/2014/main" id="{3582D895-C8C8-B690-AD9F-10B1629E86CE}"/>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1" name="object 15">
                <a:extLst>
                  <a:ext uri="{FF2B5EF4-FFF2-40B4-BE49-F238E27FC236}">
                    <a16:creationId xmlns:a16="http://schemas.microsoft.com/office/drawing/2014/main" id="{D161E6C6-0726-A22E-7F8C-EBF4C37F0833}"/>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pic>
        <p:nvPicPr>
          <p:cNvPr id="4" name="Graphic 3">
            <a:extLst>
              <a:ext uri="{FF2B5EF4-FFF2-40B4-BE49-F238E27FC236}">
                <a16:creationId xmlns:a16="http://schemas.microsoft.com/office/drawing/2014/main" id="{FF5FD16D-E844-CD82-184C-14BE1CA751A8}"/>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5" name="Picture 4">
            <a:extLst>
              <a:ext uri="{FF2B5EF4-FFF2-40B4-BE49-F238E27FC236}">
                <a16:creationId xmlns:a16="http://schemas.microsoft.com/office/drawing/2014/main" id="{FCB49AD2-AA08-15DD-A5AF-499D676BE4AD}"/>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2" name="TextBox 1">
            <a:extLst>
              <a:ext uri="{FF2B5EF4-FFF2-40B4-BE49-F238E27FC236}">
                <a16:creationId xmlns:a16="http://schemas.microsoft.com/office/drawing/2014/main" id="{C5E1468F-B399-C334-D20B-658F431C6742}"/>
              </a:ext>
            </a:extLst>
          </p:cNvPr>
          <p:cNvSpPr txBox="1"/>
          <p:nvPr userDrawn="1"/>
        </p:nvSpPr>
        <p:spPr>
          <a:xfrm>
            <a:off x="437245" y="6373607"/>
            <a:ext cx="6098875" cy="184666"/>
          </a:xfrm>
          <a:prstGeom prst="rect">
            <a:avLst/>
          </a:prstGeom>
          <a:noFill/>
        </p:spPr>
        <p:txBody>
          <a:bodyPr wrap="square">
            <a:spAutoFit/>
          </a:bodyPr>
          <a:lstStyle>
            <a:defPPr>
              <a:defRPr lang="en-US"/>
            </a:defPPr>
            <a:lvl1pPr lvl="0">
              <a:defRPr sz="700" spc="-20" baseline="0">
                <a:solidFill>
                  <a:schemeClr val="tx2"/>
                </a:solidFill>
                <a:effectLst/>
              </a:defRPr>
            </a:lvl1pPr>
          </a:lstStyle>
          <a:p>
            <a:pPr lvl="0"/>
            <a:r>
              <a:rPr lang="en-GB"/>
              <a:t>© Copyright 2025 Tata Technologies. All rights reserved. All other trademarks are trademarks of their respective owners.</a:t>
            </a:r>
          </a:p>
        </p:txBody>
      </p:sp>
      <p:sp>
        <p:nvSpPr>
          <p:cNvPr id="6" name="hcSlideMaster.Content 1Header" descr="Classification: Internal">
            <a:extLst>
              <a:ext uri="{FF2B5EF4-FFF2-40B4-BE49-F238E27FC236}">
                <a16:creationId xmlns:a16="http://schemas.microsoft.com/office/drawing/2014/main" id="{3E54582C-18E5-22B0-C74F-67C06504A0DC}"/>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6435099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2">
    <p:bg>
      <p:bgPr>
        <a:solidFill>
          <a:srgbClr val="EFFDF1"/>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58B7FC8-EE15-AEF0-1D58-CE9F1AEC3A63}"/>
              </a:ext>
            </a:extLst>
          </p:cNvPr>
          <p:cNvSpPr>
            <a:spLocks noGrp="1"/>
          </p:cNvSpPr>
          <p:nvPr>
            <p:ph type="sldNum" sz="quarter" idx="10"/>
          </p:nvPr>
        </p:nvSpPr>
        <p:spPr/>
        <p:txBody>
          <a:bodyPr/>
          <a:lstStyle/>
          <a:p>
            <a:fld id="{C4B1DB5C-CBD1-46F1-83D6-F5AA23577CB7}" type="slidenum">
              <a:rPr lang="en-GB" smtClean="0"/>
              <a:pPr/>
              <a:t>‹#›</a:t>
            </a:fld>
            <a:endParaRPr lang="en-GB"/>
          </a:p>
        </p:txBody>
      </p:sp>
      <p:sp>
        <p:nvSpPr>
          <p:cNvPr id="10" name="Text Placeholder 6">
            <a:extLst>
              <a:ext uri="{FF2B5EF4-FFF2-40B4-BE49-F238E27FC236}">
                <a16:creationId xmlns:a16="http://schemas.microsoft.com/office/drawing/2014/main" id="{B58CDEAE-0597-06FC-ABED-A9C01545D022}"/>
              </a:ext>
            </a:extLst>
          </p:cNvPr>
          <p:cNvSpPr>
            <a:spLocks noGrp="1"/>
          </p:cNvSpPr>
          <p:nvPr>
            <p:ph type="body" sz="quarter" idx="14" hasCustomPrompt="1"/>
          </p:nvPr>
        </p:nvSpPr>
        <p:spPr>
          <a:xfrm>
            <a:off x="4140681" y="1794295"/>
            <a:ext cx="7818923" cy="4382668"/>
          </a:xfrm>
        </p:spPr>
        <p:txBody>
          <a:bodyPr numCol="2" spcCol="252000"/>
          <a:lstStyle>
            <a:lvl1pPr marL="285730" indent="-285730">
              <a:lnSpc>
                <a:spcPct val="100000"/>
              </a:lnSpc>
              <a:spcBef>
                <a:spcPts val="0"/>
              </a:spcBef>
              <a:buFont typeface="Arial" panose="020B0604020202020204" pitchFamily="34" charset="0"/>
              <a:buChar char="•"/>
              <a:defRPr sz="1600">
                <a:solidFill>
                  <a:schemeClr val="tx1"/>
                </a:solidFill>
              </a:defRPr>
            </a:lvl1pPr>
          </a:lstStyle>
          <a:p>
            <a:pPr lvl="0"/>
            <a:r>
              <a:rPr lang="en-GB"/>
              <a:t>Click here to edit content text</a:t>
            </a:r>
            <a:endParaRPr lang="en-US"/>
          </a:p>
        </p:txBody>
      </p:sp>
      <p:sp>
        <p:nvSpPr>
          <p:cNvPr id="12" name="Picture Placeholder 11">
            <a:extLst>
              <a:ext uri="{FF2B5EF4-FFF2-40B4-BE49-F238E27FC236}">
                <a16:creationId xmlns:a16="http://schemas.microsoft.com/office/drawing/2014/main" id="{B5D368A5-187B-6D30-1945-820656F673A2}"/>
              </a:ext>
            </a:extLst>
          </p:cNvPr>
          <p:cNvSpPr>
            <a:spLocks noGrp="1"/>
          </p:cNvSpPr>
          <p:nvPr>
            <p:ph type="pic" sz="quarter" idx="15"/>
          </p:nvPr>
        </p:nvSpPr>
        <p:spPr>
          <a:xfrm>
            <a:off x="5" y="1811342"/>
            <a:ext cx="3675063" cy="4365625"/>
          </a:xfrm>
          <a:solidFill>
            <a:schemeClr val="bg1">
              <a:lumMod val="95000"/>
            </a:schemeClr>
          </a:solidFill>
        </p:spPr>
        <p:txBody>
          <a:bodyPr anchor="ctr"/>
          <a:lstStyle>
            <a:lvl1pPr algn="ctr">
              <a:defRPr/>
            </a:lvl1pPr>
          </a:lstStyle>
          <a:p>
            <a:endParaRPr lang="en-US"/>
          </a:p>
        </p:txBody>
      </p:sp>
      <p:sp>
        <p:nvSpPr>
          <p:cNvPr id="17" name="Title 1">
            <a:extLst>
              <a:ext uri="{FF2B5EF4-FFF2-40B4-BE49-F238E27FC236}">
                <a16:creationId xmlns:a16="http://schemas.microsoft.com/office/drawing/2014/main" id="{57CA5432-E6C4-9E0E-4AE7-A5CAD48F4F7D}"/>
              </a:ext>
            </a:extLst>
          </p:cNvPr>
          <p:cNvSpPr>
            <a:spLocks noGrp="1"/>
          </p:cNvSpPr>
          <p:nvPr>
            <p:ph type="title" hasCustomPrompt="1"/>
          </p:nvPr>
        </p:nvSpPr>
        <p:spPr>
          <a:xfrm>
            <a:off x="228349" y="849279"/>
            <a:ext cx="11727203" cy="841500"/>
          </a:xfrm>
          <a:prstGeom prst="rect">
            <a:avLst/>
          </a:prstGeom>
        </p:spPr>
        <p:txBody>
          <a:bodyPr/>
          <a:lstStyle>
            <a:lvl1pPr>
              <a:lnSpc>
                <a:spcPct val="90000"/>
              </a:lnSpc>
              <a:spcBef>
                <a:spcPts val="0"/>
              </a:spcBef>
              <a:defRPr sz="2800">
                <a:solidFill>
                  <a:schemeClr val="tx1"/>
                </a:solidFill>
              </a:defRPr>
            </a:lvl1pPr>
          </a:lstStyle>
          <a:p>
            <a:r>
              <a:rPr lang="en-GB" dirty="0"/>
              <a:t>Click to edit title</a:t>
            </a:r>
            <a:endParaRPr lang="en-US" dirty="0"/>
          </a:p>
        </p:txBody>
      </p:sp>
      <p:grpSp>
        <p:nvGrpSpPr>
          <p:cNvPr id="21" name="Group 20">
            <a:extLst>
              <a:ext uri="{FF2B5EF4-FFF2-40B4-BE49-F238E27FC236}">
                <a16:creationId xmlns:a16="http://schemas.microsoft.com/office/drawing/2014/main" id="{53874EF4-1CF7-7897-D289-2ACFF353C026}"/>
              </a:ext>
            </a:extLst>
          </p:cNvPr>
          <p:cNvGrpSpPr/>
          <p:nvPr userDrawn="1"/>
        </p:nvGrpSpPr>
        <p:grpSpPr>
          <a:xfrm>
            <a:off x="11084202" y="316459"/>
            <a:ext cx="761727" cy="157980"/>
            <a:chOff x="9242701" y="249950"/>
            <a:chExt cx="652960" cy="135423"/>
          </a:xfrm>
        </p:grpSpPr>
        <p:sp>
          <p:nvSpPr>
            <p:cNvPr id="22" name="object 11">
              <a:extLst>
                <a:ext uri="{FF2B5EF4-FFF2-40B4-BE49-F238E27FC236}">
                  <a16:creationId xmlns:a16="http://schemas.microsoft.com/office/drawing/2014/main" id="{E6613F8F-3605-BDAD-82A2-772717016A50}"/>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23" name="object 12">
              <a:extLst>
                <a:ext uri="{FF2B5EF4-FFF2-40B4-BE49-F238E27FC236}">
                  <a16:creationId xmlns:a16="http://schemas.microsoft.com/office/drawing/2014/main" id="{D5DDB524-DC96-9CC5-5D30-5121EC25B0F7}"/>
                </a:ext>
              </a:extLst>
            </p:cNvPr>
            <p:cNvGrpSpPr/>
            <p:nvPr/>
          </p:nvGrpSpPr>
          <p:grpSpPr>
            <a:xfrm>
              <a:off x="9242701" y="249950"/>
              <a:ext cx="202816" cy="135423"/>
              <a:chOff x="18288992" y="494982"/>
              <a:chExt cx="401320" cy="267970"/>
            </a:xfrm>
          </p:grpSpPr>
          <p:sp>
            <p:nvSpPr>
              <p:cNvPr id="24" name="object 13">
                <a:extLst>
                  <a:ext uri="{FF2B5EF4-FFF2-40B4-BE49-F238E27FC236}">
                    <a16:creationId xmlns:a16="http://schemas.microsoft.com/office/drawing/2014/main" id="{08685EC9-126E-7223-FB54-4682ABB8AF49}"/>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25" name="object 14">
                <a:extLst>
                  <a:ext uri="{FF2B5EF4-FFF2-40B4-BE49-F238E27FC236}">
                    <a16:creationId xmlns:a16="http://schemas.microsoft.com/office/drawing/2014/main" id="{638480FE-5064-365E-0764-1EDB515E42D2}"/>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6" name="object 15">
                <a:extLst>
                  <a:ext uri="{FF2B5EF4-FFF2-40B4-BE49-F238E27FC236}">
                    <a16:creationId xmlns:a16="http://schemas.microsoft.com/office/drawing/2014/main" id="{9EB73C38-AE3B-108A-9FC8-295E5E8C530C}"/>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pic>
        <p:nvPicPr>
          <p:cNvPr id="2" name="Graphic 1">
            <a:extLst>
              <a:ext uri="{FF2B5EF4-FFF2-40B4-BE49-F238E27FC236}">
                <a16:creationId xmlns:a16="http://schemas.microsoft.com/office/drawing/2014/main" id="{70C8B42C-76E0-0B30-100F-2C7A111E305E}"/>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4" name="Picture 3">
            <a:extLst>
              <a:ext uri="{FF2B5EF4-FFF2-40B4-BE49-F238E27FC236}">
                <a16:creationId xmlns:a16="http://schemas.microsoft.com/office/drawing/2014/main" id="{355D11B3-A420-3B49-C9A4-6BA0ED4C2937}"/>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5" name="TextBox 4">
            <a:extLst>
              <a:ext uri="{FF2B5EF4-FFF2-40B4-BE49-F238E27FC236}">
                <a16:creationId xmlns:a16="http://schemas.microsoft.com/office/drawing/2014/main" id="{4EDF18FE-20FC-F311-CC25-F8BC7E842BEC}"/>
              </a:ext>
            </a:extLst>
          </p:cNvPr>
          <p:cNvSpPr txBox="1"/>
          <p:nvPr userDrawn="1"/>
        </p:nvSpPr>
        <p:spPr>
          <a:xfrm>
            <a:off x="437245" y="6373607"/>
            <a:ext cx="6098875" cy="184666"/>
          </a:xfrm>
          <a:prstGeom prst="rect">
            <a:avLst/>
          </a:prstGeom>
          <a:noFill/>
        </p:spPr>
        <p:txBody>
          <a:bodyPr wrap="square">
            <a:spAutoFit/>
          </a:bodyPr>
          <a:lstStyle>
            <a:defPPr>
              <a:defRPr lang="en-US"/>
            </a:defPPr>
            <a:lvl1pPr lvl="0">
              <a:defRPr sz="700" spc="-20" baseline="0">
                <a:solidFill>
                  <a:schemeClr val="tx2"/>
                </a:solidFill>
                <a:effectLst/>
              </a:defRPr>
            </a:lvl1pPr>
          </a:lstStyle>
          <a:p>
            <a:pPr lvl="0"/>
            <a:r>
              <a:rPr lang="en-GB"/>
              <a:t>© Copyright 2025 Tata Technologies. All rights reserved. All other trademarks are trademarks of their respective owners.</a:t>
            </a:r>
          </a:p>
        </p:txBody>
      </p:sp>
      <p:sp>
        <p:nvSpPr>
          <p:cNvPr id="6" name="hcSlideMaster.Content 2Header" descr="Classification: Internal">
            <a:extLst>
              <a:ext uri="{FF2B5EF4-FFF2-40B4-BE49-F238E27FC236}">
                <a16:creationId xmlns:a16="http://schemas.microsoft.com/office/drawing/2014/main" id="{24F53119-5368-1075-D861-3528648D1A9D}"/>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419258899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5BE10B0-7D06-3774-CE14-749E435E7383}"/>
              </a:ext>
            </a:extLst>
          </p:cNvPr>
          <p:cNvSpPr>
            <a:spLocks noGrp="1"/>
          </p:cNvSpPr>
          <p:nvPr>
            <p:ph type="title" hasCustomPrompt="1"/>
          </p:nvPr>
        </p:nvSpPr>
        <p:spPr>
          <a:xfrm>
            <a:off x="228349" y="849279"/>
            <a:ext cx="11727203" cy="841500"/>
          </a:xfrm>
          <a:prstGeom prst="rect">
            <a:avLst/>
          </a:prstGeom>
        </p:spPr>
        <p:txBody>
          <a:bodyPr/>
          <a:lstStyle>
            <a:lvl1pPr>
              <a:lnSpc>
                <a:spcPct val="90000"/>
              </a:lnSpc>
              <a:spcBef>
                <a:spcPts val="0"/>
              </a:spcBef>
              <a:defRPr sz="2800">
                <a:solidFill>
                  <a:schemeClr val="tx1"/>
                </a:solidFill>
              </a:defRPr>
            </a:lvl1pPr>
          </a:lstStyle>
          <a:p>
            <a:r>
              <a:rPr lang="en-GB"/>
              <a:t>Click to edit title</a:t>
            </a:r>
            <a:endParaRPr lang="en-US"/>
          </a:p>
        </p:txBody>
      </p:sp>
      <p:sp>
        <p:nvSpPr>
          <p:cNvPr id="3" name="Slide Number Placeholder 2">
            <a:extLst>
              <a:ext uri="{FF2B5EF4-FFF2-40B4-BE49-F238E27FC236}">
                <a16:creationId xmlns:a16="http://schemas.microsoft.com/office/drawing/2014/main" id="{78B86191-9A58-B154-648C-603062C210BE}"/>
              </a:ext>
            </a:extLst>
          </p:cNvPr>
          <p:cNvSpPr>
            <a:spLocks noGrp="1"/>
          </p:cNvSpPr>
          <p:nvPr>
            <p:ph type="sldNum" sz="quarter" idx="10"/>
          </p:nvPr>
        </p:nvSpPr>
        <p:spPr/>
        <p:txBody>
          <a:bodyPr/>
          <a:lstStyle/>
          <a:p>
            <a:fld id="{C4B1DB5C-CBD1-46F1-83D6-F5AA23577CB7}" type="slidenum">
              <a:rPr lang="en-GB" smtClean="0"/>
              <a:pPr/>
              <a:t>‹#›</a:t>
            </a:fld>
            <a:endParaRPr lang="en-GB"/>
          </a:p>
        </p:txBody>
      </p:sp>
      <p:sp>
        <p:nvSpPr>
          <p:cNvPr id="8" name="Text Placeholder 6">
            <a:extLst>
              <a:ext uri="{FF2B5EF4-FFF2-40B4-BE49-F238E27FC236}">
                <a16:creationId xmlns:a16="http://schemas.microsoft.com/office/drawing/2014/main" id="{85254999-0687-9882-5AD2-9787176AA3A3}"/>
              </a:ext>
            </a:extLst>
          </p:cNvPr>
          <p:cNvSpPr>
            <a:spLocks noGrp="1"/>
          </p:cNvSpPr>
          <p:nvPr>
            <p:ph type="body" sz="quarter" idx="13" hasCustomPrompt="1"/>
          </p:nvPr>
        </p:nvSpPr>
        <p:spPr>
          <a:xfrm>
            <a:off x="245653" y="1783836"/>
            <a:ext cx="3560323" cy="4427525"/>
          </a:xfrm>
        </p:spPr>
        <p:txBody>
          <a:bodyPr/>
          <a:lstStyle>
            <a:lvl1pPr marL="0" indent="0">
              <a:lnSpc>
                <a:spcPct val="90000"/>
              </a:lnSpc>
              <a:spcBef>
                <a:spcPts val="0"/>
              </a:spcBef>
              <a:buNone/>
              <a:defRPr sz="1800">
                <a:solidFill>
                  <a:srgbClr val="002B37"/>
                </a:solidFill>
              </a:defRPr>
            </a:lvl1pPr>
          </a:lstStyle>
          <a:p>
            <a:pPr lvl="0"/>
            <a:r>
              <a:rPr lang="en-GB"/>
              <a:t>Click here to edit subheading</a:t>
            </a:r>
            <a:endParaRPr lang="en-US"/>
          </a:p>
        </p:txBody>
      </p:sp>
      <p:sp>
        <p:nvSpPr>
          <p:cNvPr id="9" name="Text Placeholder 6">
            <a:extLst>
              <a:ext uri="{FF2B5EF4-FFF2-40B4-BE49-F238E27FC236}">
                <a16:creationId xmlns:a16="http://schemas.microsoft.com/office/drawing/2014/main" id="{CCEC5A13-BD8A-5C44-99F9-90183704A03F}"/>
              </a:ext>
            </a:extLst>
          </p:cNvPr>
          <p:cNvSpPr>
            <a:spLocks noGrp="1"/>
          </p:cNvSpPr>
          <p:nvPr>
            <p:ph type="body" sz="quarter" idx="14" hasCustomPrompt="1"/>
          </p:nvPr>
        </p:nvSpPr>
        <p:spPr>
          <a:xfrm>
            <a:off x="4140681" y="1794295"/>
            <a:ext cx="7818923" cy="4382668"/>
          </a:xfrm>
        </p:spPr>
        <p:txBody>
          <a:bodyPr numCol="2" spcCol="252000"/>
          <a:lstStyle>
            <a:lvl1pPr marL="285730" indent="-285730">
              <a:lnSpc>
                <a:spcPct val="100000"/>
              </a:lnSpc>
              <a:spcBef>
                <a:spcPts val="0"/>
              </a:spcBef>
              <a:buFont typeface="Arial" panose="020B0604020202020204" pitchFamily="34" charset="0"/>
              <a:buChar char="•"/>
              <a:defRPr sz="1600">
                <a:solidFill>
                  <a:schemeClr val="tx1"/>
                </a:solidFill>
              </a:defRPr>
            </a:lvl1pPr>
          </a:lstStyle>
          <a:p>
            <a:pPr lvl="0"/>
            <a:r>
              <a:rPr lang="en-GB"/>
              <a:t>Click here to edit content text</a:t>
            </a:r>
            <a:endParaRPr lang="en-US"/>
          </a:p>
        </p:txBody>
      </p:sp>
      <p:grpSp>
        <p:nvGrpSpPr>
          <p:cNvPr id="14" name="Group 13">
            <a:extLst>
              <a:ext uri="{FF2B5EF4-FFF2-40B4-BE49-F238E27FC236}">
                <a16:creationId xmlns:a16="http://schemas.microsoft.com/office/drawing/2014/main" id="{78E911B2-5E5F-B0B6-39C1-E7365BD2CA74}"/>
              </a:ext>
            </a:extLst>
          </p:cNvPr>
          <p:cNvGrpSpPr/>
          <p:nvPr userDrawn="1"/>
        </p:nvGrpSpPr>
        <p:grpSpPr>
          <a:xfrm>
            <a:off x="11084202" y="316459"/>
            <a:ext cx="761727" cy="157980"/>
            <a:chOff x="9242701" y="249950"/>
            <a:chExt cx="652960" cy="135423"/>
          </a:xfrm>
        </p:grpSpPr>
        <p:sp>
          <p:nvSpPr>
            <p:cNvPr id="15" name="object 11">
              <a:extLst>
                <a:ext uri="{FF2B5EF4-FFF2-40B4-BE49-F238E27FC236}">
                  <a16:creationId xmlns:a16="http://schemas.microsoft.com/office/drawing/2014/main" id="{A0AD5596-5949-C51A-6A23-894B5E4D07CC}"/>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16" name="object 12">
              <a:extLst>
                <a:ext uri="{FF2B5EF4-FFF2-40B4-BE49-F238E27FC236}">
                  <a16:creationId xmlns:a16="http://schemas.microsoft.com/office/drawing/2014/main" id="{97B8DFC4-70D5-CDE7-7C15-B3E1270C90F0}"/>
                </a:ext>
              </a:extLst>
            </p:cNvPr>
            <p:cNvGrpSpPr/>
            <p:nvPr/>
          </p:nvGrpSpPr>
          <p:grpSpPr>
            <a:xfrm>
              <a:off x="9242701" y="249950"/>
              <a:ext cx="202816" cy="135423"/>
              <a:chOff x="18288992" y="494982"/>
              <a:chExt cx="401320" cy="267970"/>
            </a:xfrm>
          </p:grpSpPr>
          <p:sp>
            <p:nvSpPr>
              <p:cNvPr id="17" name="object 13">
                <a:extLst>
                  <a:ext uri="{FF2B5EF4-FFF2-40B4-BE49-F238E27FC236}">
                    <a16:creationId xmlns:a16="http://schemas.microsoft.com/office/drawing/2014/main" id="{CE67B112-2CAF-83BE-F90B-6E34C0063830}"/>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18" name="object 14">
                <a:extLst>
                  <a:ext uri="{FF2B5EF4-FFF2-40B4-BE49-F238E27FC236}">
                    <a16:creationId xmlns:a16="http://schemas.microsoft.com/office/drawing/2014/main" id="{71CFF4BE-368B-4E16-BD10-B17CDBB604F5}"/>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19" name="object 15">
                <a:extLst>
                  <a:ext uri="{FF2B5EF4-FFF2-40B4-BE49-F238E27FC236}">
                    <a16:creationId xmlns:a16="http://schemas.microsoft.com/office/drawing/2014/main" id="{F8F18842-BE90-BB91-20CA-6BA95DA8D919}"/>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pic>
        <p:nvPicPr>
          <p:cNvPr id="2" name="Graphic 1">
            <a:extLst>
              <a:ext uri="{FF2B5EF4-FFF2-40B4-BE49-F238E27FC236}">
                <a16:creationId xmlns:a16="http://schemas.microsoft.com/office/drawing/2014/main" id="{ACDACD51-9515-C108-732D-2D3925E3D760}"/>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4" name="Picture 3">
            <a:extLst>
              <a:ext uri="{FF2B5EF4-FFF2-40B4-BE49-F238E27FC236}">
                <a16:creationId xmlns:a16="http://schemas.microsoft.com/office/drawing/2014/main" id="{B0EE1AE6-4250-1EC1-7C1F-F4C43552D90F}"/>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5" name="TextBox 4">
            <a:extLst>
              <a:ext uri="{FF2B5EF4-FFF2-40B4-BE49-F238E27FC236}">
                <a16:creationId xmlns:a16="http://schemas.microsoft.com/office/drawing/2014/main" id="{2C336B5F-6949-D907-2C56-D467C5AE481C}"/>
              </a:ext>
            </a:extLst>
          </p:cNvPr>
          <p:cNvSpPr txBox="1"/>
          <p:nvPr userDrawn="1"/>
        </p:nvSpPr>
        <p:spPr>
          <a:xfrm>
            <a:off x="437245" y="6373607"/>
            <a:ext cx="6098875" cy="184666"/>
          </a:xfrm>
          <a:prstGeom prst="rect">
            <a:avLst/>
          </a:prstGeom>
          <a:noFill/>
        </p:spPr>
        <p:txBody>
          <a:bodyPr wrap="square">
            <a:spAutoFit/>
          </a:bodyPr>
          <a:lstStyle>
            <a:defPPr>
              <a:defRPr lang="en-US"/>
            </a:defPPr>
            <a:lvl1pPr lvl="0">
              <a:defRPr sz="700" spc="-20" baseline="0">
                <a:solidFill>
                  <a:schemeClr val="tx2"/>
                </a:solidFill>
                <a:effectLst/>
              </a:defRPr>
            </a:lvl1pPr>
          </a:lstStyle>
          <a:p>
            <a:pPr lvl="0"/>
            <a:r>
              <a:rPr lang="en-GB"/>
              <a:t>© Copyright 2025 Tata Technologies. All rights reserved. All other trademarks are trademarks of their respective owners.</a:t>
            </a:r>
          </a:p>
        </p:txBody>
      </p:sp>
      <p:sp>
        <p:nvSpPr>
          <p:cNvPr id="6" name="hcSlideMaster.Content 3Header" descr="Classification: Internal">
            <a:extLst>
              <a:ext uri="{FF2B5EF4-FFF2-40B4-BE49-F238E27FC236}">
                <a16:creationId xmlns:a16="http://schemas.microsoft.com/office/drawing/2014/main" id="{B5697B67-F49E-BA17-A100-B047FF9280DC}"/>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35110852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tx2"/>
        </a:solidFill>
        <a:effectLst/>
      </p:bgPr>
    </p:bg>
    <p:spTree>
      <p:nvGrpSpPr>
        <p:cNvPr id="1" name=""/>
        <p:cNvGrpSpPr/>
        <p:nvPr/>
      </p:nvGrpSpPr>
      <p:grpSpPr>
        <a:xfrm>
          <a:off x="0" y="0"/>
          <a:ext cx="0" cy="0"/>
          <a:chOff x="0" y="0"/>
          <a:chExt cx="0" cy="0"/>
        </a:xfrm>
      </p:grpSpPr>
      <p:grpSp>
        <p:nvGrpSpPr>
          <p:cNvPr id="37" name="Group 36">
            <a:extLst>
              <a:ext uri="{FF2B5EF4-FFF2-40B4-BE49-F238E27FC236}">
                <a16:creationId xmlns:a16="http://schemas.microsoft.com/office/drawing/2014/main" id="{012E4E5D-C822-2EBA-AF22-2AEE010CC154}"/>
              </a:ext>
            </a:extLst>
          </p:cNvPr>
          <p:cNvGrpSpPr/>
          <p:nvPr userDrawn="1"/>
        </p:nvGrpSpPr>
        <p:grpSpPr>
          <a:xfrm>
            <a:off x="11084200" y="316628"/>
            <a:ext cx="761725" cy="157981"/>
            <a:chOff x="9242701" y="249950"/>
            <a:chExt cx="652960" cy="135423"/>
          </a:xfrm>
        </p:grpSpPr>
        <p:sp>
          <p:nvSpPr>
            <p:cNvPr id="38" name="object 6">
              <a:extLst>
                <a:ext uri="{FF2B5EF4-FFF2-40B4-BE49-F238E27FC236}">
                  <a16:creationId xmlns:a16="http://schemas.microsoft.com/office/drawing/2014/main" id="{F5A0F20E-7471-B72F-242E-62B531EBBA02}"/>
                </a:ext>
              </a:extLst>
            </p:cNvPr>
            <p:cNvSpPr/>
            <p:nvPr/>
          </p:nvSpPr>
          <p:spPr>
            <a:xfrm>
              <a:off x="9571215" y="268829"/>
              <a:ext cx="122588" cy="103011"/>
            </a:xfrm>
            <a:custGeom>
              <a:avLst/>
              <a:gdLst/>
              <a:ahLst/>
              <a:cxnLst/>
              <a:rect l="l" t="t" r="r" b="b"/>
              <a:pathLst>
                <a:path w="242569" h="203834">
                  <a:moveTo>
                    <a:pt x="163104" y="0"/>
                  </a:moveTo>
                  <a:lnTo>
                    <a:pt x="77442" y="0"/>
                  </a:lnTo>
                  <a:lnTo>
                    <a:pt x="0" y="203229"/>
                  </a:lnTo>
                  <a:lnTo>
                    <a:pt x="78353" y="203229"/>
                  </a:lnTo>
                  <a:lnTo>
                    <a:pt x="120279" y="82018"/>
                  </a:lnTo>
                  <a:lnTo>
                    <a:pt x="162194" y="203229"/>
                  </a:lnTo>
                  <a:lnTo>
                    <a:pt x="242390" y="203229"/>
                  </a:lnTo>
                  <a:lnTo>
                    <a:pt x="163104" y="0"/>
                  </a:lnTo>
                  <a:close/>
                </a:path>
              </a:pathLst>
            </a:custGeom>
            <a:solidFill>
              <a:srgbClr val="FFFFFF"/>
            </a:solidFill>
          </p:spPr>
          <p:txBody>
            <a:bodyPr wrap="square" lIns="0" tIns="0" rIns="0" bIns="0" rtlCol="0"/>
            <a:lstStyle/>
            <a:p>
              <a:endParaRPr sz="1351"/>
            </a:p>
          </p:txBody>
        </p:sp>
        <p:sp>
          <p:nvSpPr>
            <p:cNvPr id="39" name="object 7">
              <a:extLst>
                <a:ext uri="{FF2B5EF4-FFF2-40B4-BE49-F238E27FC236}">
                  <a16:creationId xmlns:a16="http://schemas.microsoft.com/office/drawing/2014/main" id="{0FA289AB-5950-69E5-7E38-BD63CD501E91}"/>
                </a:ext>
              </a:extLst>
            </p:cNvPr>
            <p:cNvSpPr/>
            <p:nvPr/>
          </p:nvSpPr>
          <p:spPr>
            <a:xfrm>
              <a:off x="9772920" y="268829"/>
              <a:ext cx="122588" cy="103011"/>
            </a:xfrm>
            <a:custGeom>
              <a:avLst/>
              <a:gdLst/>
              <a:ahLst/>
              <a:cxnLst/>
              <a:rect l="l" t="t" r="r" b="b"/>
              <a:pathLst>
                <a:path w="242569" h="203834">
                  <a:moveTo>
                    <a:pt x="163125" y="0"/>
                  </a:moveTo>
                  <a:lnTo>
                    <a:pt x="77453" y="0"/>
                  </a:lnTo>
                  <a:lnTo>
                    <a:pt x="0" y="203229"/>
                  </a:lnTo>
                  <a:lnTo>
                    <a:pt x="79285" y="203229"/>
                  </a:lnTo>
                  <a:lnTo>
                    <a:pt x="120289" y="82018"/>
                  </a:lnTo>
                  <a:lnTo>
                    <a:pt x="162194" y="203229"/>
                  </a:lnTo>
                  <a:lnTo>
                    <a:pt x="242390" y="203229"/>
                  </a:lnTo>
                  <a:lnTo>
                    <a:pt x="163125" y="0"/>
                  </a:lnTo>
                  <a:close/>
                </a:path>
              </a:pathLst>
            </a:custGeom>
            <a:solidFill>
              <a:srgbClr val="FFFFFF"/>
            </a:solidFill>
          </p:spPr>
          <p:txBody>
            <a:bodyPr wrap="square" lIns="0" tIns="0" rIns="0" bIns="0" rtlCol="0"/>
            <a:lstStyle/>
            <a:p>
              <a:endParaRPr sz="1351"/>
            </a:p>
          </p:txBody>
        </p:sp>
        <p:grpSp>
          <p:nvGrpSpPr>
            <p:cNvPr id="40" name="object 8">
              <a:extLst>
                <a:ext uri="{FF2B5EF4-FFF2-40B4-BE49-F238E27FC236}">
                  <a16:creationId xmlns:a16="http://schemas.microsoft.com/office/drawing/2014/main" id="{CB03E7B7-4899-9258-ACC1-BF186B9180B6}"/>
                </a:ext>
              </a:extLst>
            </p:cNvPr>
            <p:cNvGrpSpPr/>
            <p:nvPr/>
          </p:nvGrpSpPr>
          <p:grpSpPr>
            <a:xfrm>
              <a:off x="9242701" y="249950"/>
              <a:ext cx="202816" cy="135423"/>
              <a:chOff x="18288992" y="494982"/>
              <a:chExt cx="401320" cy="267970"/>
            </a:xfrm>
          </p:grpSpPr>
          <p:sp>
            <p:nvSpPr>
              <p:cNvPr id="46" name="object 9">
                <a:extLst>
                  <a:ext uri="{FF2B5EF4-FFF2-40B4-BE49-F238E27FC236}">
                    <a16:creationId xmlns:a16="http://schemas.microsoft.com/office/drawing/2014/main" id="{87FADE85-A416-FC74-7EB3-B815C06B9220}"/>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47" name="object 10">
                <a:extLst>
                  <a:ext uri="{FF2B5EF4-FFF2-40B4-BE49-F238E27FC236}">
                    <a16:creationId xmlns:a16="http://schemas.microsoft.com/office/drawing/2014/main" id="{6652C85E-10AB-F076-C344-1B1811E88CA1}"/>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48" name="object 11">
                <a:extLst>
                  <a:ext uri="{FF2B5EF4-FFF2-40B4-BE49-F238E27FC236}">
                    <a16:creationId xmlns:a16="http://schemas.microsoft.com/office/drawing/2014/main" id="{430224B0-A0D4-0745-0A0A-F95198FAD892}"/>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sp>
          <p:nvSpPr>
            <p:cNvPr id="41" name="object 22">
              <a:extLst>
                <a:ext uri="{FF2B5EF4-FFF2-40B4-BE49-F238E27FC236}">
                  <a16:creationId xmlns:a16="http://schemas.microsoft.com/office/drawing/2014/main" id="{8826A970-02DC-C41C-A705-05879B32AE33}"/>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FFFFFF"/>
            </a:solidFill>
          </p:spPr>
          <p:txBody>
            <a:bodyPr wrap="square" lIns="0" tIns="0" rIns="0" bIns="0" rtlCol="0"/>
            <a:lstStyle/>
            <a:p>
              <a:endParaRPr sz="1351"/>
            </a:p>
          </p:txBody>
        </p:sp>
        <p:grpSp>
          <p:nvGrpSpPr>
            <p:cNvPr id="42" name="object 23">
              <a:extLst>
                <a:ext uri="{FF2B5EF4-FFF2-40B4-BE49-F238E27FC236}">
                  <a16:creationId xmlns:a16="http://schemas.microsoft.com/office/drawing/2014/main" id="{37D147A8-D3E3-B4B6-EDBB-19B01B294B22}"/>
                </a:ext>
              </a:extLst>
            </p:cNvPr>
            <p:cNvGrpSpPr/>
            <p:nvPr/>
          </p:nvGrpSpPr>
          <p:grpSpPr>
            <a:xfrm>
              <a:off x="9242701" y="249950"/>
              <a:ext cx="202816" cy="135423"/>
              <a:chOff x="18288992" y="494982"/>
              <a:chExt cx="401320" cy="267970"/>
            </a:xfrm>
          </p:grpSpPr>
          <p:sp>
            <p:nvSpPr>
              <p:cNvPr id="43" name="object 24">
                <a:extLst>
                  <a:ext uri="{FF2B5EF4-FFF2-40B4-BE49-F238E27FC236}">
                    <a16:creationId xmlns:a16="http://schemas.microsoft.com/office/drawing/2014/main" id="{112D2006-19F3-7134-0287-D1CCD0E61AA6}"/>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44" name="object 25">
                <a:extLst>
                  <a:ext uri="{FF2B5EF4-FFF2-40B4-BE49-F238E27FC236}">
                    <a16:creationId xmlns:a16="http://schemas.microsoft.com/office/drawing/2014/main" id="{CFF13B7E-B12D-6EFA-970E-24B4B87CA339}"/>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45" name="object 26">
                <a:extLst>
                  <a:ext uri="{FF2B5EF4-FFF2-40B4-BE49-F238E27FC236}">
                    <a16:creationId xmlns:a16="http://schemas.microsoft.com/office/drawing/2014/main" id="{1CDE3C13-1150-B6C6-1277-D870DCCDD718}"/>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53" name="TextBox 52">
            <a:extLst>
              <a:ext uri="{FF2B5EF4-FFF2-40B4-BE49-F238E27FC236}">
                <a16:creationId xmlns:a16="http://schemas.microsoft.com/office/drawing/2014/main" id="{23F6EF5E-0034-969A-562B-6DE58C861065}"/>
              </a:ext>
            </a:extLst>
          </p:cNvPr>
          <p:cNvSpPr txBox="1"/>
          <p:nvPr userDrawn="1"/>
        </p:nvSpPr>
        <p:spPr>
          <a:xfrm>
            <a:off x="437245" y="6373607"/>
            <a:ext cx="6098875" cy="200055"/>
          </a:xfrm>
          <a:prstGeom prst="rect">
            <a:avLst/>
          </a:prstGeom>
          <a:noFill/>
        </p:spPr>
        <p:txBody>
          <a:bodyPr wrap="square">
            <a:spAutoFit/>
          </a:bodyPr>
          <a:lstStyle/>
          <a:p>
            <a:r>
              <a:rPr lang="en-GB" sz="700" spc="-20" baseline="0">
                <a:solidFill>
                  <a:srgbClr val="FFFFFF"/>
                </a:solidFill>
                <a:effectLst/>
              </a:rPr>
              <a:t>© Copyright 2025 Tata Technologies. All rights reserved. All other trademarks are trademarks of their respective owners.</a:t>
            </a:r>
          </a:p>
        </p:txBody>
      </p:sp>
      <p:pic>
        <p:nvPicPr>
          <p:cNvPr id="3" name="Picture 2">
            <a:extLst>
              <a:ext uri="{FF2B5EF4-FFF2-40B4-BE49-F238E27FC236}">
                <a16:creationId xmlns:a16="http://schemas.microsoft.com/office/drawing/2014/main" id="{A9EF29E6-1834-CC89-E241-4A65B6C2A81D}"/>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334503" y="333376"/>
            <a:ext cx="1775655" cy="126189"/>
          </a:xfrm>
          <a:prstGeom prst="rect">
            <a:avLst/>
          </a:prstGeom>
        </p:spPr>
      </p:pic>
      <p:pic>
        <p:nvPicPr>
          <p:cNvPr id="17" name="Graphic 16">
            <a:extLst>
              <a:ext uri="{FF2B5EF4-FFF2-40B4-BE49-F238E27FC236}">
                <a16:creationId xmlns:a16="http://schemas.microsoft.com/office/drawing/2014/main" id="{F589384E-9CF1-3065-EDEC-92FA446AB0D0}"/>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703997" y="6408073"/>
            <a:ext cx="2135347" cy="168971"/>
          </a:xfrm>
          <a:prstGeom prst="rect">
            <a:avLst/>
          </a:prstGeom>
        </p:spPr>
      </p:pic>
      <p:pic>
        <p:nvPicPr>
          <p:cNvPr id="8" name="Graphic 7">
            <a:extLst>
              <a:ext uri="{FF2B5EF4-FFF2-40B4-BE49-F238E27FC236}">
                <a16:creationId xmlns:a16="http://schemas.microsoft.com/office/drawing/2014/main" id="{23EC1276-B7F0-31B0-2AAD-98EC830BA663}"/>
              </a:ext>
            </a:extLst>
          </p:cNvPr>
          <p:cNvPicPr>
            <a:picLocks noChangeAspect="1"/>
          </p:cNvPicPr>
          <p:nvPr userDrawn="1"/>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4957406" y="-659272"/>
            <a:ext cx="4565654" cy="7068864"/>
          </a:xfrm>
          <a:prstGeom prst="rect">
            <a:avLst/>
          </a:prstGeom>
        </p:spPr>
      </p:pic>
      <p:sp>
        <p:nvSpPr>
          <p:cNvPr id="12" name="object 7">
            <a:extLst>
              <a:ext uri="{FF2B5EF4-FFF2-40B4-BE49-F238E27FC236}">
                <a16:creationId xmlns:a16="http://schemas.microsoft.com/office/drawing/2014/main" id="{8238491F-4B4D-B12D-1C99-B82C5A4490F4}"/>
              </a:ext>
            </a:extLst>
          </p:cNvPr>
          <p:cNvSpPr txBox="1"/>
          <p:nvPr userDrawn="1"/>
        </p:nvSpPr>
        <p:spPr>
          <a:xfrm>
            <a:off x="9345454" y="991815"/>
            <a:ext cx="2233747" cy="1739582"/>
          </a:xfrm>
          <a:prstGeom prst="rect">
            <a:avLst/>
          </a:prstGeom>
        </p:spPr>
        <p:txBody>
          <a:bodyPr vert="horz" wrap="square" lIns="0" tIns="6099" rIns="0" bIns="0" rtlCol="0">
            <a:spAutoFit/>
          </a:bodyPr>
          <a:lstStyle/>
          <a:p>
            <a:pPr marL="198294" marR="577236">
              <a:lnSpc>
                <a:spcPct val="150000"/>
              </a:lnSpc>
              <a:spcBef>
                <a:spcPts val="48"/>
              </a:spcBef>
            </a:pPr>
            <a:r>
              <a:rPr sz="1100" spc="-7">
                <a:solidFill>
                  <a:srgbClr val="FFFFFF"/>
                </a:solidFill>
                <a:latin typeface="DM Sans"/>
                <a:cs typeface="DM Sans"/>
              </a:rPr>
              <a:t>/</a:t>
            </a:r>
            <a:r>
              <a:rPr sz="1100" spc="-7" err="1">
                <a:solidFill>
                  <a:srgbClr val="FFFFFF"/>
                </a:solidFill>
                <a:latin typeface="DM Sans"/>
                <a:cs typeface="DM Sans"/>
              </a:rPr>
              <a:t>TataTechnologies</a:t>
            </a:r>
            <a:r>
              <a:rPr sz="1100" spc="-7">
                <a:solidFill>
                  <a:srgbClr val="FFFFFF"/>
                </a:solidFill>
                <a:latin typeface="DM Sans"/>
                <a:cs typeface="DM Sans"/>
              </a:rPr>
              <a:t> </a:t>
            </a:r>
            <a:br>
              <a:rPr lang="en-GB" sz="1100" spc="-7">
                <a:solidFill>
                  <a:srgbClr val="FFFFFF"/>
                </a:solidFill>
                <a:latin typeface="DM Sans"/>
                <a:cs typeface="DM Sans"/>
              </a:rPr>
            </a:br>
            <a:r>
              <a:rPr lang="en-IN" sz="1100" spc="-7">
                <a:solidFill>
                  <a:srgbClr val="FFFFFF"/>
                </a:solidFill>
                <a:latin typeface="DM Sans"/>
                <a:cs typeface="DM Sans"/>
              </a:rPr>
              <a:t>@t</a:t>
            </a:r>
            <a:r>
              <a:rPr sz="1100" spc="-7" err="1">
                <a:solidFill>
                  <a:srgbClr val="FFFFFF"/>
                </a:solidFill>
                <a:latin typeface="DM Sans"/>
                <a:cs typeface="DM Sans"/>
              </a:rPr>
              <a:t>atatechnologies</a:t>
            </a:r>
            <a:br>
              <a:rPr lang="en-GB" sz="1100" spc="0">
                <a:solidFill>
                  <a:schemeClr val="tx1"/>
                </a:solidFill>
                <a:latin typeface="DM Sans"/>
                <a:cs typeface="DM Sans"/>
              </a:rPr>
            </a:br>
            <a:r>
              <a:rPr sz="1100" spc="-7">
                <a:solidFill>
                  <a:srgbClr val="FFFFFF"/>
                </a:solidFill>
                <a:latin typeface="DM Sans"/>
                <a:cs typeface="DM Sans"/>
              </a:rPr>
              <a:t>/</a:t>
            </a:r>
            <a:r>
              <a:rPr sz="1100" spc="-7" err="1">
                <a:solidFill>
                  <a:srgbClr val="FFFFFF"/>
                </a:solidFill>
                <a:latin typeface="DM Sans"/>
                <a:cs typeface="DM Sans"/>
              </a:rPr>
              <a:t>TataTech_News</a:t>
            </a:r>
            <a:br>
              <a:rPr lang="en-GB" sz="1100" spc="0">
                <a:solidFill>
                  <a:schemeClr val="tx1"/>
                </a:solidFill>
                <a:latin typeface="DM Sans"/>
                <a:cs typeface="DM Sans"/>
              </a:rPr>
            </a:br>
            <a:r>
              <a:rPr sz="1100" spc="-7">
                <a:solidFill>
                  <a:srgbClr val="FFFFFF"/>
                </a:solidFill>
                <a:latin typeface="DM Sans"/>
                <a:cs typeface="DM Sans"/>
              </a:rPr>
              <a:t>/</a:t>
            </a:r>
            <a:r>
              <a:rPr sz="1100" spc="-7" err="1">
                <a:solidFill>
                  <a:srgbClr val="FFFFFF"/>
                </a:solidFill>
                <a:latin typeface="DM Sans"/>
                <a:cs typeface="DM Sans"/>
              </a:rPr>
              <a:t>TataTechnologies</a:t>
            </a:r>
            <a:br>
              <a:rPr lang="en-GB" sz="1100" spc="0">
                <a:solidFill>
                  <a:schemeClr val="tx1"/>
                </a:solidFill>
                <a:latin typeface="DM Sans"/>
                <a:cs typeface="DM Sans"/>
              </a:rPr>
            </a:br>
            <a:r>
              <a:rPr sz="1100" spc="-7">
                <a:solidFill>
                  <a:srgbClr val="FFFFFF"/>
                </a:solidFill>
                <a:latin typeface="DM Sans"/>
                <a:cs typeface="DM Sans"/>
              </a:rPr>
              <a:t>/</a:t>
            </a:r>
            <a:r>
              <a:rPr sz="1100" spc="-7" err="1">
                <a:solidFill>
                  <a:srgbClr val="FFFFFF"/>
                </a:solidFill>
                <a:latin typeface="DM Sans"/>
                <a:cs typeface="DM Sans"/>
              </a:rPr>
              <a:t>TataTechnologies</a:t>
            </a:r>
            <a:endParaRPr sz="1100">
              <a:latin typeface="DM Sans"/>
              <a:cs typeface="DM Sans"/>
            </a:endParaRPr>
          </a:p>
          <a:p>
            <a:pPr marL="6419">
              <a:lnSpc>
                <a:spcPct val="150000"/>
              </a:lnSpc>
              <a:spcBef>
                <a:spcPts val="959"/>
              </a:spcBef>
            </a:pPr>
            <a:r>
              <a:rPr sz="1600" spc="-7" err="1">
                <a:solidFill>
                  <a:srgbClr val="5FEC70"/>
                </a:solidFill>
                <a:latin typeface="DM Sans"/>
                <a:cs typeface="DM Sans"/>
              </a:rPr>
              <a:t>tatatechnologies.com</a:t>
            </a:r>
            <a:endParaRPr sz="1600">
              <a:solidFill>
                <a:srgbClr val="5FEC70"/>
              </a:solidFill>
              <a:latin typeface="DM Sans"/>
              <a:cs typeface="DM Sans"/>
            </a:endParaRPr>
          </a:p>
        </p:txBody>
      </p:sp>
      <p:pic>
        <p:nvPicPr>
          <p:cNvPr id="13" name="Graphic 12">
            <a:extLst>
              <a:ext uri="{FF2B5EF4-FFF2-40B4-BE49-F238E27FC236}">
                <a16:creationId xmlns:a16="http://schemas.microsoft.com/office/drawing/2014/main" id="{95FC514E-FDB3-1D32-F4EB-C8B45A6EE653}"/>
              </a:ext>
            </a:extLst>
          </p:cNvPr>
          <p:cNvPicPr>
            <a:picLocks noChangeAspect="1"/>
          </p:cNvPicPr>
          <p:nvPr userDrawn="1"/>
        </p:nvPicPr>
        <p:blipFill>
          <a:blip r:embed="rId9" cstate="email">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9353105" y="1091858"/>
            <a:ext cx="132408" cy="132408"/>
          </a:xfrm>
          <a:prstGeom prst="rect">
            <a:avLst/>
          </a:prstGeom>
        </p:spPr>
      </p:pic>
      <p:pic>
        <p:nvPicPr>
          <p:cNvPr id="14" name="Graphic 13">
            <a:extLst>
              <a:ext uri="{FF2B5EF4-FFF2-40B4-BE49-F238E27FC236}">
                <a16:creationId xmlns:a16="http://schemas.microsoft.com/office/drawing/2014/main" id="{7CD50794-D38F-C077-79AB-1F3FC6A3297F}"/>
              </a:ext>
            </a:extLst>
          </p:cNvPr>
          <p:cNvPicPr>
            <a:picLocks noChangeAspect="1"/>
          </p:cNvPicPr>
          <p:nvPr userDrawn="1"/>
        </p:nvPicPr>
        <p:blipFill>
          <a:blip r:embed="rId11" cstate="email">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9344278" y="2072869"/>
            <a:ext cx="146107" cy="136976"/>
          </a:xfrm>
          <a:prstGeom prst="rect">
            <a:avLst/>
          </a:prstGeom>
        </p:spPr>
      </p:pic>
      <p:pic>
        <p:nvPicPr>
          <p:cNvPr id="29" name="Picture 28">
            <a:extLst>
              <a:ext uri="{FF2B5EF4-FFF2-40B4-BE49-F238E27FC236}">
                <a16:creationId xmlns:a16="http://schemas.microsoft.com/office/drawing/2014/main" id="{0744E6BE-B447-2798-AE7B-6CAC23EF49D4}"/>
              </a:ext>
            </a:extLst>
          </p:cNvPr>
          <p:cNvPicPr>
            <a:picLocks noChangeAspect="1"/>
          </p:cNvPicPr>
          <p:nvPr userDrawn="1"/>
        </p:nvPicPr>
        <p:blipFill rotWithShape="1">
          <a:blip r:embed="rId13" cstate="email">
            <a:extLst>
              <a:ext uri="{28A0092B-C50C-407E-A947-70E740481C1C}">
                <a14:useLocalDpi xmlns:a14="http://schemas.microsoft.com/office/drawing/2010/main"/>
              </a:ext>
            </a:extLst>
          </a:blip>
          <a:srcRect b="-3480"/>
          <a:stretch/>
        </p:blipFill>
        <p:spPr>
          <a:xfrm>
            <a:off x="9336129" y="1842353"/>
            <a:ext cx="166369" cy="113863"/>
          </a:xfrm>
          <a:prstGeom prst="rect">
            <a:avLst/>
          </a:prstGeom>
        </p:spPr>
      </p:pic>
      <p:pic>
        <p:nvPicPr>
          <p:cNvPr id="30" name="Graphic 29">
            <a:extLst>
              <a:ext uri="{FF2B5EF4-FFF2-40B4-BE49-F238E27FC236}">
                <a16:creationId xmlns:a16="http://schemas.microsoft.com/office/drawing/2014/main" id="{C01B34F5-FF72-7A04-6A38-4917CE7D6015}"/>
              </a:ext>
            </a:extLst>
          </p:cNvPr>
          <p:cNvPicPr>
            <a:picLocks noChangeAspect="1"/>
          </p:cNvPicPr>
          <p:nvPr userDrawn="1"/>
        </p:nvPicPr>
        <p:blipFill>
          <a:blip r:embed="rId14" cstate="email">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9353105" y="1345563"/>
            <a:ext cx="132408" cy="132408"/>
          </a:xfrm>
          <a:prstGeom prst="rect">
            <a:avLst/>
          </a:prstGeom>
        </p:spPr>
      </p:pic>
      <p:sp>
        <p:nvSpPr>
          <p:cNvPr id="32" name="Rectangle 31">
            <a:hlinkClick r:id="rId16"/>
            <a:extLst>
              <a:ext uri="{FF2B5EF4-FFF2-40B4-BE49-F238E27FC236}">
                <a16:creationId xmlns:a16="http://schemas.microsoft.com/office/drawing/2014/main" id="{5EA77DC7-11F2-4D10-B62A-5855CFB89E8E}"/>
              </a:ext>
            </a:extLst>
          </p:cNvPr>
          <p:cNvSpPr/>
          <p:nvPr userDrawn="1"/>
        </p:nvSpPr>
        <p:spPr>
          <a:xfrm>
            <a:off x="9294798" y="2464824"/>
            <a:ext cx="2156931" cy="2682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34" name="Rectangle 33">
            <a:hlinkClick r:id="rId17"/>
            <a:extLst>
              <a:ext uri="{FF2B5EF4-FFF2-40B4-BE49-F238E27FC236}">
                <a16:creationId xmlns:a16="http://schemas.microsoft.com/office/drawing/2014/main" id="{8463C6C4-6091-76BD-CD40-9677ED17EC11}"/>
              </a:ext>
            </a:extLst>
          </p:cNvPr>
          <p:cNvSpPr/>
          <p:nvPr userDrawn="1"/>
        </p:nvSpPr>
        <p:spPr>
          <a:xfrm>
            <a:off x="9304945" y="1059075"/>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35" name="Rectangle 34">
            <a:hlinkClick r:id="rId18"/>
            <a:extLst>
              <a:ext uri="{FF2B5EF4-FFF2-40B4-BE49-F238E27FC236}">
                <a16:creationId xmlns:a16="http://schemas.microsoft.com/office/drawing/2014/main" id="{648F59CE-D2F9-4775-F65B-C144EDE9FC6B}"/>
              </a:ext>
            </a:extLst>
          </p:cNvPr>
          <p:cNvSpPr/>
          <p:nvPr userDrawn="1"/>
        </p:nvSpPr>
        <p:spPr>
          <a:xfrm>
            <a:off x="9304945" y="1328181"/>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36" name="Rectangle 35">
            <a:hlinkClick r:id="rId19"/>
            <a:extLst>
              <a:ext uri="{FF2B5EF4-FFF2-40B4-BE49-F238E27FC236}">
                <a16:creationId xmlns:a16="http://schemas.microsoft.com/office/drawing/2014/main" id="{FBBC1CD0-3889-3409-4DA8-3A250D34D6FD}"/>
              </a:ext>
            </a:extLst>
          </p:cNvPr>
          <p:cNvSpPr/>
          <p:nvPr userDrawn="1"/>
        </p:nvSpPr>
        <p:spPr>
          <a:xfrm>
            <a:off x="9304945" y="1552561"/>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49" name="Rectangle 48">
            <a:hlinkClick r:id="rId20"/>
            <a:extLst>
              <a:ext uri="{FF2B5EF4-FFF2-40B4-BE49-F238E27FC236}">
                <a16:creationId xmlns:a16="http://schemas.microsoft.com/office/drawing/2014/main" id="{70583E55-C496-02C0-1B1B-CE59B93AF3D7}"/>
              </a:ext>
            </a:extLst>
          </p:cNvPr>
          <p:cNvSpPr/>
          <p:nvPr userDrawn="1"/>
        </p:nvSpPr>
        <p:spPr>
          <a:xfrm>
            <a:off x="9304945" y="1806561"/>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50" name="Rectangle 49">
            <a:hlinkClick r:id="rId21"/>
            <a:extLst>
              <a:ext uri="{FF2B5EF4-FFF2-40B4-BE49-F238E27FC236}">
                <a16:creationId xmlns:a16="http://schemas.microsoft.com/office/drawing/2014/main" id="{E60F3F03-1133-51A6-6BD0-2E5B3FFD0B02}"/>
              </a:ext>
            </a:extLst>
          </p:cNvPr>
          <p:cNvSpPr/>
          <p:nvPr userDrawn="1"/>
        </p:nvSpPr>
        <p:spPr>
          <a:xfrm>
            <a:off x="9304945" y="2053305"/>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51" name="object 4">
            <a:extLst>
              <a:ext uri="{FF2B5EF4-FFF2-40B4-BE49-F238E27FC236}">
                <a16:creationId xmlns:a16="http://schemas.microsoft.com/office/drawing/2014/main" id="{C1A3A50A-6121-BB66-DFA6-23BE9E32BDEF}"/>
              </a:ext>
            </a:extLst>
          </p:cNvPr>
          <p:cNvSpPr txBox="1"/>
          <p:nvPr userDrawn="1"/>
        </p:nvSpPr>
        <p:spPr>
          <a:xfrm>
            <a:off x="9345454" y="4735906"/>
            <a:ext cx="2530448" cy="1183610"/>
          </a:xfrm>
          <a:prstGeom prst="rect">
            <a:avLst/>
          </a:prstGeom>
        </p:spPr>
        <p:txBody>
          <a:bodyPr vert="horz" wrap="square" lIns="0" tIns="31449" rIns="0" bIns="0" rtlCol="0">
            <a:spAutoFit/>
          </a:bodyPr>
          <a:lstStyle/>
          <a:p>
            <a:pPr marL="6419">
              <a:lnSpc>
                <a:spcPts val="1080"/>
              </a:lnSpc>
              <a:spcBef>
                <a:spcPts val="248"/>
              </a:spcBef>
            </a:pPr>
            <a:r>
              <a:rPr lang="en-IN" sz="900" b="1" spc="0">
                <a:solidFill>
                  <a:srgbClr val="5FEC70"/>
                </a:solidFill>
                <a:latin typeface="DMSans-Medium"/>
                <a:cs typeface="DMSans-Medium"/>
              </a:rPr>
              <a:t>COPYRIGHT NOTICE</a:t>
            </a:r>
          </a:p>
          <a:p>
            <a:pPr marL="6419">
              <a:lnSpc>
                <a:spcPts val="1080"/>
              </a:lnSpc>
              <a:spcBef>
                <a:spcPts val="248"/>
              </a:spcBef>
            </a:pPr>
            <a:r>
              <a:rPr lang="en-IN" sz="900" spc="0">
                <a:solidFill>
                  <a:schemeClr val="bg1"/>
                </a:solidFill>
                <a:latin typeface="+mn-lt"/>
                <a:cs typeface="DMSans-Medium"/>
              </a:rPr>
              <a:t>All information/content contained herein is the sole property of Tata Technologies Limited or its Licensors. No intellectual property rights are granted by disclosure of its content. The information/content shall not be reproduced or disclosed to a third party without the express written consent of Tata Technologies Limited.</a:t>
            </a:r>
            <a:endParaRPr lang="en-IN" sz="900" spc="0">
              <a:solidFill>
                <a:schemeClr val="bg1"/>
              </a:solidFill>
              <a:latin typeface="+mn-lt"/>
              <a:cs typeface="DM Sans"/>
            </a:endParaRPr>
          </a:p>
        </p:txBody>
      </p:sp>
      <p:pic>
        <p:nvPicPr>
          <p:cNvPr id="52" name="Picture 51">
            <a:extLst>
              <a:ext uri="{FF2B5EF4-FFF2-40B4-BE49-F238E27FC236}">
                <a16:creationId xmlns:a16="http://schemas.microsoft.com/office/drawing/2014/main" id="{D43FDF41-05EA-EB25-FE6C-62681531B077}"/>
              </a:ext>
            </a:extLst>
          </p:cNvPr>
          <p:cNvPicPr>
            <a:picLocks noChangeAspect="1"/>
          </p:cNvPicPr>
          <p:nvPr userDrawn="1"/>
        </p:nvPicPr>
        <p:blipFill>
          <a:blip r:embed="rId22"/>
          <a:stretch>
            <a:fillRect/>
          </a:stretch>
        </p:blipFill>
        <p:spPr>
          <a:xfrm>
            <a:off x="9349122" y="1574199"/>
            <a:ext cx="136391" cy="139259"/>
          </a:xfrm>
          <a:prstGeom prst="rect">
            <a:avLst/>
          </a:prstGeom>
        </p:spPr>
      </p:pic>
      <p:sp>
        <p:nvSpPr>
          <p:cNvPr id="2" name="object 3">
            <a:extLst>
              <a:ext uri="{FF2B5EF4-FFF2-40B4-BE49-F238E27FC236}">
                <a16:creationId xmlns:a16="http://schemas.microsoft.com/office/drawing/2014/main" id="{C0E1E347-92C9-DCB3-73FA-4B4B6F553E8E}"/>
              </a:ext>
            </a:extLst>
          </p:cNvPr>
          <p:cNvSpPr txBox="1"/>
          <p:nvPr userDrawn="1"/>
        </p:nvSpPr>
        <p:spPr>
          <a:xfrm>
            <a:off x="323648" y="1005911"/>
            <a:ext cx="2467781" cy="1265748"/>
          </a:xfrm>
          <a:prstGeom prst="rect">
            <a:avLst/>
          </a:prstGeom>
        </p:spPr>
        <p:txBody>
          <a:bodyPr vert="horz" wrap="square" lIns="0" tIns="31449" rIns="0" bIns="0" rtlCol="0">
            <a:spAutoFit/>
          </a:bodyPr>
          <a:lstStyle/>
          <a:p>
            <a:pPr marL="6419">
              <a:lnSpc>
                <a:spcPct val="120000"/>
              </a:lnSpc>
              <a:spcBef>
                <a:spcPts val="248"/>
              </a:spcBef>
            </a:pPr>
            <a:r>
              <a:rPr sz="1100" spc="81">
                <a:solidFill>
                  <a:srgbClr val="5FEC70"/>
                </a:solidFill>
                <a:latin typeface="DMSans-Medium"/>
                <a:cs typeface="DMSans-Medium"/>
              </a:rPr>
              <a:t>ASIA</a:t>
            </a:r>
            <a:r>
              <a:rPr sz="1100" spc="223">
                <a:solidFill>
                  <a:srgbClr val="5FEC70"/>
                </a:solidFill>
                <a:latin typeface="DMSans-Medium"/>
                <a:cs typeface="DMSans-Medium"/>
              </a:rPr>
              <a:t> </a:t>
            </a:r>
            <a:r>
              <a:rPr sz="1100" spc="71">
                <a:solidFill>
                  <a:srgbClr val="5FEC70"/>
                </a:solidFill>
                <a:latin typeface="DMSans-Medium"/>
                <a:cs typeface="DMSans-Medium"/>
              </a:rPr>
              <a:t>PACIFIC </a:t>
            </a:r>
            <a:endParaRPr sz="1100">
              <a:solidFill>
                <a:srgbClr val="5FEC70"/>
              </a:solidFill>
              <a:latin typeface="DMSans-Medium"/>
              <a:cs typeface="DMSans-Medium"/>
            </a:endParaRPr>
          </a:p>
          <a:p>
            <a:pPr marL="6419" marR="2567">
              <a:lnSpc>
                <a:spcPct val="120000"/>
              </a:lnSpc>
            </a:pPr>
            <a:r>
              <a:rPr sz="1100">
                <a:solidFill>
                  <a:srgbClr val="FFFFFF"/>
                </a:solidFill>
                <a:latin typeface="DM Sans"/>
                <a:cs typeface="DM Sans"/>
              </a:rPr>
              <a:t>25</a:t>
            </a:r>
            <a:r>
              <a:rPr sz="1100" spc="-19">
                <a:solidFill>
                  <a:srgbClr val="FFFFFF"/>
                </a:solidFill>
                <a:latin typeface="DM Sans"/>
                <a:cs typeface="DM Sans"/>
              </a:rPr>
              <a:t> </a:t>
            </a:r>
            <a:r>
              <a:rPr sz="1100">
                <a:solidFill>
                  <a:srgbClr val="FFFFFF"/>
                </a:solidFill>
                <a:latin typeface="DM Sans"/>
                <a:cs typeface="DM Sans"/>
              </a:rPr>
              <a:t>Rajiv</a:t>
            </a:r>
            <a:r>
              <a:rPr sz="1100" spc="-19">
                <a:solidFill>
                  <a:srgbClr val="FFFFFF"/>
                </a:solidFill>
                <a:latin typeface="DM Sans"/>
                <a:cs typeface="DM Sans"/>
              </a:rPr>
              <a:t> </a:t>
            </a:r>
            <a:r>
              <a:rPr sz="1100">
                <a:solidFill>
                  <a:srgbClr val="FFFFFF"/>
                </a:solidFill>
                <a:latin typeface="DM Sans"/>
                <a:cs typeface="DM Sans"/>
              </a:rPr>
              <a:t>Gandhi</a:t>
            </a:r>
            <a:r>
              <a:rPr sz="1100" spc="-19">
                <a:solidFill>
                  <a:srgbClr val="FFFFFF"/>
                </a:solidFill>
                <a:latin typeface="DM Sans"/>
                <a:cs typeface="DM Sans"/>
              </a:rPr>
              <a:t> </a:t>
            </a:r>
            <a:r>
              <a:rPr sz="1100">
                <a:solidFill>
                  <a:srgbClr val="FFFFFF"/>
                </a:solidFill>
                <a:latin typeface="DM Sans"/>
                <a:cs typeface="DM Sans"/>
              </a:rPr>
              <a:t>Infotech</a:t>
            </a:r>
            <a:r>
              <a:rPr sz="1100" spc="-19">
                <a:solidFill>
                  <a:srgbClr val="FFFFFF"/>
                </a:solidFill>
                <a:latin typeface="DM Sans"/>
                <a:cs typeface="DM Sans"/>
              </a:rPr>
              <a:t> </a:t>
            </a:r>
            <a:r>
              <a:rPr sz="1100" spc="-11">
                <a:solidFill>
                  <a:srgbClr val="FFFFFF"/>
                </a:solidFill>
                <a:latin typeface="DM Sans"/>
                <a:cs typeface="DM Sans"/>
              </a:rPr>
              <a:t>Park</a:t>
            </a:r>
            <a:br>
              <a:rPr lang="en-GB" sz="1100" spc="-11">
                <a:solidFill>
                  <a:srgbClr val="FFFFFF"/>
                </a:solidFill>
                <a:latin typeface="DM Sans"/>
                <a:cs typeface="DM Sans"/>
              </a:rPr>
            </a:br>
            <a:r>
              <a:rPr sz="1100" err="1">
                <a:solidFill>
                  <a:srgbClr val="FFFFFF"/>
                </a:solidFill>
                <a:latin typeface="DM Sans"/>
                <a:cs typeface="DM Sans"/>
              </a:rPr>
              <a:t>Hinjawadi</a:t>
            </a:r>
            <a:r>
              <a:rPr sz="1100">
                <a:solidFill>
                  <a:srgbClr val="FFFFFF"/>
                </a:solidFill>
                <a:latin typeface="DM Sans"/>
                <a:cs typeface="DM Sans"/>
              </a:rPr>
              <a:t>,</a:t>
            </a:r>
            <a:r>
              <a:rPr sz="1100" spc="-33">
                <a:solidFill>
                  <a:srgbClr val="FFFFFF"/>
                </a:solidFill>
                <a:latin typeface="DM Sans"/>
                <a:cs typeface="DM Sans"/>
              </a:rPr>
              <a:t> </a:t>
            </a:r>
            <a:r>
              <a:rPr sz="1100" spc="-11">
                <a:solidFill>
                  <a:srgbClr val="FFFFFF"/>
                </a:solidFill>
                <a:latin typeface="DM Sans"/>
                <a:cs typeface="DM Sans"/>
              </a:rPr>
              <a:t>Pune</a:t>
            </a:r>
            <a:endParaRPr sz="1100">
              <a:latin typeface="DM Sans"/>
              <a:cs typeface="DM Sans"/>
            </a:endParaRPr>
          </a:p>
          <a:p>
            <a:pPr marL="6419" marR="1210942">
              <a:lnSpc>
                <a:spcPct val="120000"/>
              </a:lnSpc>
            </a:pPr>
            <a:r>
              <a:rPr sz="1100" spc="-7">
                <a:solidFill>
                  <a:srgbClr val="FFFFFF"/>
                </a:solidFill>
                <a:latin typeface="DM Sans"/>
                <a:cs typeface="DM Sans"/>
              </a:rPr>
              <a:t>India</a:t>
            </a:r>
            <a:br>
              <a:rPr lang="en-GB" sz="1100" spc="-7">
                <a:solidFill>
                  <a:srgbClr val="FFFFFF"/>
                </a:solidFill>
                <a:latin typeface="DM Sans"/>
                <a:cs typeface="DM Sans"/>
              </a:rPr>
            </a:br>
            <a:r>
              <a:rPr sz="1100" spc="-7">
                <a:solidFill>
                  <a:srgbClr val="FFFFFF"/>
                </a:solidFill>
                <a:latin typeface="DM Sans"/>
                <a:cs typeface="DM Sans"/>
              </a:rPr>
              <a:t>411057</a:t>
            </a:r>
            <a:endParaRPr sz="1100">
              <a:latin typeface="DM Sans"/>
              <a:cs typeface="DM Sans"/>
            </a:endParaRPr>
          </a:p>
          <a:p>
            <a:pPr marL="6419">
              <a:lnSpc>
                <a:spcPct val="120000"/>
              </a:lnSpc>
              <a:spcBef>
                <a:spcPts val="203"/>
              </a:spcBef>
            </a:pPr>
            <a:r>
              <a:rPr sz="1100" spc="-11">
                <a:solidFill>
                  <a:srgbClr val="FFFFFF"/>
                </a:solidFill>
                <a:latin typeface="DM Sans"/>
                <a:cs typeface="DM Sans"/>
              </a:rPr>
              <a:t>Tel:</a:t>
            </a:r>
            <a:r>
              <a:rPr sz="1100" spc="-28">
                <a:solidFill>
                  <a:srgbClr val="FFFFFF"/>
                </a:solidFill>
                <a:latin typeface="DM Sans"/>
                <a:cs typeface="DM Sans"/>
              </a:rPr>
              <a:t> </a:t>
            </a:r>
            <a:r>
              <a:rPr sz="1100">
                <a:solidFill>
                  <a:srgbClr val="FFFFFF"/>
                </a:solidFill>
                <a:latin typeface="DM Sans"/>
                <a:cs typeface="DM Sans"/>
              </a:rPr>
              <a:t>+91</a:t>
            </a:r>
            <a:r>
              <a:rPr sz="1100" spc="-28">
                <a:solidFill>
                  <a:srgbClr val="FFFFFF"/>
                </a:solidFill>
                <a:latin typeface="DM Sans"/>
                <a:cs typeface="DM Sans"/>
              </a:rPr>
              <a:t> </a:t>
            </a:r>
            <a:r>
              <a:rPr sz="1100">
                <a:solidFill>
                  <a:srgbClr val="FFFFFF"/>
                </a:solidFill>
                <a:latin typeface="DM Sans"/>
                <a:cs typeface="DM Sans"/>
              </a:rPr>
              <a:t>20</a:t>
            </a:r>
            <a:r>
              <a:rPr sz="1100" spc="-28">
                <a:solidFill>
                  <a:srgbClr val="FFFFFF"/>
                </a:solidFill>
                <a:latin typeface="DM Sans"/>
                <a:cs typeface="DM Sans"/>
              </a:rPr>
              <a:t> </a:t>
            </a:r>
            <a:r>
              <a:rPr sz="1100">
                <a:solidFill>
                  <a:srgbClr val="FFFFFF"/>
                </a:solidFill>
                <a:latin typeface="DM Sans"/>
                <a:cs typeface="DM Sans"/>
              </a:rPr>
              <a:t>6652</a:t>
            </a:r>
            <a:r>
              <a:rPr sz="1100" spc="-27">
                <a:solidFill>
                  <a:srgbClr val="FFFFFF"/>
                </a:solidFill>
                <a:latin typeface="DM Sans"/>
                <a:cs typeface="DM Sans"/>
              </a:rPr>
              <a:t> </a:t>
            </a:r>
            <a:r>
              <a:rPr sz="1100" spc="-11">
                <a:solidFill>
                  <a:srgbClr val="FFFFFF"/>
                </a:solidFill>
                <a:latin typeface="DM Sans"/>
                <a:cs typeface="DM Sans"/>
              </a:rPr>
              <a:t>9090</a:t>
            </a:r>
            <a:endParaRPr sz="1100">
              <a:latin typeface="DM Sans"/>
              <a:cs typeface="DM Sans"/>
            </a:endParaRPr>
          </a:p>
        </p:txBody>
      </p:sp>
      <p:sp>
        <p:nvSpPr>
          <p:cNvPr id="4" name="object 4">
            <a:extLst>
              <a:ext uri="{FF2B5EF4-FFF2-40B4-BE49-F238E27FC236}">
                <a16:creationId xmlns:a16="http://schemas.microsoft.com/office/drawing/2014/main" id="{E561A9C3-FF6C-DAA2-F718-72953E7C3605}"/>
              </a:ext>
            </a:extLst>
          </p:cNvPr>
          <p:cNvSpPr txBox="1"/>
          <p:nvPr userDrawn="1"/>
        </p:nvSpPr>
        <p:spPr>
          <a:xfrm>
            <a:off x="323650" y="2636627"/>
            <a:ext cx="3097129" cy="1672013"/>
          </a:xfrm>
          <a:prstGeom prst="rect">
            <a:avLst/>
          </a:prstGeom>
        </p:spPr>
        <p:txBody>
          <a:bodyPr vert="horz" wrap="square" lIns="0" tIns="31449" rIns="0" bIns="0" rtlCol="0">
            <a:spAutoFit/>
          </a:bodyPr>
          <a:lstStyle/>
          <a:p>
            <a:pPr marL="6419">
              <a:lnSpc>
                <a:spcPct val="120000"/>
              </a:lnSpc>
              <a:spcBef>
                <a:spcPts val="248"/>
              </a:spcBef>
            </a:pPr>
            <a:r>
              <a:rPr sz="1100" spc="83">
                <a:solidFill>
                  <a:srgbClr val="5FEC70"/>
                </a:solidFill>
                <a:latin typeface="DMSans-Medium"/>
                <a:cs typeface="DMSans-Medium"/>
              </a:rPr>
              <a:t>EUROPE </a:t>
            </a:r>
            <a:endParaRPr sz="1100">
              <a:solidFill>
                <a:srgbClr val="5FEC70"/>
              </a:solidFill>
              <a:latin typeface="DMSans-Medium"/>
              <a:cs typeface="DMSans-Medium"/>
            </a:endParaRPr>
          </a:p>
          <a:p>
            <a:pPr marL="6419" marR="2567">
              <a:lnSpc>
                <a:spcPct val="120000"/>
              </a:lnSpc>
            </a:pPr>
            <a:r>
              <a:rPr sz="1100">
                <a:solidFill>
                  <a:srgbClr val="FFFFFF"/>
                </a:solidFill>
                <a:latin typeface="DM Sans"/>
                <a:cs typeface="DM Sans"/>
              </a:rPr>
              <a:t>The</a:t>
            </a:r>
            <a:r>
              <a:rPr sz="1100" spc="-12">
                <a:solidFill>
                  <a:srgbClr val="FFFFFF"/>
                </a:solidFill>
                <a:latin typeface="DM Sans"/>
                <a:cs typeface="DM Sans"/>
              </a:rPr>
              <a:t> </a:t>
            </a:r>
            <a:r>
              <a:rPr sz="1100">
                <a:solidFill>
                  <a:srgbClr val="FFFFFF"/>
                </a:solidFill>
                <a:latin typeface="DM Sans"/>
                <a:cs typeface="DM Sans"/>
              </a:rPr>
              <a:t>European</a:t>
            </a:r>
            <a:r>
              <a:rPr sz="1100" spc="-11">
                <a:solidFill>
                  <a:srgbClr val="FFFFFF"/>
                </a:solidFill>
                <a:latin typeface="DM Sans"/>
                <a:cs typeface="DM Sans"/>
              </a:rPr>
              <a:t> </a:t>
            </a:r>
            <a:r>
              <a:rPr sz="1100" spc="-7">
                <a:solidFill>
                  <a:srgbClr val="FFFFFF"/>
                </a:solidFill>
                <a:latin typeface="DM Sans"/>
                <a:cs typeface="DM Sans"/>
              </a:rPr>
              <a:t>Innovation</a:t>
            </a:r>
            <a:br>
              <a:rPr lang="en-GB" sz="1100" spc="-11">
                <a:solidFill>
                  <a:srgbClr val="FFFFFF"/>
                </a:solidFill>
                <a:latin typeface="DM Sans"/>
                <a:cs typeface="DM Sans"/>
              </a:rPr>
            </a:br>
            <a:r>
              <a:rPr sz="1100" spc="-12">
                <a:solidFill>
                  <a:srgbClr val="FFFFFF"/>
                </a:solidFill>
                <a:latin typeface="DM Sans"/>
                <a:cs typeface="DM Sans"/>
              </a:rPr>
              <a:t>and </a:t>
            </a:r>
            <a:r>
              <a:rPr sz="1100">
                <a:solidFill>
                  <a:srgbClr val="FFFFFF"/>
                </a:solidFill>
                <a:latin typeface="DM Sans"/>
                <a:cs typeface="DM Sans"/>
              </a:rPr>
              <a:t>Development</a:t>
            </a:r>
            <a:r>
              <a:rPr sz="1100" spc="-33">
                <a:solidFill>
                  <a:srgbClr val="FFFFFF"/>
                </a:solidFill>
                <a:latin typeface="DM Sans"/>
                <a:cs typeface="DM Sans"/>
              </a:rPr>
              <a:t> </a:t>
            </a:r>
            <a:r>
              <a:rPr sz="1100">
                <a:solidFill>
                  <a:srgbClr val="FFFFFF"/>
                </a:solidFill>
                <a:latin typeface="DM Sans"/>
                <a:cs typeface="DM Sans"/>
              </a:rPr>
              <a:t>Centre</a:t>
            </a:r>
            <a:r>
              <a:rPr sz="1100" spc="-31">
                <a:solidFill>
                  <a:srgbClr val="FFFFFF"/>
                </a:solidFill>
                <a:latin typeface="DM Sans"/>
                <a:cs typeface="DM Sans"/>
              </a:rPr>
              <a:t> </a:t>
            </a:r>
            <a:r>
              <a:rPr sz="1100" spc="-7">
                <a:solidFill>
                  <a:srgbClr val="FFFFFF"/>
                </a:solidFill>
                <a:latin typeface="DM Sans"/>
                <a:cs typeface="DM Sans"/>
              </a:rPr>
              <a:t>(E</a:t>
            </a:r>
            <a:r>
              <a:rPr lang="en-US" sz="1100" spc="-7">
                <a:solidFill>
                  <a:srgbClr val="FFFFFF"/>
                </a:solidFill>
                <a:latin typeface="DM Sans"/>
                <a:cs typeface="DM Sans"/>
              </a:rPr>
              <a:t>I</a:t>
            </a:r>
            <a:r>
              <a:rPr sz="1100" spc="-7">
                <a:solidFill>
                  <a:srgbClr val="FFFFFF"/>
                </a:solidFill>
                <a:latin typeface="DM Sans"/>
                <a:cs typeface="DM Sans"/>
              </a:rPr>
              <a:t>DC)</a:t>
            </a:r>
            <a:br>
              <a:rPr lang="en-GB" sz="1100" spc="-7">
                <a:solidFill>
                  <a:srgbClr val="FFFFFF"/>
                </a:solidFill>
                <a:latin typeface="DM Sans"/>
                <a:cs typeface="DM Sans"/>
              </a:rPr>
            </a:br>
            <a:r>
              <a:rPr sz="1100">
                <a:solidFill>
                  <a:srgbClr val="FFFFFF"/>
                </a:solidFill>
                <a:latin typeface="DM Sans"/>
                <a:cs typeface="DM Sans"/>
              </a:rPr>
              <a:t>Olympus </a:t>
            </a:r>
            <a:r>
              <a:rPr sz="1100" spc="-7">
                <a:solidFill>
                  <a:srgbClr val="FFFFFF"/>
                </a:solidFill>
                <a:latin typeface="DM Sans"/>
                <a:cs typeface="DM Sans"/>
              </a:rPr>
              <a:t>Avenue</a:t>
            </a:r>
            <a:endParaRPr sz="1100">
              <a:latin typeface="DM Sans"/>
              <a:cs typeface="DM Sans"/>
            </a:endParaRPr>
          </a:p>
          <a:p>
            <a:pPr marL="6419" marR="737668">
              <a:lnSpc>
                <a:spcPct val="120000"/>
              </a:lnSpc>
            </a:pPr>
            <a:r>
              <a:rPr sz="1100" spc="-7" err="1">
                <a:solidFill>
                  <a:srgbClr val="FFFFFF"/>
                </a:solidFill>
                <a:latin typeface="DM Sans"/>
                <a:cs typeface="DM Sans"/>
              </a:rPr>
              <a:t>Tachbrook</a:t>
            </a:r>
            <a:r>
              <a:rPr sz="1100" spc="-47">
                <a:solidFill>
                  <a:srgbClr val="FFFFFF"/>
                </a:solidFill>
                <a:latin typeface="DM Sans"/>
                <a:cs typeface="DM Sans"/>
              </a:rPr>
              <a:t> </a:t>
            </a:r>
            <a:r>
              <a:rPr sz="1100" spc="-11">
                <a:solidFill>
                  <a:srgbClr val="FFFFFF"/>
                </a:solidFill>
                <a:latin typeface="DM Sans"/>
                <a:cs typeface="DM Sans"/>
              </a:rPr>
              <a:t>Park</a:t>
            </a:r>
            <a:br>
              <a:rPr lang="en-GB" sz="1100" spc="-11">
                <a:solidFill>
                  <a:srgbClr val="FFFFFF"/>
                </a:solidFill>
                <a:latin typeface="DM Sans"/>
                <a:cs typeface="DM Sans"/>
              </a:rPr>
            </a:br>
            <a:r>
              <a:rPr sz="1100">
                <a:solidFill>
                  <a:srgbClr val="FFFFFF"/>
                </a:solidFill>
                <a:latin typeface="DM Sans"/>
                <a:cs typeface="DM Sans"/>
              </a:rPr>
              <a:t>Warwick,</a:t>
            </a:r>
            <a:r>
              <a:rPr sz="1100" spc="-47">
                <a:solidFill>
                  <a:srgbClr val="FFFFFF"/>
                </a:solidFill>
                <a:latin typeface="DM Sans"/>
                <a:cs typeface="DM Sans"/>
              </a:rPr>
              <a:t> </a:t>
            </a:r>
            <a:r>
              <a:rPr sz="1100" spc="-12">
                <a:solidFill>
                  <a:srgbClr val="FFFFFF"/>
                </a:solidFill>
                <a:latin typeface="DM Sans"/>
                <a:cs typeface="DM Sans"/>
              </a:rPr>
              <a:t>UK</a:t>
            </a:r>
            <a:br>
              <a:rPr lang="en-GB" sz="1100" spc="-12">
                <a:solidFill>
                  <a:srgbClr val="FFFFFF"/>
                </a:solidFill>
                <a:latin typeface="DM Sans"/>
                <a:cs typeface="DM Sans"/>
              </a:rPr>
            </a:br>
            <a:r>
              <a:rPr sz="1100">
                <a:solidFill>
                  <a:srgbClr val="FFFFFF"/>
                </a:solidFill>
                <a:latin typeface="DM Sans"/>
                <a:cs typeface="DM Sans"/>
              </a:rPr>
              <a:t>CV34</a:t>
            </a:r>
            <a:r>
              <a:rPr sz="1100" spc="-19">
                <a:solidFill>
                  <a:srgbClr val="FFFFFF"/>
                </a:solidFill>
                <a:latin typeface="DM Sans"/>
                <a:cs typeface="DM Sans"/>
              </a:rPr>
              <a:t> </a:t>
            </a:r>
            <a:r>
              <a:rPr sz="1100" spc="-12">
                <a:solidFill>
                  <a:srgbClr val="FFFFFF"/>
                </a:solidFill>
                <a:latin typeface="DM Sans"/>
                <a:cs typeface="DM Sans"/>
              </a:rPr>
              <a:t>6RJ</a:t>
            </a:r>
            <a:endParaRPr sz="1100">
              <a:latin typeface="DM Sans"/>
              <a:cs typeface="DM Sans"/>
            </a:endParaRPr>
          </a:p>
          <a:p>
            <a:pPr marL="6419">
              <a:lnSpc>
                <a:spcPct val="120000"/>
              </a:lnSpc>
              <a:spcBef>
                <a:spcPts val="203"/>
              </a:spcBef>
            </a:pPr>
            <a:r>
              <a:rPr sz="1100" spc="-11">
                <a:solidFill>
                  <a:srgbClr val="FFFFFF"/>
                </a:solidFill>
                <a:latin typeface="DM Sans"/>
                <a:cs typeface="DM Sans"/>
              </a:rPr>
              <a:t>Tel:</a:t>
            </a:r>
            <a:r>
              <a:rPr sz="1100" spc="-31">
                <a:solidFill>
                  <a:srgbClr val="FFFFFF"/>
                </a:solidFill>
                <a:latin typeface="DM Sans"/>
                <a:cs typeface="DM Sans"/>
              </a:rPr>
              <a:t> </a:t>
            </a:r>
            <a:r>
              <a:rPr sz="1100">
                <a:solidFill>
                  <a:srgbClr val="FFFFFF"/>
                </a:solidFill>
                <a:latin typeface="DM Sans"/>
                <a:cs typeface="DM Sans"/>
              </a:rPr>
              <a:t>+44</a:t>
            </a:r>
            <a:r>
              <a:rPr sz="1100" spc="-28">
                <a:solidFill>
                  <a:srgbClr val="FFFFFF"/>
                </a:solidFill>
                <a:latin typeface="DM Sans"/>
                <a:cs typeface="DM Sans"/>
              </a:rPr>
              <a:t> </a:t>
            </a:r>
            <a:r>
              <a:rPr sz="1100" spc="-11">
                <a:solidFill>
                  <a:srgbClr val="FFFFFF"/>
                </a:solidFill>
                <a:latin typeface="DM Sans"/>
                <a:cs typeface="DM Sans"/>
              </a:rPr>
              <a:t>(0)</a:t>
            </a:r>
            <a:r>
              <a:rPr sz="1100" spc="-31">
                <a:solidFill>
                  <a:srgbClr val="FFFFFF"/>
                </a:solidFill>
                <a:latin typeface="DM Sans"/>
                <a:cs typeface="DM Sans"/>
              </a:rPr>
              <a:t> </a:t>
            </a:r>
            <a:r>
              <a:rPr sz="1100">
                <a:solidFill>
                  <a:srgbClr val="FFFFFF"/>
                </a:solidFill>
                <a:latin typeface="DM Sans"/>
                <a:cs typeface="DM Sans"/>
              </a:rPr>
              <a:t>8443</a:t>
            </a:r>
            <a:r>
              <a:rPr sz="1100" spc="-28">
                <a:solidFill>
                  <a:srgbClr val="FFFFFF"/>
                </a:solidFill>
                <a:latin typeface="DM Sans"/>
                <a:cs typeface="DM Sans"/>
              </a:rPr>
              <a:t> </a:t>
            </a:r>
            <a:r>
              <a:rPr sz="1100">
                <a:solidFill>
                  <a:srgbClr val="FFFFFF"/>
                </a:solidFill>
                <a:latin typeface="DM Sans"/>
                <a:cs typeface="DM Sans"/>
              </a:rPr>
              <a:t>759</a:t>
            </a:r>
            <a:r>
              <a:rPr sz="1100" spc="-28">
                <a:solidFill>
                  <a:srgbClr val="FFFFFF"/>
                </a:solidFill>
                <a:latin typeface="DM Sans"/>
                <a:cs typeface="DM Sans"/>
              </a:rPr>
              <a:t> </a:t>
            </a:r>
            <a:r>
              <a:rPr sz="1100" spc="-12">
                <a:solidFill>
                  <a:srgbClr val="FFFFFF"/>
                </a:solidFill>
                <a:latin typeface="DM Sans"/>
                <a:cs typeface="DM Sans"/>
              </a:rPr>
              <a:t>685</a:t>
            </a:r>
            <a:endParaRPr sz="1100">
              <a:latin typeface="DM Sans"/>
              <a:cs typeface="DM Sans"/>
            </a:endParaRPr>
          </a:p>
        </p:txBody>
      </p:sp>
      <p:sp>
        <p:nvSpPr>
          <p:cNvPr id="5" name="object 5">
            <a:extLst>
              <a:ext uri="{FF2B5EF4-FFF2-40B4-BE49-F238E27FC236}">
                <a16:creationId xmlns:a16="http://schemas.microsoft.com/office/drawing/2014/main" id="{3D64A3D9-EB07-F441-E6E5-DB6969D5C95C}"/>
              </a:ext>
            </a:extLst>
          </p:cNvPr>
          <p:cNvSpPr txBox="1"/>
          <p:nvPr userDrawn="1"/>
        </p:nvSpPr>
        <p:spPr>
          <a:xfrm>
            <a:off x="323319" y="4673608"/>
            <a:ext cx="2295732" cy="1291396"/>
          </a:xfrm>
          <a:prstGeom prst="rect">
            <a:avLst/>
          </a:prstGeom>
        </p:spPr>
        <p:txBody>
          <a:bodyPr vert="horz" wrap="square" lIns="0" tIns="31449" rIns="0" bIns="0" rtlCol="0">
            <a:spAutoFit/>
          </a:bodyPr>
          <a:lstStyle/>
          <a:p>
            <a:pPr marL="6419">
              <a:lnSpc>
                <a:spcPct val="120000"/>
              </a:lnSpc>
              <a:spcBef>
                <a:spcPts val="248"/>
              </a:spcBef>
            </a:pPr>
            <a:r>
              <a:rPr sz="1100" spc="87">
                <a:solidFill>
                  <a:srgbClr val="5FEC70"/>
                </a:solidFill>
                <a:latin typeface="DMSans-Medium"/>
                <a:cs typeface="DMSans-Medium"/>
              </a:rPr>
              <a:t>NORTH</a:t>
            </a:r>
            <a:r>
              <a:rPr sz="1100" spc="219">
                <a:solidFill>
                  <a:srgbClr val="5FEC70"/>
                </a:solidFill>
                <a:latin typeface="DMSans-Medium"/>
                <a:cs typeface="DMSans-Medium"/>
              </a:rPr>
              <a:t> </a:t>
            </a:r>
            <a:r>
              <a:rPr sz="1100" spc="87">
                <a:solidFill>
                  <a:srgbClr val="5FEC70"/>
                </a:solidFill>
                <a:latin typeface="DMSans-Medium"/>
                <a:cs typeface="DMSans-Medium"/>
              </a:rPr>
              <a:t>AMERICA</a:t>
            </a:r>
            <a:endParaRPr sz="1100">
              <a:solidFill>
                <a:srgbClr val="5FEC70"/>
              </a:solidFill>
              <a:latin typeface="DMSans-Medium"/>
              <a:cs typeface="DMSans-Medium"/>
            </a:endParaRPr>
          </a:p>
          <a:p>
            <a:pPr marL="6419">
              <a:lnSpc>
                <a:spcPct val="120000"/>
              </a:lnSpc>
              <a:spcBef>
                <a:spcPts val="200"/>
              </a:spcBef>
            </a:pPr>
            <a:r>
              <a:rPr sz="1100">
                <a:solidFill>
                  <a:srgbClr val="FFFFFF"/>
                </a:solidFill>
                <a:latin typeface="DM Sans"/>
                <a:cs typeface="DM Sans"/>
              </a:rPr>
              <a:t>6001 Cass </a:t>
            </a:r>
            <a:r>
              <a:rPr sz="1100" spc="-7">
                <a:solidFill>
                  <a:srgbClr val="FFFFFF"/>
                </a:solidFill>
                <a:latin typeface="DM Sans"/>
                <a:cs typeface="DM Sans"/>
              </a:rPr>
              <a:t>Avenue</a:t>
            </a:r>
            <a:endParaRPr sz="1100">
              <a:latin typeface="DM Sans"/>
              <a:cs typeface="DM Sans"/>
            </a:endParaRPr>
          </a:p>
          <a:p>
            <a:pPr marL="6419" marR="497981">
              <a:lnSpc>
                <a:spcPct val="120000"/>
              </a:lnSpc>
              <a:spcBef>
                <a:spcPts val="3"/>
              </a:spcBef>
            </a:pPr>
            <a:r>
              <a:rPr sz="1100">
                <a:solidFill>
                  <a:srgbClr val="FFFFFF"/>
                </a:solidFill>
                <a:latin typeface="DM Sans"/>
                <a:cs typeface="DM Sans"/>
              </a:rPr>
              <a:t>Suite</a:t>
            </a:r>
            <a:r>
              <a:rPr sz="1100" spc="-16">
                <a:solidFill>
                  <a:srgbClr val="FFFFFF"/>
                </a:solidFill>
                <a:latin typeface="DM Sans"/>
                <a:cs typeface="DM Sans"/>
              </a:rPr>
              <a:t> </a:t>
            </a:r>
            <a:r>
              <a:rPr sz="1100" spc="-12">
                <a:solidFill>
                  <a:srgbClr val="FFFFFF"/>
                </a:solidFill>
                <a:latin typeface="DM Sans"/>
                <a:cs typeface="DM Sans"/>
              </a:rPr>
              <a:t>600</a:t>
            </a:r>
            <a:br>
              <a:rPr lang="en-GB" sz="1100" spc="-12">
                <a:solidFill>
                  <a:srgbClr val="FFFFFF"/>
                </a:solidFill>
                <a:latin typeface="DM Sans"/>
                <a:cs typeface="DM Sans"/>
              </a:rPr>
            </a:br>
            <a:r>
              <a:rPr sz="1100">
                <a:solidFill>
                  <a:srgbClr val="FFFFFF"/>
                </a:solidFill>
                <a:latin typeface="DM Sans"/>
                <a:cs typeface="DM Sans"/>
              </a:rPr>
              <a:t>Detroit</a:t>
            </a:r>
            <a:r>
              <a:rPr sz="1100" spc="-36">
                <a:solidFill>
                  <a:srgbClr val="FFFFFF"/>
                </a:solidFill>
                <a:latin typeface="DM Sans"/>
                <a:cs typeface="DM Sans"/>
              </a:rPr>
              <a:t> </a:t>
            </a:r>
            <a:r>
              <a:rPr sz="1100" spc="-12">
                <a:solidFill>
                  <a:srgbClr val="FFFFFF"/>
                </a:solidFill>
                <a:latin typeface="DM Sans"/>
                <a:cs typeface="DM Sans"/>
              </a:rPr>
              <a:t>MI</a:t>
            </a:r>
            <a:br>
              <a:rPr lang="en-GB" sz="1100" spc="-12">
                <a:solidFill>
                  <a:srgbClr val="FFFFFF"/>
                </a:solidFill>
                <a:latin typeface="DM Sans"/>
                <a:cs typeface="DM Sans"/>
              </a:rPr>
            </a:br>
            <a:r>
              <a:rPr sz="1100">
                <a:solidFill>
                  <a:srgbClr val="FFFFFF"/>
                </a:solidFill>
                <a:latin typeface="DM Sans"/>
                <a:cs typeface="DM Sans"/>
              </a:rPr>
              <a:t>USA </a:t>
            </a:r>
            <a:r>
              <a:rPr sz="1100" spc="-11">
                <a:solidFill>
                  <a:srgbClr val="FFFFFF"/>
                </a:solidFill>
                <a:latin typeface="DM Sans"/>
                <a:cs typeface="DM Sans"/>
              </a:rPr>
              <a:t>48202</a:t>
            </a:r>
            <a:endParaRPr sz="1100">
              <a:latin typeface="DM Sans"/>
              <a:cs typeface="DM Sans"/>
            </a:endParaRPr>
          </a:p>
          <a:p>
            <a:pPr marL="6419">
              <a:lnSpc>
                <a:spcPct val="120000"/>
              </a:lnSpc>
              <a:spcBef>
                <a:spcPts val="200"/>
              </a:spcBef>
            </a:pPr>
            <a:r>
              <a:rPr sz="1100" spc="-11">
                <a:solidFill>
                  <a:srgbClr val="FFFFFF"/>
                </a:solidFill>
                <a:latin typeface="DM Sans"/>
                <a:cs typeface="DM Sans"/>
              </a:rPr>
              <a:t>Tel:</a:t>
            </a:r>
            <a:r>
              <a:rPr sz="1100" spc="-16">
                <a:solidFill>
                  <a:srgbClr val="FFFFFF"/>
                </a:solidFill>
                <a:latin typeface="DM Sans"/>
                <a:cs typeface="DM Sans"/>
              </a:rPr>
              <a:t> </a:t>
            </a:r>
            <a:r>
              <a:rPr sz="1100">
                <a:solidFill>
                  <a:srgbClr val="FFFFFF"/>
                </a:solidFill>
                <a:latin typeface="DM Sans"/>
                <a:cs typeface="DM Sans"/>
              </a:rPr>
              <a:t>+1</a:t>
            </a:r>
            <a:r>
              <a:rPr sz="1100" spc="-16">
                <a:solidFill>
                  <a:srgbClr val="FFFFFF"/>
                </a:solidFill>
                <a:latin typeface="DM Sans"/>
                <a:cs typeface="DM Sans"/>
              </a:rPr>
              <a:t> </a:t>
            </a:r>
            <a:r>
              <a:rPr sz="1100">
                <a:solidFill>
                  <a:srgbClr val="FFFFFF"/>
                </a:solidFill>
                <a:latin typeface="DM Sans"/>
                <a:cs typeface="DM Sans"/>
              </a:rPr>
              <a:t>248</a:t>
            </a:r>
            <a:r>
              <a:rPr sz="1100" spc="-16">
                <a:solidFill>
                  <a:srgbClr val="FFFFFF"/>
                </a:solidFill>
                <a:latin typeface="DM Sans"/>
                <a:cs typeface="DM Sans"/>
              </a:rPr>
              <a:t> </a:t>
            </a:r>
            <a:r>
              <a:rPr sz="1100">
                <a:solidFill>
                  <a:srgbClr val="FFFFFF"/>
                </a:solidFill>
                <a:latin typeface="DM Sans"/>
                <a:cs typeface="DM Sans"/>
              </a:rPr>
              <a:t>426</a:t>
            </a:r>
            <a:r>
              <a:rPr sz="1100" spc="-16">
                <a:solidFill>
                  <a:srgbClr val="FFFFFF"/>
                </a:solidFill>
                <a:latin typeface="DM Sans"/>
                <a:cs typeface="DM Sans"/>
              </a:rPr>
              <a:t> </a:t>
            </a:r>
            <a:r>
              <a:rPr sz="1100" spc="-11">
                <a:solidFill>
                  <a:srgbClr val="FFFFFF"/>
                </a:solidFill>
                <a:latin typeface="DM Sans"/>
                <a:cs typeface="DM Sans"/>
              </a:rPr>
              <a:t>1482</a:t>
            </a:r>
            <a:endParaRPr sz="1100">
              <a:latin typeface="DM Sans"/>
              <a:cs typeface="DM Sans"/>
            </a:endParaRPr>
          </a:p>
        </p:txBody>
      </p:sp>
      <p:sp>
        <p:nvSpPr>
          <p:cNvPr id="6" name="hcSlideMaster.Closing slideHeader" descr="Classification: Internal">
            <a:extLst>
              <a:ext uri="{FF2B5EF4-FFF2-40B4-BE49-F238E27FC236}">
                <a16:creationId xmlns:a16="http://schemas.microsoft.com/office/drawing/2014/main" id="{C2FE0938-16F7-A247-E638-12B5392E2E2C}"/>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8059587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2" name="Title Placeholder 21">
            <a:extLst>
              <a:ext uri="{FF2B5EF4-FFF2-40B4-BE49-F238E27FC236}">
                <a16:creationId xmlns:a16="http://schemas.microsoft.com/office/drawing/2014/main" id="{DAC17650-06DC-D474-98CE-51EAA7AFA4CD}"/>
              </a:ext>
            </a:extLst>
          </p:cNvPr>
          <p:cNvSpPr>
            <a:spLocks noGrp="1"/>
          </p:cNvSpPr>
          <p:nvPr>
            <p:ph type="title"/>
          </p:nvPr>
        </p:nvSpPr>
        <p:spPr>
          <a:xfrm>
            <a:off x="245654" y="833439"/>
            <a:ext cx="11598479" cy="849588"/>
          </a:xfrm>
          <a:prstGeom prst="rect">
            <a:avLst/>
          </a:prstGeom>
        </p:spPr>
        <p:txBody>
          <a:bodyPr vert="horz" lIns="91440" tIns="45720" rIns="91440" bIns="45720" rtlCol="0" anchor="t">
            <a:noAutofit/>
          </a:bodyPr>
          <a:lstStyle/>
          <a:p>
            <a:r>
              <a:rPr lang="en-GB" dirty="0"/>
              <a:t>Click to edit Master title</a:t>
            </a:r>
            <a:endParaRPr lang="en-US" dirty="0"/>
          </a:p>
        </p:txBody>
      </p:sp>
      <p:sp>
        <p:nvSpPr>
          <p:cNvPr id="3" name="Text Placeholder 2">
            <a:extLst>
              <a:ext uri="{FF2B5EF4-FFF2-40B4-BE49-F238E27FC236}">
                <a16:creationId xmlns:a16="http://schemas.microsoft.com/office/drawing/2014/main" id="{46E56D04-80A2-42B6-8315-A3922E7AA73F}"/>
              </a:ext>
            </a:extLst>
          </p:cNvPr>
          <p:cNvSpPr>
            <a:spLocks noGrp="1"/>
          </p:cNvSpPr>
          <p:nvPr>
            <p:ph type="body" idx="1"/>
          </p:nvPr>
        </p:nvSpPr>
        <p:spPr>
          <a:xfrm>
            <a:off x="245654" y="1855305"/>
            <a:ext cx="11598479" cy="4321659"/>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0" name="Slide Number Placeholder 4">
            <a:extLst>
              <a:ext uri="{FF2B5EF4-FFF2-40B4-BE49-F238E27FC236}">
                <a16:creationId xmlns:a16="http://schemas.microsoft.com/office/drawing/2014/main" id="{934C98B7-5463-4099-DFA5-F599D5B12505}"/>
              </a:ext>
            </a:extLst>
          </p:cNvPr>
          <p:cNvSpPr>
            <a:spLocks noGrp="1"/>
          </p:cNvSpPr>
          <p:nvPr>
            <p:ph type="sldNum" sz="quarter" idx="4"/>
          </p:nvPr>
        </p:nvSpPr>
        <p:spPr>
          <a:xfrm>
            <a:off x="3" y="6356352"/>
            <a:ext cx="491300" cy="365125"/>
          </a:xfrm>
          <a:prstGeom prst="rect">
            <a:avLst/>
          </a:prstGeom>
        </p:spPr>
        <p:txBody>
          <a:bodyPr/>
          <a:lstStyle>
            <a:lvl1pPr algn="r">
              <a:defRPr sz="800">
                <a:solidFill>
                  <a:schemeClr val="tx1"/>
                </a:solidFill>
              </a:defRPr>
            </a:lvl1pPr>
          </a:lstStyle>
          <a:p>
            <a:fld id="{C4B1DB5C-CBD1-46F1-83D6-F5AA23577CB7}" type="slidenum">
              <a:rPr lang="en-GB" smtClean="0"/>
              <a:pPr/>
              <a:t>‹#›</a:t>
            </a:fld>
            <a:endParaRPr lang="en-GB"/>
          </a:p>
        </p:txBody>
      </p:sp>
    </p:spTree>
    <p:extLst>
      <p:ext uri="{BB962C8B-B14F-4D97-AF65-F5344CB8AC3E}">
        <p14:creationId xmlns:p14="http://schemas.microsoft.com/office/powerpoint/2010/main" val="971763309"/>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4" r:id="rId4"/>
    <p:sldLayoutId id="2147483695" r:id="rId5"/>
    <p:sldLayoutId id="2147483696" r:id="rId6"/>
    <p:sldLayoutId id="2147483697" r:id="rId7"/>
    <p:sldLayoutId id="2147483698" r:id="rId8"/>
    <p:sldLayoutId id="2147483703" r:id="rId9"/>
  </p:sldLayoutIdLst>
  <p:txStyles>
    <p:titleStyle>
      <a:lvl1pPr algn="l" defTabSz="914332" rtl="0" eaLnBrk="1" latinLnBrk="0" hangingPunct="1">
        <a:lnSpc>
          <a:spcPct val="90000"/>
        </a:lnSpc>
        <a:spcBef>
          <a:spcPct val="0"/>
        </a:spcBef>
        <a:buNone/>
        <a:defRPr sz="2800" b="0" i="0" kern="1200">
          <a:solidFill>
            <a:schemeClr val="tx1"/>
          </a:solidFill>
          <a:latin typeface="+mj-lt"/>
          <a:ea typeface="+mj-ea"/>
          <a:cs typeface="+mj-cs"/>
        </a:defRPr>
      </a:lvl1pPr>
    </p:titleStyle>
    <p:bodyStyle>
      <a:lvl1pPr marL="228584"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1pPr>
      <a:lvl2pPr marL="685750"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2pPr>
      <a:lvl3pPr marL="1142914"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3pPr>
      <a:lvl4pPr marL="1600080"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4pPr>
      <a:lvl5pPr marL="2057247"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32" rtl="0" eaLnBrk="1" latinLnBrk="0" hangingPunct="1">
        <a:defRPr sz="1800" kern="1200">
          <a:solidFill>
            <a:schemeClr val="tx1"/>
          </a:solidFill>
          <a:latin typeface="+mn-lt"/>
          <a:ea typeface="+mn-ea"/>
          <a:cs typeface="+mn-cs"/>
        </a:defRPr>
      </a:lvl1pPr>
      <a:lvl2pPr marL="457167" algn="l" defTabSz="914332" rtl="0" eaLnBrk="1" latinLnBrk="0" hangingPunct="1">
        <a:defRPr sz="1800" kern="1200">
          <a:solidFill>
            <a:schemeClr val="tx1"/>
          </a:solidFill>
          <a:latin typeface="+mn-lt"/>
          <a:ea typeface="+mn-ea"/>
          <a:cs typeface="+mn-cs"/>
        </a:defRPr>
      </a:lvl2pPr>
      <a:lvl3pPr marL="914332" algn="l" defTabSz="914332" rtl="0" eaLnBrk="1" latinLnBrk="0" hangingPunct="1">
        <a:defRPr sz="1800" kern="1200">
          <a:solidFill>
            <a:schemeClr val="tx1"/>
          </a:solidFill>
          <a:latin typeface="+mn-lt"/>
          <a:ea typeface="+mn-ea"/>
          <a:cs typeface="+mn-cs"/>
        </a:defRPr>
      </a:lvl3pPr>
      <a:lvl4pPr marL="1371498" algn="l" defTabSz="914332" rtl="0" eaLnBrk="1" latinLnBrk="0" hangingPunct="1">
        <a:defRPr sz="1800" kern="1200">
          <a:solidFill>
            <a:schemeClr val="tx1"/>
          </a:solidFill>
          <a:latin typeface="+mn-lt"/>
          <a:ea typeface="+mn-ea"/>
          <a:cs typeface="+mn-cs"/>
        </a:defRPr>
      </a:lvl4pPr>
      <a:lvl5pPr marL="1828664" algn="l" defTabSz="914332" rtl="0" eaLnBrk="1" latinLnBrk="0" hangingPunct="1">
        <a:defRPr sz="1800" kern="1200">
          <a:solidFill>
            <a:schemeClr val="tx1"/>
          </a:solidFill>
          <a:latin typeface="+mn-lt"/>
          <a:ea typeface="+mn-ea"/>
          <a:cs typeface="+mn-cs"/>
        </a:defRPr>
      </a:lvl5pPr>
      <a:lvl6pPr marL="2285830" algn="l" defTabSz="914332" rtl="0" eaLnBrk="1" latinLnBrk="0" hangingPunct="1">
        <a:defRPr sz="1800" kern="1200">
          <a:solidFill>
            <a:schemeClr val="tx1"/>
          </a:solidFill>
          <a:latin typeface="+mn-lt"/>
          <a:ea typeface="+mn-ea"/>
          <a:cs typeface="+mn-cs"/>
        </a:defRPr>
      </a:lvl6pPr>
      <a:lvl7pPr marL="2742994" algn="l" defTabSz="914332" rtl="0" eaLnBrk="1" latinLnBrk="0" hangingPunct="1">
        <a:defRPr sz="1800" kern="1200">
          <a:solidFill>
            <a:schemeClr val="tx1"/>
          </a:solidFill>
          <a:latin typeface="+mn-lt"/>
          <a:ea typeface="+mn-ea"/>
          <a:cs typeface="+mn-cs"/>
        </a:defRPr>
      </a:lvl7pPr>
      <a:lvl8pPr marL="3200160" algn="l" defTabSz="914332" rtl="0" eaLnBrk="1" latinLnBrk="0" hangingPunct="1">
        <a:defRPr sz="1800" kern="1200">
          <a:solidFill>
            <a:schemeClr val="tx1"/>
          </a:solidFill>
          <a:latin typeface="+mn-lt"/>
          <a:ea typeface="+mn-ea"/>
          <a:cs typeface="+mn-cs"/>
        </a:defRPr>
      </a:lvl8pPr>
      <a:lvl9pPr marL="3657327" algn="l" defTabSz="914332"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eg"/><Relationship Id="rId1" Type="http://schemas.openxmlformats.org/officeDocument/2006/relationships/slideLayout" Target="../slideLayouts/slideLayout3.xml"/><Relationship Id="rId4" Type="http://schemas.openxmlformats.org/officeDocument/2006/relationships/image" Target="../media/image26.svg"/></Relationships>
</file>

<file path=ppt/slides/_rels/slide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xml"/><Relationship Id="rId1" Type="http://schemas.openxmlformats.org/officeDocument/2006/relationships/slideLayout" Target="../slideLayouts/slideLayout6.xml"/><Relationship Id="rId5" Type="http://schemas.openxmlformats.org/officeDocument/2006/relationships/image" Target="../media/image30.png"/><Relationship Id="rId4" Type="http://schemas.openxmlformats.org/officeDocument/2006/relationships/image" Target="../media/image29.jpeg"/></Relationships>
</file>

<file path=ppt/slides/_rels/slide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4.xml"/><Relationship Id="rId1" Type="http://schemas.openxmlformats.org/officeDocument/2006/relationships/slideLayout" Target="../slideLayouts/slideLayout6.xml"/><Relationship Id="rId5" Type="http://schemas.openxmlformats.org/officeDocument/2006/relationships/image" Target="../media/image34.jpeg"/><Relationship Id="rId4" Type="http://schemas.openxmlformats.org/officeDocument/2006/relationships/image" Target="../media/image33.jpeg"/></Relationships>
</file>

<file path=ppt/slides/_rels/slide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image" Target="../media/image42.png"/><Relationship Id="rId5" Type="http://schemas.openxmlformats.org/officeDocument/2006/relationships/image" Target="../media/image31.png"/><Relationship Id="rId4" Type="http://schemas.openxmlformats.org/officeDocument/2006/relationships/image" Target="../media/image41.png"/></Relationships>
</file>

<file path=ppt/slides/_rels/slide11.xml.rels><?xml version="1.0" encoding="UTF-8" standalone="yes"?>
<Relationships xmlns="http://schemas.openxmlformats.org/package/2006/relationships"><Relationship Id="rId3" Type="http://schemas.openxmlformats.org/officeDocument/2006/relationships/image" Target="../media/image43.png"/><Relationship Id="rId7" Type="http://schemas.microsoft.com/office/2007/relationships/hdphoto" Target="../media/hdphoto2.wdp"/><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image" Target="../media/image45.png"/><Relationship Id="rId5" Type="http://schemas.microsoft.com/office/2007/relationships/hdphoto" Target="../media/hdphoto1.wdp"/><Relationship Id="rId4" Type="http://schemas.openxmlformats.org/officeDocument/2006/relationships/image" Target="../media/image44.png"/></Relationships>
</file>

<file path=ppt/slides/_rels/slide12.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notesSlide" Target="../notesSlides/notesSlide11.xml"/><Relationship Id="rId1" Type="http://schemas.openxmlformats.org/officeDocument/2006/relationships/slideLayout" Target="../slideLayouts/slideLayout6.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1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53.png"/></Relationships>
</file>

<file path=ppt/slides/_rels/slide1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3.xml"/><Relationship Id="rId1" Type="http://schemas.openxmlformats.org/officeDocument/2006/relationships/slideLayout" Target="../slideLayouts/slideLayout6.xml"/><Relationship Id="rId5" Type="http://schemas.openxmlformats.org/officeDocument/2006/relationships/image" Target="../media/image56.png"/><Relationship Id="rId4" Type="http://schemas.openxmlformats.org/officeDocument/2006/relationships/image" Target="../media/image55.png"/></Relationships>
</file>

<file path=ppt/slides/_rels/slide15.xml.rels><?xml version="1.0" encoding="UTF-8" standalone="yes"?>
<Relationships xmlns="http://schemas.openxmlformats.org/package/2006/relationships"><Relationship Id="rId8" Type="http://schemas.openxmlformats.org/officeDocument/2006/relationships/image" Target="../media/image62.png"/><Relationship Id="rId13" Type="http://schemas.openxmlformats.org/officeDocument/2006/relationships/image" Target="../media/image67.png"/><Relationship Id="rId18" Type="http://schemas.openxmlformats.org/officeDocument/2006/relationships/image" Target="../media/image72.png"/><Relationship Id="rId3" Type="http://schemas.openxmlformats.org/officeDocument/2006/relationships/image" Target="../media/image57.png"/><Relationship Id="rId7" Type="http://schemas.openxmlformats.org/officeDocument/2006/relationships/image" Target="../media/image61.png"/><Relationship Id="rId12" Type="http://schemas.openxmlformats.org/officeDocument/2006/relationships/image" Target="../media/image66.png"/><Relationship Id="rId17" Type="http://schemas.openxmlformats.org/officeDocument/2006/relationships/image" Target="../media/image71.png"/><Relationship Id="rId2" Type="http://schemas.openxmlformats.org/officeDocument/2006/relationships/notesSlide" Target="../notesSlides/notesSlide14.xml"/><Relationship Id="rId16" Type="http://schemas.openxmlformats.org/officeDocument/2006/relationships/image" Target="../media/image70.png"/><Relationship Id="rId1" Type="http://schemas.openxmlformats.org/officeDocument/2006/relationships/slideLayout" Target="../slideLayouts/slideLayout6.xml"/><Relationship Id="rId6" Type="http://schemas.openxmlformats.org/officeDocument/2006/relationships/image" Target="../media/image60.png"/><Relationship Id="rId11" Type="http://schemas.openxmlformats.org/officeDocument/2006/relationships/image" Target="../media/image65.png"/><Relationship Id="rId5" Type="http://schemas.openxmlformats.org/officeDocument/2006/relationships/image" Target="../media/image59.png"/><Relationship Id="rId15" Type="http://schemas.openxmlformats.org/officeDocument/2006/relationships/image" Target="../media/image69.png"/><Relationship Id="rId10" Type="http://schemas.openxmlformats.org/officeDocument/2006/relationships/image" Target="../media/image64.png"/><Relationship Id="rId4" Type="http://schemas.openxmlformats.org/officeDocument/2006/relationships/image" Target="../media/image58.png"/><Relationship Id="rId9" Type="http://schemas.openxmlformats.org/officeDocument/2006/relationships/image" Target="../media/image63.png"/><Relationship Id="rId14" Type="http://schemas.openxmlformats.org/officeDocument/2006/relationships/image" Target="../media/image68.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Placeholder 23" descr="A person in a car&#10;&#10;Description automatically generated">
            <a:extLst>
              <a:ext uri="{FF2B5EF4-FFF2-40B4-BE49-F238E27FC236}">
                <a16:creationId xmlns:a16="http://schemas.microsoft.com/office/drawing/2014/main" id="{B7EC45C5-3C89-572C-1D9A-A56FBF609720}"/>
              </a:ext>
            </a:extLst>
          </p:cNvPr>
          <p:cNvPicPr>
            <a:picLocks noGrp="1" noChangeAspect="1"/>
          </p:cNvPicPr>
          <p:nvPr>
            <p:ph type="pic" sz="quarter" idx="15"/>
          </p:nvPr>
        </p:nvPicPr>
        <p:blipFill>
          <a:blip r:embed="rId2" cstate="email">
            <a:extLst>
              <a:ext uri="{28A0092B-C50C-407E-A947-70E740481C1C}">
                <a14:useLocalDpi xmlns:a14="http://schemas.microsoft.com/office/drawing/2010/main"/>
              </a:ext>
            </a:extLst>
          </a:blip>
          <a:srcRect/>
          <a:stretch/>
        </p:blipFill>
        <p:spPr>
          <a:xfrm>
            <a:off x="5934456" y="817563"/>
            <a:ext cx="6257925" cy="5176837"/>
          </a:xfrm>
        </p:spPr>
      </p:pic>
      <p:sp>
        <p:nvSpPr>
          <p:cNvPr id="4" name="Title 3">
            <a:extLst>
              <a:ext uri="{FF2B5EF4-FFF2-40B4-BE49-F238E27FC236}">
                <a16:creationId xmlns:a16="http://schemas.microsoft.com/office/drawing/2014/main" id="{54ED3A2A-2B38-EDE5-C88F-9873F9F37D62}"/>
              </a:ext>
            </a:extLst>
          </p:cNvPr>
          <p:cNvSpPr>
            <a:spLocks noGrp="1"/>
          </p:cNvSpPr>
          <p:nvPr>
            <p:ph type="title"/>
          </p:nvPr>
        </p:nvSpPr>
        <p:spPr>
          <a:xfrm>
            <a:off x="245655" y="2600329"/>
            <a:ext cx="6485885" cy="1611964"/>
          </a:xfrm>
        </p:spPr>
        <p:txBody>
          <a:bodyPr/>
          <a:lstStyle/>
          <a:p>
            <a:r>
              <a:rPr lang="en-US" dirty="0">
                <a:solidFill>
                  <a:schemeClr val="bg1"/>
                </a:solidFill>
              </a:rPr>
              <a:t>Design Guideline-</a:t>
            </a:r>
            <a:br>
              <a:rPr lang="en-US" dirty="0"/>
            </a:br>
            <a:r>
              <a:rPr lang="en-US" dirty="0">
                <a:solidFill>
                  <a:schemeClr val="accent3"/>
                </a:solidFill>
              </a:rPr>
              <a:t>FRUNK</a:t>
            </a:r>
          </a:p>
        </p:txBody>
      </p:sp>
      <p:sp>
        <p:nvSpPr>
          <p:cNvPr id="6" name="Text Placeholder 5">
            <a:extLst>
              <a:ext uri="{FF2B5EF4-FFF2-40B4-BE49-F238E27FC236}">
                <a16:creationId xmlns:a16="http://schemas.microsoft.com/office/drawing/2014/main" id="{014214A2-B34C-F776-CFFC-E9F60AFBED37}"/>
              </a:ext>
            </a:extLst>
          </p:cNvPr>
          <p:cNvSpPr>
            <a:spLocks noGrp="1"/>
          </p:cNvSpPr>
          <p:nvPr>
            <p:ph type="body" sz="quarter" idx="16"/>
          </p:nvPr>
        </p:nvSpPr>
        <p:spPr/>
        <p:txBody>
          <a:bodyPr vert="horz" lIns="91440" tIns="45720" rIns="91440" bIns="45720" rtlCol="0" anchor="t">
            <a:noAutofit/>
          </a:bodyPr>
          <a:lstStyle/>
          <a:p>
            <a:r>
              <a:rPr lang="en-US" dirty="0"/>
              <a:t>8</a:t>
            </a:r>
            <a:r>
              <a:rPr lang="en-US" baseline="30000" dirty="0"/>
              <a:t>th</a:t>
            </a:r>
            <a:r>
              <a:rPr lang="en-US" dirty="0"/>
              <a:t> October 2025 </a:t>
            </a:r>
          </a:p>
        </p:txBody>
      </p:sp>
      <p:pic>
        <p:nvPicPr>
          <p:cNvPr id="11" name="Graphic 10">
            <a:extLst>
              <a:ext uri="{FF2B5EF4-FFF2-40B4-BE49-F238E27FC236}">
                <a16:creationId xmlns:a16="http://schemas.microsoft.com/office/drawing/2014/main" id="{C9036DEC-158B-DADD-5C7A-5DC9BC19883B}"/>
              </a:ext>
            </a:extLst>
          </p:cNvPr>
          <p:cNvPicPr>
            <a:picLocks noChangeAspect="1"/>
          </p:cNvPicPr>
          <p:nvPr/>
        </p:nvPicPr>
        <p:blipFill rotWithShape="1">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t="17778" b="18010"/>
          <a:stretch/>
        </p:blipFill>
        <p:spPr>
          <a:xfrm>
            <a:off x="3532327" y="807894"/>
            <a:ext cx="5346283" cy="4507200"/>
          </a:xfrm>
          <a:prstGeom prst="rect">
            <a:avLst/>
          </a:prstGeom>
        </p:spPr>
      </p:pic>
      <p:sp>
        <p:nvSpPr>
          <p:cNvPr id="2" name="Text Placeholder 5">
            <a:extLst>
              <a:ext uri="{FF2B5EF4-FFF2-40B4-BE49-F238E27FC236}">
                <a16:creationId xmlns:a16="http://schemas.microsoft.com/office/drawing/2014/main" id="{C188B573-A372-899F-63AD-FFF323A0145D}"/>
              </a:ext>
            </a:extLst>
          </p:cNvPr>
          <p:cNvSpPr txBox="1">
            <a:spLocks/>
          </p:cNvSpPr>
          <p:nvPr/>
        </p:nvSpPr>
        <p:spPr>
          <a:xfrm>
            <a:off x="245652" y="4468104"/>
            <a:ext cx="4291843" cy="414068"/>
          </a:xfrm>
          <a:prstGeom prst="rect">
            <a:avLst/>
          </a:prstGeom>
        </p:spPr>
        <p:txBody>
          <a:bodyPr vert="horz" lIns="91440" tIns="45720" rIns="91440" bIns="45720" rtlCol="0" anchor="t">
            <a:noAutofit/>
          </a:bodyPr>
          <a:lstStyle>
            <a:lvl1pPr marL="0" indent="0" algn="l" defTabSz="914332" rtl="0" eaLnBrk="1" latinLnBrk="0" hangingPunct="1">
              <a:lnSpc>
                <a:spcPct val="100000"/>
              </a:lnSpc>
              <a:spcBef>
                <a:spcPts val="600"/>
              </a:spcBef>
              <a:buFont typeface="Arial" panose="020B0604020202020204" pitchFamily="34" charset="0"/>
              <a:buNone/>
              <a:defRPr sz="1600" kern="1200">
                <a:solidFill>
                  <a:schemeClr val="bg1"/>
                </a:solidFill>
                <a:latin typeface="+mn-lt"/>
                <a:ea typeface="+mn-ea"/>
                <a:cs typeface="+mn-cs"/>
              </a:defRPr>
            </a:lvl1pPr>
            <a:lvl2pPr marL="685750"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2pPr>
            <a:lvl3pPr marL="1142914"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3pPr>
            <a:lvl4pPr marL="1600080"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4pPr>
            <a:lvl5pPr marL="2057247"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Tushar Shimpi &amp; Anurag Chavan</a:t>
            </a:r>
          </a:p>
        </p:txBody>
      </p:sp>
    </p:spTree>
    <p:extLst>
      <p:ext uri="{BB962C8B-B14F-4D97-AF65-F5344CB8AC3E}">
        <p14:creationId xmlns:p14="http://schemas.microsoft.com/office/powerpoint/2010/main" val="9673306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C3DE5A77-287F-8017-41E5-58224AE6B443}"/>
              </a:ext>
            </a:extLst>
          </p:cNvPr>
          <p:cNvSpPr>
            <a:spLocks noGrp="1"/>
          </p:cNvSpPr>
          <p:nvPr>
            <p:ph type="sldNum" sz="quarter" idx="10"/>
          </p:nvPr>
        </p:nvSpPr>
        <p:spPr>
          <a:xfrm>
            <a:off x="3" y="6356352"/>
            <a:ext cx="491300" cy="365125"/>
          </a:xfrm>
        </p:spPr>
        <p:txBody>
          <a:bodyPr/>
          <a:lstStyle/>
          <a:p>
            <a:fld id="{C4B1DB5C-CBD1-46F1-83D6-F5AA23577CB7}" type="slidenum">
              <a:rPr lang="en-GB" smtClean="0"/>
              <a:pPr/>
              <a:t>2</a:t>
            </a:fld>
            <a:endParaRPr lang="en-GB"/>
          </a:p>
        </p:txBody>
      </p:sp>
      <p:sp>
        <p:nvSpPr>
          <p:cNvPr id="9" name="Title 4">
            <a:extLst>
              <a:ext uri="{FF2B5EF4-FFF2-40B4-BE49-F238E27FC236}">
                <a16:creationId xmlns:a16="http://schemas.microsoft.com/office/drawing/2014/main" id="{C39D7084-87F8-5246-A98C-03B2FD187E0F}"/>
              </a:ext>
            </a:extLst>
          </p:cNvPr>
          <p:cNvSpPr>
            <a:spLocks noGrp="1"/>
          </p:cNvSpPr>
          <p:nvPr>
            <p:ph type="title"/>
          </p:nvPr>
        </p:nvSpPr>
        <p:spPr>
          <a:xfrm>
            <a:off x="228349" y="849279"/>
            <a:ext cx="8188819" cy="423340"/>
          </a:xfrm>
        </p:spPr>
        <p:txBody>
          <a:bodyPr/>
          <a:lstStyle/>
          <a:p>
            <a:r>
              <a:rPr lang="en-US" b="1" dirty="0">
                <a:solidFill>
                  <a:schemeClr val="accent1">
                    <a:lumMod val="50000"/>
                  </a:schemeClr>
                </a:solidFill>
              </a:rPr>
              <a:t>TABLE OF CONTENTS</a:t>
            </a:r>
          </a:p>
        </p:txBody>
      </p:sp>
      <p:sp>
        <p:nvSpPr>
          <p:cNvPr id="3" name="Rectangle 2">
            <a:extLst>
              <a:ext uri="{FF2B5EF4-FFF2-40B4-BE49-F238E27FC236}">
                <a16:creationId xmlns:a16="http://schemas.microsoft.com/office/drawing/2014/main" id="{044A2814-6A18-36A6-E28C-1F927641B2E7}"/>
              </a:ext>
            </a:extLst>
          </p:cNvPr>
          <p:cNvSpPr/>
          <p:nvPr/>
        </p:nvSpPr>
        <p:spPr>
          <a:xfrm>
            <a:off x="112909" y="1982709"/>
            <a:ext cx="6856062" cy="3485584"/>
          </a:xfrm>
          <a:prstGeom prst="rect">
            <a:avLst/>
          </a:prstGeom>
          <a:solidFill>
            <a:schemeClr val="tx1">
              <a:lumMod val="85000"/>
              <a:lumOff val="15000"/>
            </a:schemeClr>
          </a:solidFill>
          <a:ln w="127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sz="1892" kern="1200">
                <a:solidFill>
                  <a:schemeClr val="lt1"/>
                </a:solidFill>
                <a:latin typeface="+mn-lt"/>
                <a:ea typeface="+mn-ea"/>
                <a:cs typeface="+mn-cs"/>
              </a:defRPr>
            </a:lvl1pPr>
            <a:lvl2pPr marL="370130" indent="-137176" algn="l" rtl="0" eaLnBrk="0" fontAlgn="base" hangingPunct="0">
              <a:spcBef>
                <a:spcPct val="0"/>
              </a:spcBef>
              <a:spcAft>
                <a:spcPct val="0"/>
              </a:spcAft>
              <a:defRPr sz="1892" kern="1200">
                <a:solidFill>
                  <a:schemeClr val="lt1"/>
                </a:solidFill>
                <a:latin typeface="+mn-lt"/>
                <a:ea typeface="+mn-ea"/>
                <a:cs typeface="+mn-cs"/>
              </a:defRPr>
            </a:lvl2pPr>
            <a:lvl3pPr marL="741072" indent="-277598" algn="l" rtl="0" eaLnBrk="0" fontAlgn="base" hangingPunct="0">
              <a:spcBef>
                <a:spcPct val="0"/>
              </a:spcBef>
              <a:spcAft>
                <a:spcPct val="0"/>
              </a:spcAft>
              <a:defRPr sz="1892" kern="1200">
                <a:solidFill>
                  <a:schemeClr val="lt1"/>
                </a:solidFill>
                <a:latin typeface="+mn-lt"/>
                <a:ea typeface="+mn-ea"/>
                <a:cs typeface="+mn-cs"/>
              </a:defRPr>
            </a:lvl3pPr>
            <a:lvl4pPr marL="1112826" indent="-417208" algn="l" rtl="0" eaLnBrk="0" fontAlgn="base" hangingPunct="0">
              <a:spcBef>
                <a:spcPct val="0"/>
              </a:spcBef>
              <a:spcAft>
                <a:spcPct val="0"/>
              </a:spcAft>
              <a:defRPr sz="1892" kern="1200">
                <a:solidFill>
                  <a:schemeClr val="lt1"/>
                </a:solidFill>
                <a:latin typeface="+mn-lt"/>
                <a:ea typeface="+mn-ea"/>
                <a:cs typeface="+mn-cs"/>
              </a:defRPr>
            </a:lvl4pPr>
            <a:lvl5pPr marL="1484579" indent="-556007" algn="l" rtl="0" eaLnBrk="0" fontAlgn="base" hangingPunct="0">
              <a:spcBef>
                <a:spcPct val="0"/>
              </a:spcBef>
              <a:spcAft>
                <a:spcPct val="0"/>
              </a:spcAft>
              <a:defRPr sz="1892" kern="1200">
                <a:solidFill>
                  <a:schemeClr val="lt1"/>
                </a:solidFill>
                <a:latin typeface="+mn-lt"/>
                <a:ea typeface="+mn-ea"/>
                <a:cs typeface="+mn-cs"/>
              </a:defRPr>
            </a:lvl5pPr>
            <a:lvl6pPr marL="1168832" algn="l" defTabSz="467533" rtl="0" eaLnBrk="1" latinLnBrk="0" hangingPunct="1">
              <a:defRPr sz="1892" kern="1200">
                <a:solidFill>
                  <a:schemeClr val="lt1"/>
                </a:solidFill>
                <a:latin typeface="+mn-lt"/>
                <a:ea typeface="+mn-ea"/>
                <a:cs typeface="+mn-cs"/>
              </a:defRPr>
            </a:lvl6pPr>
            <a:lvl7pPr marL="1402598" algn="l" defTabSz="467533" rtl="0" eaLnBrk="1" latinLnBrk="0" hangingPunct="1">
              <a:defRPr sz="1892" kern="1200">
                <a:solidFill>
                  <a:schemeClr val="lt1"/>
                </a:solidFill>
                <a:latin typeface="+mn-lt"/>
                <a:ea typeface="+mn-ea"/>
                <a:cs typeface="+mn-cs"/>
              </a:defRPr>
            </a:lvl7pPr>
            <a:lvl8pPr marL="1636365" algn="l" defTabSz="467533" rtl="0" eaLnBrk="1" latinLnBrk="0" hangingPunct="1">
              <a:defRPr sz="1892" kern="1200">
                <a:solidFill>
                  <a:schemeClr val="lt1"/>
                </a:solidFill>
                <a:latin typeface="+mn-lt"/>
                <a:ea typeface="+mn-ea"/>
                <a:cs typeface="+mn-cs"/>
              </a:defRPr>
            </a:lvl8pPr>
            <a:lvl9pPr marL="1870131" algn="l" defTabSz="467533" rtl="0" eaLnBrk="1" latinLnBrk="0" hangingPunct="1">
              <a:defRPr sz="1892" kern="1200">
                <a:solidFill>
                  <a:schemeClr val="lt1"/>
                </a:solidFill>
                <a:latin typeface="+mn-lt"/>
                <a:ea typeface="+mn-ea"/>
                <a:cs typeface="+mn-cs"/>
              </a:defRPr>
            </a:lvl9pPr>
          </a:lstStyle>
          <a:p>
            <a:pPr algn="ctr"/>
            <a:endParaRPr lang="en-US" sz="1252" dirty="0">
              <a:latin typeface="Arial" panose="020B0604020202020204" pitchFamily="34" charset="0"/>
              <a:cs typeface="Arial" panose="020B0604020202020204" pitchFamily="34" charset="0"/>
            </a:endParaRPr>
          </a:p>
        </p:txBody>
      </p:sp>
      <p:sp>
        <p:nvSpPr>
          <p:cNvPr id="4" name="Content Placeholder 2">
            <a:extLst>
              <a:ext uri="{FF2B5EF4-FFF2-40B4-BE49-F238E27FC236}">
                <a16:creationId xmlns:a16="http://schemas.microsoft.com/office/drawing/2014/main" id="{912F9BBE-5BB3-1A7F-9BA1-E57AD2A7B367}"/>
              </a:ext>
            </a:extLst>
          </p:cNvPr>
          <p:cNvSpPr txBox="1">
            <a:spLocks/>
          </p:cNvSpPr>
          <p:nvPr/>
        </p:nvSpPr>
        <p:spPr bwMode="auto">
          <a:xfrm>
            <a:off x="245653" y="2334827"/>
            <a:ext cx="4157220" cy="30627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0512" tIns="30256" rIns="60512" bIns="30256" numCol="1" anchor="ctr" anchorCtr="0" compatLnSpc="1">
            <a:prstTxWarp prst="textNoShape">
              <a:avLst/>
            </a:prstTxWarp>
          </a:bodyPr>
          <a:lstStyle>
            <a:defPPr>
              <a:defRPr lang="en-US"/>
            </a:defPPr>
            <a:lvl1pPr marL="0" indent="0" algn="l" rtl="0" eaLnBrk="0" fontAlgn="base" hangingPunct="0">
              <a:lnSpc>
                <a:spcPct val="90000"/>
              </a:lnSpc>
              <a:spcBef>
                <a:spcPts val="1000"/>
              </a:spcBef>
              <a:spcAft>
                <a:spcPct val="0"/>
              </a:spcAft>
              <a:buFont typeface="Arial" panose="020B0604020202020204" pitchFamily="34" charset="0"/>
              <a:buNone/>
              <a:defRPr sz="1100" kern="1200" baseline="0">
                <a:solidFill>
                  <a:srgbClr val="0A142C"/>
                </a:solidFill>
                <a:latin typeface="Merriweather" panose="02060503050406030704" pitchFamily="18" charset="0"/>
                <a:ea typeface="+mn-ea"/>
                <a:cs typeface="+mn-cs"/>
              </a:defRPr>
            </a:lvl1pPr>
            <a:lvl2pPr marL="685770" indent="-228590" algn="l" rtl="0" eaLnBrk="0" fontAlgn="base" hangingPunct="0">
              <a:lnSpc>
                <a:spcPct val="90000"/>
              </a:lnSpc>
              <a:spcBef>
                <a:spcPts val="500"/>
              </a:spcBef>
              <a:spcAft>
                <a:spcPct val="0"/>
              </a:spcAft>
              <a:buFont typeface="Arial" panose="020B0604020202020204" pitchFamily="34" charset="0"/>
              <a:buChar char="•"/>
              <a:defRPr sz="1600" kern="1200">
                <a:solidFill>
                  <a:srgbClr val="0A142C"/>
                </a:solidFill>
                <a:latin typeface="Merriweather" panose="02060503050406030704" pitchFamily="18" charset="0"/>
                <a:ea typeface="+mn-ea"/>
                <a:cs typeface="+mn-cs"/>
              </a:defRPr>
            </a:lvl2pPr>
            <a:lvl3pPr marL="1142949" indent="-228590" algn="l" rtl="0" eaLnBrk="0" fontAlgn="base" hangingPunct="0">
              <a:lnSpc>
                <a:spcPct val="90000"/>
              </a:lnSpc>
              <a:spcBef>
                <a:spcPts val="500"/>
              </a:spcBef>
              <a:spcAft>
                <a:spcPct val="0"/>
              </a:spcAft>
              <a:buFont typeface="Arial" panose="020B0604020202020204" pitchFamily="34" charset="0"/>
              <a:buChar char="•"/>
              <a:defRPr sz="1400" b="1" kern="1200">
                <a:solidFill>
                  <a:srgbClr val="0A142C"/>
                </a:solidFill>
                <a:latin typeface="Merriweather" panose="02060503050406030704" pitchFamily="18" charset="0"/>
                <a:ea typeface="+mn-ea"/>
                <a:cs typeface="+mn-cs"/>
              </a:defRPr>
            </a:lvl3pPr>
            <a:lvl4pPr marL="1600129" indent="-228590" algn="l" rtl="0" eaLnBrk="0" fontAlgn="base" hangingPunct="0">
              <a:lnSpc>
                <a:spcPct val="90000"/>
              </a:lnSpc>
              <a:spcBef>
                <a:spcPts val="500"/>
              </a:spcBef>
              <a:spcAft>
                <a:spcPct val="0"/>
              </a:spcAft>
              <a:buFont typeface="Arial" panose="020B0604020202020204" pitchFamily="34" charset="0"/>
              <a:buChar char="•"/>
              <a:defRPr sz="1200" kern="1200">
                <a:solidFill>
                  <a:srgbClr val="0A142C"/>
                </a:solidFill>
                <a:latin typeface="Merriweather" panose="02060503050406030704" pitchFamily="18" charset="0"/>
                <a:ea typeface="+mn-ea"/>
                <a:cs typeface="+mn-cs"/>
              </a:defRPr>
            </a:lvl4pPr>
            <a:lvl5pPr marL="1828719" indent="0" algn="l" rtl="0" eaLnBrk="0" fontAlgn="base" hangingPunct="0">
              <a:lnSpc>
                <a:spcPct val="90000"/>
              </a:lnSpc>
              <a:spcBef>
                <a:spcPts val="500"/>
              </a:spcBef>
              <a:spcAft>
                <a:spcPct val="0"/>
              </a:spcAft>
              <a:buFont typeface="Arial" panose="020B0604020202020204" pitchFamily="34" charset="0"/>
              <a:buNone/>
              <a:defRPr sz="1100" kern="1200">
                <a:solidFill>
                  <a:srgbClr val="0A142C"/>
                </a:solidFill>
                <a:latin typeface="Merriweather" panose="02060503050406030704" pitchFamily="18" charset="0"/>
                <a:ea typeface="+mn-ea"/>
                <a:cs typeface="+mn-cs"/>
              </a:defRPr>
            </a:lvl5pPr>
            <a:lvl6pPr marL="2514488" indent="-228590" algn="l" defTabSz="91436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68" indent="-228590" algn="l" defTabSz="91436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47" indent="-228590" algn="l" defTabSz="91436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28" indent="-228590" algn="l" defTabSz="91436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02575" indent="-302575">
              <a:lnSpc>
                <a:spcPct val="100000"/>
              </a:lnSpc>
              <a:buFont typeface="Arial" panose="020B0604020202020204" pitchFamily="34" charset="0"/>
              <a:buAutoNum type="arabicPlain"/>
            </a:pPr>
            <a:r>
              <a:rPr lang="en-IN" sz="1400" b="1" dirty="0">
                <a:solidFill>
                  <a:schemeClr val="bg1"/>
                </a:solidFill>
                <a:latin typeface="+mn-lt"/>
                <a:ea typeface="Roboto" panose="02000000000000000000" pitchFamily="2" charset="0"/>
                <a:cs typeface="Arial" panose="020B0604020202020204" pitchFamily="34" charset="0"/>
              </a:rPr>
              <a:t>Technical Description</a:t>
            </a:r>
          </a:p>
          <a:p>
            <a:pPr marL="302575" indent="-302575">
              <a:lnSpc>
                <a:spcPct val="100000"/>
              </a:lnSpc>
              <a:buFont typeface="Arial" panose="020B0604020202020204" pitchFamily="34" charset="0"/>
              <a:buAutoNum type="arabicPlain"/>
            </a:pPr>
            <a:r>
              <a:rPr lang="en-IN" sz="1400" b="1" dirty="0">
                <a:solidFill>
                  <a:schemeClr val="bg1"/>
                </a:solidFill>
                <a:latin typeface="+mn-lt"/>
                <a:ea typeface="Roboto" panose="02000000000000000000" pitchFamily="2" charset="0"/>
                <a:cs typeface="Arial" panose="020B0604020202020204" pitchFamily="34" charset="0"/>
              </a:rPr>
              <a:t>System interfaces</a:t>
            </a:r>
          </a:p>
          <a:p>
            <a:pPr marL="302575" indent="-302575">
              <a:lnSpc>
                <a:spcPct val="100000"/>
              </a:lnSpc>
              <a:buFont typeface="Arial" panose="020B0604020202020204" pitchFamily="34" charset="0"/>
              <a:buAutoNum type="arabicPlain"/>
            </a:pPr>
            <a:r>
              <a:rPr lang="en-IN" sz="1400" b="1" dirty="0">
                <a:solidFill>
                  <a:schemeClr val="bg1"/>
                </a:solidFill>
                <a:latin typeface="+mn-lt"/>
                <a:ea typeface="Roboto" panose="02000000000000000000" pitchFamily="2" charset="0"/>
                <a:cs typeface="Arial" panose="020B0604020202020204" pitchFamily="34" charset="0"/>
              </a:rPr>
              <a:t>Materials &amp; Weights</a:t>
            </a:r>
          </a:p>
          <a:p>
            <a:pPr marL="302575" indent="-302575">
              <a:lnSpc>
                <a:spcPct val="100000"/>
              </a:lnSpc>
              <a:buFont typeface="Arial" panose="020B0604020202020204" pitchFamily="34" charset="0"/>
              <a:buAutoNum type="arabicPlain"/>
            </a:pPr>
            <a:r>
              <a:rPr lang="en-IN" sz="1400" b="1" dirty="0">
                <a:solidFill>
                  <a:schemeClr val="bg1"/>
                </a:solidFill>
                <a:latin typeface="+mn-lt"/>
                <a:ea typeface="Roboto" panose="02000000000000000000" pitchFamily="2" charset="0"/>
                <a:cs typeface="Arial" panose="020B0604020202020204" pitchFamily="34" charset="0"/>
              </a:rPr>
              <a:t>Requirements</a:t>
            </a:r>
          </a:p>
          <a:p>
            <a:pPr marL="302575" indent="-302575">
              <a:lnSpc>
                <a:spcPct val="100000"/>
              </a:lnSpc>
              <a:buFont typeface="Arial" panose="020B0604020202020204" pitchFamily="34" charset="0"/>
              <a:buAutoNum type="arabicPlain"/>
            </a:pPr>
            <a:r>
              <a:rPr lang="en-IN" sz="1400" b="1" dirty="0">
                <a:solidFill>
                  <a:schemeClr val="bg1"/>
                </a:solidFill>
                <a:latin typeface="+mn-lt"/>
                <a:ea typeface="Roboto" panose="02000000000000000000" pitchFamily="2" charset="0"/>
                <a:cs typeface="Arial" panose="020B0604020202020204" pitchFamily="34" charset="0"/>
              </a:rPr>
              <a:t>Assembly flight path</a:t>
            </a:r>
          </a:p>
          <a:p>
            <a:pPr marL="302575" indent="-302575">
              <a:lnSpc>
                <a:spcPct val="100000"/>
              </a:lnSpc>
              <a:buFont typeface="Arial" panose="020B0604020202020204" pitchFamily="34" charset="0"/>
              <a:buAutoNum type="arabicPlain"/>
            </a:pPr>
            <a:r>
              <a:rPr lang="en-IN" sz="1400" b="1" dirty="0">
                <a:solidFill>
                  <a:schemeClr val="bg1"/>
                </a:solidFill>
                <a:latin typeface="+mn-lt"/>
                <a:ea typeface="Roboto" panose="02000000000000000000" pitchFamily="2" charset="0"/>
                <a:cs typeface="Arial" panose="020B0604020202020204" pitchFamily="34" charset="0"/>
              </a:rPr>
              <a:t>Engineering packaging sections</a:t>
            </a:r>
          </a:p>
          <a:p>
            <a:pPr marL="302575" indent="-302575">
              <a:lnSpc>
                <a:spcPct val="100000"/>
              </a:lnSpc>
              <a:buFont typeface="Arial" panose="020B0604020202020204" pitchFamily="34" charset="0"/>
              <a:buAutoNum type="arabicPlain"/>
            </a:pPr>
            <a:r>
              <a:rPr lang="en-IN" sz="1400" b="1" dirty="0">
                <a:solidFill>
                  <a:schemeClr val="bg1"/>
                </a:solidFill>
                <a:latin typeface="+mn-lt"/>
                <a:ea typeface="Roboto" panose="02000000000000000000" pitchFamily="2" charset="0"/>
                <a:cs typeface="Arial" panose="020B0604020202020204" pitchFamily="34" charset="0"/>
              </a:rPr>
              <a:t>Location and fixation strategy </a:t>
            </a:r>
            <a:endParaRPr lang="en-US" sz="1400" b="1" dirty="0">
              <a:solidFill>
                <a:schemeClr val="bg1"/>
              </a:solidFill>
              <a:latin typeface="+mn-lt"/>
              <a:ea typeface="Roboto" panose="02000000000000000000" pitchFamily="2" charset="0"/>
              <a:cs typeface="Arial" panose="020B0604020202020204" pitchFamily="34" charset="0"/>
            </a:endParaRPr>
          </a:p>
          <a:p>
            <a:pPr marL="302575" indent="-302575">
              <a:lnSpc>
                <a:spcPct val="100000"/>
              </a:lnSpc>
              <a:buFont typeface="Arial" panose="020B0604020202020204" pitchFamily="34" charset="0"/>
              <a:buAutoNum type="arabicPlain"/>
            </a:pPr>
            <a:r>
              <a:rPr lang="en-IN" sz="1400" b="1" dirty="0">
                <a:solidFill>
                  <a:schemeClr val="bg1"/>
                </a:solidFill>
                <a:latin typeface="+mn-lt"/>
                <a:ea typeface="Roboto" panose="02000000000000000000" pitchFamily="2" charset="0"/>
                <a:cs typeface="Arial" panose="020B0604020202020204" pitchFamily="34" charset="0"/>
              </a:rPr>
              <a:t>Frunk storage items</a:t>
            </a:r>
          </a:p>
          <a:p>
            <a:pPr marL="302575" indent="-302575">
              <a:lnSpc>
                <a:spcPct val="100000"/>
              </a:lnSpc>
              <a:buFont typeface="Arial" panose="020B0604020202020204" pitchFamily="34" charset="0"/>
              <a:buAutoNum type="arabicPlain"/>
            </a:pPr>
            <a:endParaRPr lang="en-US" sz="1200" b="1" dirty="0">
              <a:solidFill>
                <a:schemeClr val="bg1"/>
              </a:solidFill>
              <a:latin typeface="Arial" panose="020B0604020202020204" pitchFamily="34" charset="0"/>
              <a:ea typeface="Roboto" panose="02000000000000000000" pitchFamily="2" charset="0"/>
              <a:cs typeface="Arial" panose="020B0604020202020204" pitchFamily="34" charset="0"/>
            </a:endParaRPr>
          </a:p>
        </p:txBody>
      </p:sp>
      <p:pic>
        <p:nvPicPr>
          <p:cNvPr id="1026" name="Picture 2">
            <a:extLst>
              <a:ext uri="{FF2B5EF4-FFF2-40B4-BE49-F238E27FC236}">
                <a16:creationId xmlns:a16="http://schemas.microsoft.com/office/drawing/2014/main" id="{999F7F1F-5F71-E971-723B-2C6F3EF430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8970" y="1982709"/>
            <a:ext cx="5089719" cy="34855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39032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C3DE5A77-287F-8017-41E5-58224AE6B443}"/>
              </a:ext>
            </a:extLst>
          </p:cNvPr>
          <p:cNvSpPr>
            <a:spLocks noGrp="1"/>
          </p:cNvSpPr>
          <p:nvPr>
            <p:ph type="sldNum" sz="quarter" idx="10"/>
          </p:nvPr>
        </p:nvSpPr>
        <p:spPr>
          <a:xfrm>
            <a:off x="3" y="6356352"/>
            <a:ext cx="491300" cy="365125"/>
          </a:xfrm>
        </p:spPr>
        <p:txBody>
          <a:bodyPr/>
          <a:lstStyle/>
          <a:p>
            <a:fld id="{C4B1DB5C-CBD1-46F1-83D6-F5AA23577CB7}" type="slidenum">
              <a:rPr lang="en-GB" smtClean="0"/>
              <a:pPr/>
              <a:t>3</a:t>
            </a:fld>
            <a:endParaRPr lang="en-GB"/>
          </a:p>
        </p:txBody>
      </p:sp>
      <p:sp>
        <p:nvSpPr>
          <p:cNvPr id="2" name="Title 1">
            <a:extLst>
              <a:ext uri="{FF2B5EF4-FFF2-40B4-BE49-F238E27FC236}">
                <a16:creationId xmlns:a16="http://schemas.microsoft.com/office/drawing/2014/main" id="{4203E08C-DDB1-784F-5549-E9880ED838AE}"/>
              </a:ext>
            </a:extLst>
          </p:cNvPr>
          <p:cNvSpPr txBox="1">
            <a:spLocks/>
          </p:cNvSpPr>
          <p:nvPr/>
        </p:nvSpPr>
        <p:spPr>
          <a:xfrm>
            <a:off x="183471" y="776825"/>
            <a:ext cx="9144000" cy="439388"/>
          </a:xfrm>
          <a:prstGeom prst="rect">
            <a:avLst/>
          </a:prstGeom>
        </p:spPr>
        <p:txBody>
          <a:bodyPr vert="horz" lIns="91440" tIns="45720" rIns="91440" bIns="45720" rtlCol="0" anchor="t" anchorCtr="0">
            <a:noAutofit/>
          </a:bodyPr>
          <a:lstStyle>
            <a:defPPr>
              <a:defRPr lang="en-US"/>
            </a:defPPr>
            <a:lvl1pPr algn="l" rtl="0" eaLnBrk="0" fontAlgn="base" hangingPunct="0">
              <a:lnSpc>
                <a:spcPct val="90000"/>
              </a:lnSpc>
              <a:spcBef>
                <a:spcPct val="0"/>
              </a:spcBef>
              <a:spcAft>
                <a:spcPct val="0"/>
              </a:spcAft>
              <a:defRPr sz="2400" b="1" i="0" kern="1200" cap="all" baseline="0">
                <a:solidFill>
                  <a:srgbClr val="F79633"/>
                </a:solidFill>
                <a:latin typeface="Arial" charset="0"/>
                <a:ea typeface="Arial" charset="0"/>
                <a:cs typeface="Arial" charset="0"/>
              </a:defRPr>
            </a:lvl1pPr>
            <a:lvl2pPr marL="370130" indent="-137176" algn="l" rtl="0" eaLnBrk="0" fontAlgn="base" hangingPunct="0">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2pPr>
            <a:lvl3pPr marL="741072" indent="-277598" algn="l" rtl="0" eaLnBrk="0" fontAlgn="base" hangingPunct="0">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3pPr>
            <a:lvl4pPr marL="1112826" indent="-417208" algn="l" rtl="0" eaLnBrk="0" fontAlgn="base" hangingPunct="0">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4pPr>
            <a:lvl5pPr marL="1484579" indent="-556007" algn="l" rtl="0" eaLnBrk="0" fontAlgn="base" hangingPunct="0">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5pPr>
            <a:lvl6pPr marL="233778" algn="l" defTabSz="467533" rtl="0" eaLnBrk="1" fontAlgn="base" latinLnBrk="0" hangingPunct="1">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6pPr>
            <a:lvl7pPr marL="467558" algn="l" defTabSz="467533" rtl="0" eaLnBrk="1" fontAlgn="base" latinLnBrk="0" hangingPunct="1">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7pPr>
            <a:lvl8pPr marL="701333" algn="l" defTabSz="467533" rtl="0" eaLnBrk="1" fontAlgn="base" latinLnBrk="0" hangingPunct="1">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8pPr>
            <a:lvl9pPr marL="935114" algn="l" defTabSz="467533" rtl="0" eaLnBrk="1" fontAlgn="base" latinLnBrk="0" hangingPunct="1">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9pPr>
          </a:lstStyle>
          <a:p>
            <a:r>
              <a:rPr lang="en-US" sz="1800" dirty="0">
                <a:latin typeface="+mj-lt"/>
              </a:rPr>
              <a:t>Technical Description</a:t>
            </a:r>
          </a:p>
          <a:p>
            <a:endParaRPr lang="en-US" sz="1800" dirty="0">
              <a:solidFill>
                <a:srgbClr val="FF0000"/>
              </a:solidFill>
            </a:endParaRPr>
          </a:p>
        </p:txBody>
      </p:sp>
      <p:sp>
        <p:nvSpPr>
          <p:cNvPr id="11" name="TextBox 4">
            <a:extLst>
              <a:ext uri="{FF2B5EF4-FFF2-40B4-BE49-F238E27FC236}">
                <a16:creationId xmlns:a16="http://schemas.microsoft.com/office/drawing/2014/main" id="{7513BF0D-8E73-3636-6373-56A81ED4A675}"/>
              </a:ext>
            </a:extLst>
          </p:cNvPr>
          <p:cNvSpPr txBox="1"/>
          <p:nvPr/>
        </p:nvSpPr>
        <p:spPr>
          <a:xfrm>
            <a:off x="183471" y="1296530"/>
            <a:ext cx="11588319" cy="3539430"/>
          </a:xfrm>
          <a:prstGeom prst="rect">
            <a:avLst/>
          </a:prstGeom>
        </p:spPr>
        <p:txBody>
          <a:bodyPr wrap="square" rtlCol="0">
            <a:spAutoFit/>
          </a:bodyPr>
          <a:lstStyle>
            <a:defPPr>
              <a:defRPr lang="en-US"/>
            </a:defPPr>
            <a:lvl1pPr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1pPr>
            <a:lvl2pPr marL="370130" indent="-137176"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2pPr>
            <a:lvl3pPr marL="741072" indent="-277598"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3pPr>
            <a:lvl4pPr marL="1112826" indent="-417208"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4pPr>
            <a:lvl5pPr marL="1484579" indent="-556007"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5pPr>
            <a:lvl6pPr marL="1168832"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6pPr>
            <a:lvl7pPr marL="1402598"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7pPr>
            <a:lvl8pPr marL="1636365"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8pPr>
            <a:lvl9pPr marL="1870131"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9pPr>
          </a:lstStyle>
          <a:p>
            <a:pPr marL="171450" indent="-171450">
              <a:buFont typeface="Arial" panose="020B0604020202020204" pitchFamily="34" charset="0"/>
              <a:buChar char="•"/>
            </a:pPr>
            <a:r>
              <a:rPr lang="en-US" sz="1400" dirty="0">
                <a:solidFill>
                  <a:srgbClr val="4B5258"/>
                </a:solidFill>
                <a:latin typeface="+mn-lt"/>
                <a:ea typeface="Roboto Medium" panose="02000000000000000000" pitchFamily="2" charset="0"/>
                <a:cs typeface="Arial" panose="020B0604020202020204" pitchFamily="34" charset="0"/>
              </a:rPr>
              <a:t>The term “frunk” is a unique portmanteau, blending the words “front” and “trunk” to create a new concept. This innovative term has gained popularity in the context of electric vehicles (EVs), where it refers to the forward-found storage compartment.</a:t>
            </a:r>
          </a:p>
          <a:p>
            <a:pPr marL="171450" indent="-171450">
              <a:buFont typeface="Arial" panose="020B0604020202020204" pitchFamily="34" charset="0"/>
              <a:buChar char="•"/>
            </a:pPr>
            <a:endParaRPr lang="en-US" sz="1400" dirty="0">
              <a:solidFill>
                <a:srgbClr val="4B5258"/>
              </a:solidFill>
              <a:latin typeface="+mn-lt"/>
              <a:ea typeface="Roboto Medium" panose="02000000000000000000" pitchFamily="2" charset="0"/>
              <a:cs typeface="Arial" panose="020B0604020202020204" pitchFamily="34" charset="0"/>
            </a:endParaRPr>
          </a:p>
          <a:p>
            <a:pPr marL="171450" indent="-171450">
              <a:buFont typeface="Arial" panose="020B0604020202020204" pitchFamily="34" charset="0"/>
              <a:buChar char="•"/>
            </a:pPr>
            <a:r>
              <a:rPr lang="en-US" sz="1400" dirty="0">
                <a:solidFill>
                  <a:srgbClr val="4B5258"/>
                </a:solidFill>
                <a:latin typeface="+mn-lt"/>
                <a:ea typeface="Roboto Medium" panose="02000000000000000000" pitchFamily="2" charset="0"/>
                <a:cs typeface="Arial" panose="020B0604020202020204" pitchFamily="34" charset="0"/>
              </a:rPr>
              <a:t>Frunk is an enclosed storage compartment located near the front of the vehicle under the bonnet.</a:t>
            </a:r>
          </a:p>
          <a:p>
            <a:endParaRPr lang="en-US" sz="1400" dirty="0">
              <a:solidFill>
                <a:srgbClr val="4B5258"/>
              </a:solidFill>
              <a:latin typeface="+mn-lt"/>
              <a:ea typeface="Roboto Medium" panose="02000000000000000000" pitchFamily="2" charset="0"/>
              <a:cs typeface="Arial" panose="020B0604020202020204" pitchFamily="34" charset="0"/>
            </a:endParaRPr>
          </a:p>
          <a:p>
            <a:pPr marL="171450" indent="-171450">
              <a:buFont typeface="Arial" panose="020B0604020202020204" pitchFamily="34" charset="0"/>
              <a:buChar char="•"/>
            </a:pPr>
            <a:r>
              <a:rPr lang="en-US" sz="1400" b="1" dirty="0">
                <a:solidFill>
                  <a:srgbClr val="4B5258"/>
                </a:solidFill>
                <a:latin typeface="+mn-lt"/>
                <a:ea typeface="Roboto Medium" panose="02000000000000000000" pitchFamily="2" charset="0"/>
                <a:cs typeface="Arial" panose="020B0604020202020204" pitchFamily="34" charset="0"/>
              </a:rPr>
              <a:t>Primary Function </a:t>
            </a:r>
            <a:r>
              <a:rPr lang="en-US" sz="1400" dirty="0">
                <a:solidFill>
                  <a:srgbClr val="4B5258"/>
                </a:solidFill>
                <a:latin typeface="+mn-lt"/>
                <a:ea typeface="Roboto Medium" panose="02000000000000000000" pitchFamily="2" charset="0"/>
                <a:cs typeface="Arial" panose="020B0604020202020204" pitchFamily="34" charset="0"/>
              </a:rPr>
              <a:t>of frunk is for simple stowage of charging cables.</a:t>
            </a:r>
          </a:p>
          <a:p>
            <a:pPr marL="171450" indent="-171450">
              <a:buFont typeface="Arial" panose="020B0604020202020204" pitchFamily="34" charset="0"/>
              <a:buChar char="•"/>
            </a:pPr>
            <a:endParaRPr lang="en-US" sz="1400" dirty="0">
              <a:solidFill>
                <a:srgbClr val="4B5258"/>
              </a:solidFill>
              <a:latin typeface="+mn-lt"/>
              <a:ea typeface="Roboto Medium" panose="02000000000000000000" pitchFamily="2" charset="0"/>
              <a:cs typeface="Arial" panose="020B0604020202020204" pitchFamily="34" charset="0"/>
            </a:endParaRPr>
          </a:p>
          <a:p>
            <a:pPr marL="171450" indent="-171450">
              <a:buFont typeface="Arial" panose="020B0604020202020204" pitchFamily="34" charset="0"/>
              <a:buChar char="•"/>
            </a:pPr>
            <a:r>
              <a:rPr lang="en-US" sz="1400" b="1" dirty="0">
                <a:solidFill>
                  <a:srgbClr val="4B5258"/>
                </a:solidFill>
                <a:latin typeface="+mn-lt"/>
                <a:ea typeface="Roboto Medium" panose="02000000000000000000" pitchFamily="2" charset="0"/>
                <a:cs typeface="Arial" panose="020B0604020202020204" pitchFamily="34" charset="0"/>
              </a:rPr>
              <a:t>Secondary Function </a:t>
            </a:r>
            <a:r>
              <a:rPr lang="en-US" sz="1400" dirty="0">
                <a:solidFill>
                  <a:srgbClr val="4B5258"/>
                </a:solidFill>
                <a:latin typeface="+mn-lt"/>
                <a:ea typeface="Roboto Medium" panose="02000000000000000000" pitchFamily="2" charset="0"/>
                <a:cs typeface="Arial" panose="020B0604020202020204" pitchFamily="34" charset="0"/>
              </a:rPr>
              <a:t>is for the stowage of Jack/Toolkit, emergency equipment (warning triangles, first aid kit, etc.), additional stowage.</a:t>
            </a:r>
          </a:p>
          <a:p>
            <a:pPr marL="171450" indent="-171450">
              <a:buFont typeface="Arial" panose="020B0604020202020204" pitchFamily="34" charset="0"/>
              <a:buChar char="•"/>
            </a:pPr>
            <a:endParaRPr lang="en-US" sz="1400" dirty="0">
              <a:solidFill>
                <a:srgbClr val="4B5258"/>
              </a:solidFill>
              <a:ea typeface="Roboto Medium" panose="02000000000000000000" pitchFamily="2" charset="0"/>
              <a:cs typeface="Arial" panose="020B0604020202020204" pitchFamily="34" charset="0"/>
            </a:endParaRPr>
          </a:p>
          <a:p>
            <a:pPr marL="171450" indent="-171450">
              <a:buFont typeface="Arial" panose="020B0604020202020204" pitchFamily="34" charset="0"/>
              <a:buChar char="•"/>
            </a:pPr>
            <a:endParaRPr lang="en-US" sz="1400" dirty="0">
              <a:solidFill>
                <a:srgbClr val="4B5258"/>
              </a:solidFill>
              <a:ea typeface="Roboto Medium" panose="02000000000000000000" pitchFamily="2" charset="0"/>
              <a:cs typeface="Arial" panose="020B0604020202020204" pitchFamily="34" charset="0"/>
            </a:endParaRPr>
          </a:p>
          <a:p>
            <a:pPr marL="171450" indent="-171450">
              <a:buFont typeface="Arial" panose="020B0604020202020204" pitchFamily="34" charset="0"/>
              <a:buChar char="•"/>
            </a:pPr>
            <a:endParaRPr lang="en-US" sz="1400" dirty="0">
              <a:solidFill>
                <a:srgbClr val="4B5258"/>
              </a:solidFill>
              <a:ea typeface="Roboto Medium" panose="02000000000000000000" pitchFamily="2" charset="0"/>
              <a:cs typeface="Arial" panose="020B0604020202020204" pitchFamily="34" charset="0"/>
            </a:endParaRPr>
          </a:p>
          <a:p>
            <a:pPr marL="171450" indent="-171450">
              <a:buFont typeface="Arial" panose="020B0604020202020204" pitchFamily="34" charset="0"/>
              <a:buChar char="•"/>
            </a:pPr>
            <a:endParaRPr lang="en-US" sz="1400" dirty="0">
              <a:solidFill>
                <a:srgbClr val="4B5258"/>
              </a:solidFill>
              <a:ea typeface="Roboto Medium" panose="02000000000000000000" pitchFamily="2" charset="0"/>
              <a:cs typeface="Arial" panose="020B0604020202020204" pitchFamily="34" charset="0"/>
            </a:endParaRPr>
          </a:p>
          <a:p>
            <a:pPr marL="171450" indent="-171450">
              <a:buFont typeface="Arial" panose="020B0604020202020204" pitchFamily="34" charset="0"/>
              <a:buChar char="•"/>
            </a:pPr>
            <a:endParaRPr lang="en-US" sz="1400" dirty="0">
              <a:solidFill>
                <a:srgbClr val="4B5258"/>
              </a:solidFill>
              <a:ea typeface="Roboto Medium" panose="02000000000000000000" pitchFamily="2" charset="0"/>
              <a:cs typeface="Arial" panose="020B0604020202020204" pitchFamily="34" charset="0"/>
            </a:endParaRPr>
          </a:p>
          <a:p>
            <a:pPr marL="171450" indent="-171450">
              <a:buFont typeface="Arial" panose="020B0604020202020204" pitchFamily="34" charset="0"/>
              <a:buChar char="•"/>
            </a:pPr>
            <a:endParaRPr lang="en-US" sz="1400" dirty="0">
              <a:solidFill>
                <a:srgbClr val="4B5258"/>
              </a:solidFill>
              <a:ea typeface="Roboto Medium" panose="02000000000000000000" pitchFamily="2" charset="0"/>
              <a:cs typeface="Arial" panose="020B0604020202020204" pitchFamily="34" charset="0"/>
            </a:endParaRPr>
          </a:p>
          <a:p>
            <a:pPr marL="171450" indent="-171450">
              <a:buFont typeface="Arial" panose="020B0604020202020204" pitchFamily="34" charset="0"/>
              <a:buChar char="•"/>
            </a:pPr>
            <a:endParaRPr lang="en-US" sz="1400" dirty="0">
              <a:solidFill>
                <a:srgbClr val="4B5258"/>
              </a:solidFill>
              <a:ea typeface="Roboto Medium" panose="02000000000000000000" pitchFamily="2" charset="0"/>
              <a:cs typeface="Arial" panose="020B0604020202020204" pitchFamily="34" charset="0"/>
            </a:endParaRPr>
          </a:p>
          <a:p>
            <a:pPr marL="171450" indent="-171450" algn="just">
              <a:buFont typeface="Arial" panose="020B0604020202020204" pitchFamily="34" charset="0"/>
              <a:buChar char="•"/>
            </a:pPr>
            <a:endParaRPr lang="en-IN" sz="1400" dirty="0">
              <a:solidFill>
                <a:srgbClr val="4B5258"/>
              </a:solidFill>
              <a:ea typeface="Roboto Medium" panose="02000000000000000000" pitchFamily="2" charset="0"/>
              <a:cs typeface="Arial" panose="020B0604020202020204" pitchFamily="34" charset="0"/>
            </a:endParaRPr>
          </a:p>
        </p:txBody>
      </p:sp>
      <p:pic>
        <p:nvPicPr>
          <p:cNvPr id="2054" name="Picture 6" descr="Faithful Steed: The 2023 Ford Mustang Mach-E">
            <a:extLst>
              <a:ext uri="{FF2B5EF4-FFF2-40B4-BE49-F238E27FC236}">
                <a16:creationId xmlns:a16="http://schemas.microsoft.com/office/drawing/2014/main" id="{78583FCE-7B3D-85F0-3E90-7D8EC84E9B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5854" y="3689247"/>
            <a:ext cx="2740292" cy="2055219"/>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6" name="TextBox 6">
            <a:extLst>
              <a:ext uri="{FF2B5EF4-FFF2-40B4-BE49-F238E27FC236}">
                <a16:creationId xmlns:a16="http://schemas.microsoft.com/office/drawing/2014/main" id="{7E291999-8B4A-6669-31E3-FFB55032A130}"/>
              </a:ext>
            </a:extLst>
          </p:cNvPr>
          <p:cNvSpPr txBox="1"/>
          <p:nvPr/>
        </p:nvSpPr>
        <p:spPr>
          <a:xfrm>
            <a:off x="4984501" y="5804176"/>
            <a:ext cx="1937456" cy="276999"/>
          </a:xfrm>
          <a:prstGeom prst="rect">
            <a:avLst/>
          </a:prstGeom>
          <a:noFill/>
          <a:ln w="12700">
            <a:noFill/>
          </a:ln>
        </p:spPr>
        <p:txBody>
          <a:bodyPr wrap="square" rtlCol="0">
            <a:spAutoFit/>
          </a:bodyPr>
          <a:lstStyle>
            <a:defPPr>
              <a:defRPr lang="en-US"/>
            </a:defPPr>
            <a:lvl1pPr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1pPr>
            <a:lvl2pPr marL="370130" indent="-137176"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2pPr>
            <a:lvl3pPr marL="741072" indent="-277598"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3pPr>
            <a:lvl4pPr marL="1112826" indent="-417208"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4pPr>
            <a:lvl5pPr marL="1484579" indent="-556007"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5pPr>
            <a:lvl6pPr marL="1168832"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6pPr>
            <a:lvl7pPr marL="1402598"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7pPr>
            <a:lvl8pPr marL="1636365"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8pPr>
            <a:lvl9pPr marL="1870131"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9pPr>
          </a:lstStyle>
          <a:p>
            <a:pPr algn="ctr"/>
            <a:r>
              <a:rPr lang="en-US" sz="1200" b="1" dirty="0">
                <a:latin typeface="+mn-lt"/>
                <a:cs typeface="Arial" panose="020B0604020202020204" pitchFamily="34" charset="0"/>
              </a:rPr>
              <a:t>Mustang Mach – E</a:t>
            </a:r>
          </a:p>
        </p:txBody>
      </p:sp>
      <p:pic>
        <p:nvPicPr>
          <p:cNvPr id="2056" name="Picture 8" descr="Frunk - autolexicon.net">
            <a:extLst>
              <a:ext uri="{FF2B5EF4-FFF2-40B4-BE49-F238E27FC236}">
                <a16:creationId xmlns:a16="http://schemas.microsoft.com/office/drawing/2014/main" id="{4EECF10D-74B8-89F9-D4E4-83B572B0E49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35861" y="3688759"/>
            <a:ext cx="3195387" cy="2055707"/>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165B2207-B5B0-8D11-7F8A-2CDC6A4084BA}"/>
              </a:ext>
            </a:extLst>
          </p:cNvPr>
          <p:cNvSpPr txBox="1"/>
          <p:nvPr/>
        </p:nvSpPr>
        <p:spPr>
          <a:xfrm>
            <a:off x="8747543" y="5804176"/>
            <a:ext cx="1937456" cy="276999"/>
          </a:xfrm>
          <a:prstGeom prst="rect">
            <a:avLst/>
          </a:prstGeom>
          <a:noFill/>
          <a:ln w="12700">
            <a:noFill/>
          </a:ln>
        </p:spPr>
        <p:txBody>
          <a:bodyPr wrap="square" rtlCol="0">
            <a:spAutoFit/>
          </a:bodyPr>
          <a:lstStyle>
            <a:defPPr>
              <a:defRPr lang="en-US"/>
            </a:defPPr>
            <a:lvl1pPr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1pPr>
            <a:lvl2pPr marL="370130" indent="-137176"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2pPr>
            <a:lvl3pPr marL="741072" indent="-277598"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3pPr>
            <a:lvl4pPr marL="1112826" indent="-417208"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4pPr>
            <a:lvl5pPr marL="1484579" indent="-556007"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5pPr>
            <a:lvl6pPr marL="1168832"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6pPr>
            <a:lvl7pPr marL="1402598"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7pPr>
            <a:lvl8pPr marL="1636365"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8pPr>
            <a:lvl9pPr marL="1870131"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9pPr>
          </a:lstStyle>
          <a:p>
            <a:pPr algn="ctr"/>
            <a:r>
              <a:rPr lang="en-US" sz="1200" b="1" dirty="0">
                <a:latin typeface="+mn-lt"/>
                <a:cs typeface="Arial" panose="020B0604020202020204" pitchFamily="34" charset="0"/>
              </a:rPr>
              <a:t>Porsche 911</a:t>
            </a:r>
          </a:p>
        </p:txBody>
      </p:sp>
      <p:pic>
        <p:nvPicPr>
          <p:cNvPr id="2058" name="Picture 10" descr="Frunktastic Flexibility: These Are All the New Cars that Store Their Junk  in the Front">
            <a:extLst>
              <a:ext uri="{FF2B5EF4-FFF2-40B4-BE49-F238E27FC236}">
                <a16:creationId xmlns:a16="http://schemas.microsoft.com/office/drawing/2014/main" id="{C6D12213-53A8-23B8-1752-B96C214CF057}"/>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042" t="3221" r="2517" b="3391"/>
          <a:stretch/>
        </p:blipFill>
        <p:spPr bwMode="auto">
          <a:xfrm>
            <a:off x="524251" y="3689247"/>
            <a:ext cx="3422423" cy="2055706"/>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64717086-E369-2496-9048-5D13D54C2EC7}"/>
              </a:ext>
            </a:extLst>
          </p:cNvPr>
          <p:cNvSpPr txBox="1"/>
          <p:nvPr/>
        </p:nvSpPr>
        <p:spPr>
          <a:xfrm>
            <a:off x="1112585" y="5804176"/>
            <a:ext cx="1937456" cy="276999"/>
          </a:xfrm>
          <a:prstGeom prst="rect">
            <a:avLst/>
          </a:prstGeom>
          <a:noFill/>
          <a:ln w="12700">
            <a:noFill/>
          </a:ln>
        </p:spPr>
        <p:txBody>
          <a:bodyPr wrap="square" rtlCol="0">
            <a:spAutoFit/>
          </a:bodyPr>
          <a:lstStyle>
            <a:defPPr>
              <a:defRPr lang="en-US"/>
            </a:defPPr>
            <a:lvl1pPr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1pPr>
            <a:lvl2pPr marL="370130" indent="-137176"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2pPr>
            <a:lvl3pPr marL="741072" indent="-277598"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3pPr>
            <a:lvl4pPr marL="1112826" indent="-417208"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4pPr>
            <a:lvl5pPr marL="1484579" indent="-556007"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5pPr>
            <a:lvl6pPr marL="1168832"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6pPr>
            <a:lvl7pPr marL="1402598"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7pPr>
            <a:lvl8pPr marL="1636365"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8pPr>
            <a:lvl9pPr marL="1870131"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9pPr>
          </a:lstStyle>
          <a:p>
            <a:pPr algn="ctr"/>
            <a:r>
              <a:rPr lang="en-US" sz="1200" b="1" dirty="0">
                <a:latin typeface="+mn-lt"/>
                <a:cs typeface="Arial" panose="020B0604020202020204" pitchFamily="34" charset="0"/>
              </a:rPr>
              <a:t>Mclaren 570 GT</a:t>
            </a:r>
            <a:endParaRPr lang="en-US" sz="1200" b="1" dirty="0">
              <a:latin typeface="+mn-lt"/>
            </a:endParaRPr>
          </a:p>
        </p:txBody>
      </p:sp>
    </p:spTree>
    <p:extLst>
      <p:ext uri="{BB962C8B-B14F-4D97-AF65-F5344CB8AC3E}">
        <p14:creationId xmlns:p14="http://schemas.microsoft.com/office/powerpoint/2010/main" val="36575957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48975-658F-9223-ECA9-B52353251319}"/>
            </a:ext>
          </a:extLst>
        </p:cNvPr>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E5B28D1D-0DA3-613A-1881-AA517EE69737}"/>
              </a:ext>
            </a:extLst>
          </p:cNvPr>
          <p:cNvSpPr>
            <a:spLocks noGrp="1"/>
          </p:cNvSpPr>
          <p:nvPr>
            <p:ph type="sldNum" sz="quarter" idx="10"/>
          </p:nvPr>
        </p:nvSpPr>
        <p:spPr>
          <a:xfrm>
            <a:off x="3" y="6356352"/>
            <a:ext cx="491300" cy="365125"/>
          </a:xfrm>
        </p:spPr>
        <p:txBody>
          <a:bodyPr/>
          <a:lstStyle/>
          <a:p>
            <a:fld id="{C4B1DB5C-CBD1-46F1-83D6-F5AA23577CB7}" type="slidenum">
              <a:rPr lang="en-GB" smtClean="0"/>
              <a:pPr/>
              <a:t>4</a:t>
            </a:fld>
            <a:endParaRPr lang="en-GB"/>
          </a:p>
        </p:txBody>
      </p:sp>
      <p:sp>
        <p:nvSpPr>
          <p:cNvPr id="2" name="Title 1">
            <a:extLst>
              <a:ext uri="{FF2B5EF4-FFF2-40B4-BE49-F238E27FC236}">
                <a16:creationId xmlns:a16="http://schemas.microsoft.com/office/drawing/2014/main" id="{89B6E5A0-670B-8839-B9B7-91EBEA1C936B}"/>
              </a:ext>
            </a:extLst>
          </p:cNvPr>
          <p:cNvSpPr txBox="1">
            <a:spLocks/>
          </p:cNvSpPr>
          <p:nvPr/>
        </p:nvSpPr>
        <p:spPr>
          <a:xfrm>
            <a:off x="183471" y="776825"/>
            <a:ext cx="9144000" cy="439388"/>
          </a:xfrm>
          <a:prstGeom prst="rect">
            <a:avLst/>
          </a:prstGeom>
        </p:spPr>
        <p:txBody>
          <a:bodyPr vert="horz" lIns="91440" tIns="45720" rIns="91440" bIns="45720" rtlCol="0" anchor="t" anchorCtr="0">
            <a:noAutofit/>
          </a:bodyPr>
          <a:lstStyle>
            <a:defPPr>
              <a:defRPr lang="en-US"/>
            </a:defPPr>
            <a:lvl1pPr eaLnBrk="0" fontAlgn="base" hangingPunct="0">
              <a:lnSpc>
                <a:spcPct val="90000"/>
              </a:lnSpc>
              <a:spcBef>
                <a:spcPct val="0"/>
              </a:spcBef>
              <a:spcAft>
                <a:spcPct val="0"/>
              </a:spcAft>
              <a:defRPr b="1" i="0" cap="all" baseline="0">
                <a:solidFill>
                  <a:srgbClr val="F79633"/>
                </a:solidFill>
                <a:latin typeface="+mj-lt"/>
                <a:ea typeface="Arial" charset="0"/>
                <a:cs typeface="Arial" charset="0"/>
              </a:defRPr>
            </a:lvl1pPr>
            <a:lvl2pPr marL="370130" indent="-137176" eaLnBrk="0" fontAlgn="base" hangingPunct="0">
              <a:lnSpc>
                <a:spcPct val="90000"/>
              </a:lnSpc>
              <a:spcBef>
                <a:spcPct val="0"/>
              </a:spcBef>
              <a:spcAft>
                <a:spcPct val="0"/>
              </a:spcAft>
              <a:defRPr sz="2250">
                <a:solidFill>
                  <a:srgbClr val="1B1D44"/>
                </a:solidFill>
                <a:latin typeface="Roboto" panose="02000000000000000000" pitchFamily="2" charset="0"/>
                <a:ea typeface="Roboto" panose="02000000000000000000" pitchFamily="2" charset="0"/>
                <a:cs typeface="Roboto" panose="02000000000000000000" pitchFamily="2" charset="0"/>
              </a:defRPr>
            </a:lvl2pPr>
            <a:lvl3pPr marL="741072" indent="-277598" eaLnBrk="0" fontAlgn="base" hangingPunct="0">
              <a:lnSpc>
                <a:spcPct val="90000"/>
              </a:lnSpc>
              <a:spcBef>
                <a:spcPct val="0"/>
              </a:spcBef>
              <a:spcAft>
                <a:spcPct val="0"/>
              </a:spcAft>
              <a:defRPr sz="2250">
                <a:solidFill>
                  <a:srgbClr val="1B1D44"/>
                </a:solidFill>
                <a:latin typeface="Roboto" panose="02000000000000000000" pitchFamily="2" charset="0"/>
                <a:ea typeface="Roboto" panose="02000000000000000000" pitchFamily="2" charset="0"/>
                <a:cs typeface="Roboto" panose="02000000000000000000" pitchFamily="2" charset="0"/>
              </a:defRPr>
            </a:lvl3pPr>
            <a:lvl4pPr marL="1112826" indent="-417208" eaLnBrk="0" fontAlgn="base" hangingPunct="0">
              <a:lnSpc>
                <a:spcPct val="90000"/>
              </a:lnSpc>
              <a:spcBef>
                <a:spcPct val="0"/>
              </a:spcBef>
              <a:spcAft>
                <a:spcPct val="0"/>
              </a:spcAft>
              <a:defRPr sz="2250">
                <a:solidFill>
                  <a:srgbClr val="1B1D44"/>
                </a:solidFill>
                <a:latin typeface="Roboto" panose="02000000000000000000" pitchFamily="2" charset="0"/>
                <a:ea typeface="Roboto" panose="02000000000000000000" pitchFamily="2" charset="0"/>
                <a:cs typeface="Roboto" panose="02000000000000000000" pitchFamily="2" charset="0"/>
              </a:defRPr>
            </a:lvl4pPr>
            <a:lvl5pPr marL="1484579" indent="-556007" eaLnBrk="0" fontAlgn="base" hangingPunct="0">
              <a:lnSpc>
                <a:spcPct val="90000"/>
              </a:lnSpc>
              <a:spcBef>
                <a:spcPct val="0"/>
              </a:spcBef>
              <a:spcAft>
                <a:spcPct val="0"/>
              </a:spcAft>
              <a:defRPr sz="2250">
                <a:solidFill>
                  <a:srgbClr val="1B1D44"/>
                </a:solidFill>
                <a:latin typeface="Roboto" panose="02000000000000000000" pitchFamily="2" charset="0"/>
                <a:ea typeface="Roboto" panose="02000000000000000000" pitchFamily="2" charset="0"/>
                <a:cs typeface="Roboto" panose="02000000000000000000" pitchFamily="2" charset="0"/>
              </a:defRPr>
            </a:lvl5pPr>
            <a:lvl6pPr marL="233778" defTabSz="467533" fontAlgn="base">
              <a:lnSpc>
                <a:spcPct val="90000"/>
              </a:lnSpc>
              <a:spcBef>
                <a:spcPct val="0"/>
              </a:spcBef>
              <a:spcAft>
                <a:spcPct val="0"/>
              </a:spcAft>
              <a:defRPr sz="2250">
                <a:solidFill>
                  <a:srgbClr val="1B1D44"/>
                </a:solidFill>
                <a:latin typeface="Roboto" panose="02000000000000000000" pitchFamily="2" charset="0"/>
                <a:ea typeface="Roboto" panose="02000000000000000000" pitchFamily="2" charset="0"/>
                <a:cs typeface="Roboto" panose="02000000000000000000" pitchFamily="2" charset="0"/>
              </a:defRPr>
            </a:lvl6pPr>
            <a:lvl7pPr marL="467558" defTabSz="467533" fontAlgn="base">
              <a:lnSpc>
                <a:spcPct val="90000"/>
              </a:lnSpc>
              <a:spcBef>
                <a:spcPct val="0"/>
              </a:spcBef>
              <a:spcAft>
                <a:spcPct val="0"/>
              </a:spcAft>
              <a:defRPr sz="2250">
                <a:solidFill>
                  <a:srgbClr val="1B1D44"/>
                </a:solidFill>
                <a:latin typeface="Roboto" panose="02000000000000000000" pitchFamily="2" charset="0"/>
                <a:ea typeface="Roboto" panose="02000000000000000000" pitchFamily="2" charset="0"/>
                <a:cs typeface="Roboto" panose="02000000000000000000" pitchFamily="2" charset="0"/>
              </a:defRPr>
            </a:lvl7pPr>
            <a:lvl8pPr marL="701333" defTabSz="467533" fontAlgn="base">
              <a:lnSpc>
                <a:spcPct val="90000"/>
              </a:lnSpc>
              <a:spcBef>
                <a:spcPct val="0"/>
              </a:spcBef>
              <a:spcAft>
                <a:spcPct val="0"/>
              </a:spcAft>
              <a:defRPr sz="2250">
                <a:solidFill>
                  <a:srgbClr val="1B1D44"/>
                </a:solidFill>
                <a:latin typeface="Roboto" panose="02000000000000000000" pitchFamily="2" charset="0"/>
                <a:ea typeface="Roboto" panose="02000000000000000000" pitchFamily="2" charset="0"/>
                <a:cs typeface="Roboto" panose="02000000000000000000" pitchFamily="2" charset="0"/>
              </a:defRPr>
            </a:lvl8pPr>
            <a:lvl9pPr marL="935114" defTabSz="467533" fontAlgn="base">
              <a:lnSpc>
                <a:spcPct val="90000"/>
              </a:lnSpc>
              <a:spcBef>
                <a:spcPct val="0"/>
              </a:spcBef>
              <a:spcAft>
                <a:spcPct val="0"/>
              </a:spcAft>
              <a:defRPr sz="2250">
                <a:solidFill>
                  <a:srgbClr val="1B1D44"/>
                </a:solidFill>
                <a:latin typeface="Roboto" panose="02000000000000000000" pitchFamily="2" charset="0"/>
                <a:ea typeface="Roboto" panose="02000000000000000000" pitchFamily="2" charset="0"/>
                <a:cs typeface="Roboto" panose="02000000000000000000" pitchFamily="2" charset="0"/>
              </a:defRPr>
            </a:lvl9pPr>
          </a:lstStyle>
          <a:p>
            <a:r>
              <a:rPr lang="en-US" dirty="0"/>
              <a:t>SYSTEM INTERFACES</a:t>
            </a:r>
          </a:p>
          <a:p>
            <a:endParaRPr lang="en-US" dirty="0"/>
          </a:p>
        </p:txBody>
      </p:sp>
      <p:pic>
        <p:nvPicPr>
          <p:cNvPr id="3" name="Picture 2">
            <a:extLst>
              <a:ext uri="{FF2B5EF4-FFF2-40B4-BE49-F238E27FC236}">
                <a16:creationId xmlns:a16="http://schemas.microsoft.com/office/drawing/2014/main" id="{0E50984B-F8F6-3231-6ED7-198F58667493}"/>
              </a:ext>
            </a:extLst>
          </p:cNvPr>
          <p:cNvPicPr>
            <a:picLocks noChangeAspect="1"/>
          </p:cNvPicPr>
          <p:nvPr/>
        </p:nvPicPr>
        <p:blipFill>
          <a:blip r:embed="rId3">
            <a:clrChange>
              <a:clrFrom>
                <a:srgbClr val="FFFFFF"/>
              </a:clrFrom>
              <a:clrTo>
                <a:srgbClr val="FFFFFF">
                  <a:alpha val="0"/>
                </a:srgbClr>
              </a:clrTo>
            </a:clrChange>
          </a:blip>
          <a:stretch>
            <a:fillRect/>
          </a:stretch>
        </p:blipFill>
        <p:spPr>
          <a:xfrm flipH="1">
            <a:off x="4378541" y="2031229"/>
            <a:ext cx="3434918" cy="2798500"/>
          </a:xfrm>
          <a:prstGeom prst="rect">
            <a:avLst/>
          </a:prstGeom>
        </p:spPr>
      </p:pic>
      <p:cxnSp>
        <p:nvCxnSpPr>
          <p:cNvPr id="4" name="Straight Connector 3">
            <a:extLst>
              <a:ext uri="{FF2B5EF4-FFF2-40B4-BE49-F238E27FC236}">
                <a16:creationId xmlns:a16="http://schemas.microsoft.com/office/drawing/2014/main" id="{7117497C-8D0A-65F3-0EB8-C989728B8870}"/>
              </a:ext>
            </a:extLst>
          </p:cNvPr>
          <p:cNvCxnSpPr>
            <a:cxnSpLocks/>
          </p:cNvCxnSpPr>
          <p:nvPr/>
        </p:nvCxnSpPr>
        <p:spPr>
          <a:xfrm flipH="1">
            <a:off x="7559644" y="3429000"/>
            <a:ext cx="1767827" cy="0"/>
          </a:xfrm>
          <a:prstGeom prst="line">
            <a:avLst/>
          </a:prstGeom>
          <a:ln w="28575">
            <a:solidFill>
              <a:srgbClr val="FF9C00"/>
            </a:solidFill>
            <a:tailEnd type="oval"/>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56F2C28C-3414-BE87-1BE0-A6795DDDF7B1}"/>
              </a:ext>
            </a:extLst>
          </p:cNvPr>
          <p:cNvSpPr/>
          <p:nvPr/>
        </p:nvSpPr>
        <p:spPr>
          <a:xfrm>
            <a:off x="9162107" y="3089495"/>
            <a:ext cx="1258432" cy="679010"/>
          </a:xfrm>
          <a:prstGeom prst="ellipse">
            <a:avLst/>
          </a:prstGeom>
          <a:solidFill>
            <a:schemeClr val="accent4">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Upper mounting bracket</a:t>
            </a:r>
          </a:p>
        </p:txBody>
      </p:sp>
      <p:cxnSp>
        <p:nvCxnSpPr>
          <p:cNvPr id="13" name="Straight Connector 12">
            <a:extLst>
              <a:ext uri="{FF2B5EF4-FFF2-40B4-BE49-F238E27FC236}">
                <a16:creationId xmlns:a16="http://schemas.microsoft.com/office/drawing/2014/main" id="{6DCD2C9F-F01E-2050-9F06-BAE92DD971BC}"/>
              </a:ext>
            </a:extLst>
          </p:cNvPr>
          <p:cNvCxnSpPr>
            <a:cxnSpLocks/>
            <a:stCxn id="14" idx="2"/>
          </p:cNvCxnSpPr>
          <p:nvPr/>
        </p:nvCxnSpPr>
        <p:spPr>
          <a:xfrm flipH="1">
            <a:off x="7469109" y="2232433"/>
            <a:ext cx="1777963" cy="687310"/>
          </a:xfrm>
          <a:prstGeom prst="line">
            <a:avLst/>
          </a:prstGeom>
          <a:ln w="28575">
            <a:solidFill>
              <a:srgbClr val="FF9C00"/>
            </a:solidFill>
            <a:tailEnd type="oval"/>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D4016F18-F226-D3A4-4656-BDD994CE12F0}"/>
              </a:ext>
            </a:extLst>
          </p:cNvPr>
          <p:cNvSpPr/>
          <p:nvPr/>
        </p:nvSpPr>
        <p:spPr>
          <a:xfrm>
            <a:off x="9247072" y="1892928"/>
            <a:ext cx="1615143" cy="679010"/>
          </a:xfrm>
          <a:prstGeom prst="ellipse">
            <a:avLst/>
          </a:prstGeom>
          <a:solidFill>
            <a:schemeClr val="accent4">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Beautification Cover</a:t>
            </a:r>
          </a:p>
        </p:txBody>
      </p:sp>
      <p:cxnSp>
        <p:nvCxnSpPr>
          <p:cNvPr id="20" name="Straight Connector 19">
            <a:extLst>
              <a:ext uri="{FF2B5EF4-FFF2-40B4-BE49-F238E27FC236}">
                <a16:creationId xmlns:a16="http://schemas.microsoft.com/office/drawing/2014/main" id="{C345E9D9-A9F2-C16D-E5C9-97365F6FC7F6}"/>
              </a:ext>
            </a:extLst>
          </p:cNvPr>
          <p:cNvCxnSpPr>
            <a:cxnSpLocks/>
            <a:stCxn id="21" idx="3"/>
          </p:cNvCxnSpPr>
          <p:nvPr/>
        </p:nvCxnSpPr>
        <p:spPr>
          <a:xfrm flipH="1">
            <a:off x="6998105" y="1637564"/>
            <a:ext cx="911039" cy="701250"/>
          </a:xfrm>
          <a:prstGeom prst="line">
            <a:avLst/>
          </a:prstGeom>
          <a:ln w="28575">
            <a:solidFill>
              <a:srgbClr val="FF9C00"/>
            </a:solidFill>
            <a:tailEnd type="oval"/>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F7FC3854-046F-51DB-C1D4-BF17EBB2BA39}"/>
              </a:ext>
            </a:extLst>
          </p:cNvPr>
          <p:cNvSpPr/>
          <p:nvPr/>
        </p:nvSpPr>
        <p:spPr>
          <a:xfrm>
            <a:off x="7760695" y="1057993"/>
            <a:ext cx="1013670" cy="679010"/>
          </a:xfrm>
          <a:prstGeom prst="ellipse">
            <a:avLst/>
          </a:prstGeom>
          <a:solidFill>
            <a:schemeClr val="accent4">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Hood</a:t>
            </a:r>
            <a:r>
              <a:rPr lang="en-US" sz="1100" dirty="0"/>
              <a:t> </a:t>
            </a:r>
            <a:r>
              <a:rPr lang="en-US" sz="1100" b="1" dirty="0">
                <a:solidFill>
                  <a:schemeClr val="tx1"/>
                </a:solidFill>
              </a:rPr>
              <a:t>Panel</a:t>
            </a:r>
          </a:p>
        </p:txBody>
      </p:sp>
      <p:cxnSp>
        <p:nvCxnSpPr>
          <p:cNvPr id="25" name="Straight Connector 24">
            <a:extLst>
              <a:ext uri="{FF2B5EF4-FFF2-40B4-BE49-F238E27FC236}">
                <a16:creationId xmlns:a16="http://schemas.microsoft.com/office/drawing/2014/main" id="{733902AC-DB49-D05A-0B43-D337A9A23CC4}"/>
              </a:ext>
            </a:extLst>
          </p:cNvPr>
          <p:cNvCxnSpPr>
            <a:cxnSpLocks/>
            <a:stCxn id="26" idx="4"/>
          </p:cNvCxnSpPr>
          <p:nvPr/>
        </p:nvCxnSpPr>
        <p:spPr>
          <a:xfrm>
            <a:off x="5975382" y="1750781"/>
            <a:ext cx="239957" cy="651404"/>
          </a:xfrm>
          <a:prstGeom prst="line">
            <a:avLst/>
          </a:prstGeom>
          <a:ln w="28575">
            <a:solidFill>
              <a:srgbClr val="FF9C00"/>
            </a:solidFill>
            <a:tailEnd type="oval"/>
          </a:ln>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F523931C-2046-4B55-FA78-770C82ABBCA2}"/>
              </a:ext>
            </a:extLst>
          </p:cNvPr>
          <p:cNvSpPr/>
          <p:nvPr/>
        </p:nvSpPr>
        <p:spPr>
          <a:xfrm>
            <a:off x="5468547" y="1071771"/>
            <a:ext cx="1013670" cy="679010"/>
          </a:xfrm>
          <a:prstGeom prst="ellipse">
            <a:avLst/>
          </a:prstGeom>
          <a:solidFill>
            <a:schemeClr val="accent4">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Pumps/Hoses</a:t>
            </a:r>
          </a:p>
        </p:txBody>
      </p:sp>
      <p:cxnSp>
        <p:nvCxnSpPr>
          <p:cNvPr id="30" name="Straight Connector 29">
            <a:extLst>
              <a:ext uri="{FF2B5EF4-FFF2-40B4-BE49-F238E27FC236}">
                <a16:creationId xmlns:a16="http://schemas.microsoft.com/office/drawing/2014/main" id="{F40EA29B-FFDE-964E-DCCE-47DCF2DA3E9A}"/>
              </a:ext>
            </a:extLst>
          </p:cNvPr>
          <p:cNvCxnSpPr>
            <a:cxnSpLocks/>
            <a:stCxn id="31" idx="5"/>
          </p:cNvCxnSpPr>
          <p:nvPr/>
        </p:nvCxnSpPr>
        <p:spPr>
          <a:xfrm>
            <a:off x="4521678" y="2000654"/>
            <a:ext cx="971741" cy="814974"/>
          </a:xfrm>
          <a:prstGeom prst="line">
            <a:avLst/>
          </a:prstGeom>
          <a:ln w="28575">
            <a:solidFill>
              <a:srgbClr val="FF9C00"/>
            </a:solidFill>
            <a:tailEnd type="oval"/>
          </a:ln>
        </p:spPr>
        <p:style>
          <a:lnRef idx="1">
            <a:schemeClr val="accent1"/>
          </a:lnRef>
          <a:fillRef idx="0">
            <a:schemeClr val="accent1"/>
          </a:fillRef>
          <a:effectRef idx="0">
            <a:schemeClr val="accent1"/>
          </a:effectRef>
          <a:fontRef idx="minor">
            <a:schemeClr val="tx1"/>
          </a:fontRef>
        </p:style>
      </p:cxnSp>
      <p:sp>
        <p:nvSpPr>
          <p:cNvPr id="31" name="Oval 30">
            <a:extLst>
              <a:ext uri="{FF2B5EF4-FFF2-40B4-BE49-F238E27FC236}">
                <a16:creationId xmlns:a16="http://schemas.microsoft.com/office/drawing/2014/main" id="{B5F106AD-2851-0F91-78F5-C9836D7E8670}"/>
              </a:ext>
            </a:extLst>
          </p:cNvPr>
          <p:cNvSpPr/>
          <p:nvPr/>
        </p:nvSpPr>
        <p:spPr>
          <a:xfrm>
            <a:off x="3656457" y="1421083"/>
            <a:ext cx="1013670" cy="679010"/>
          </a:xfrm>
          <a:prstGeom prst="ellipse">
            <a:avLst/>
          </a:prstGeom>
          <a:solidFill>
            <a:schemeClr val="accent4">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Bonnet Lower</a:t>
            </a:r>
          </a:p>
        </p:txBody>
      </p:sp>
      <p:cxnSp>
        <p:nvCxnSpPr>
          <p:cNvPr id="36" name="Straight Connector 35">
            <a:extLst>
              <a:ext uri="{FF2B5EF4-FFF2-40B4-BE49-F238E27FC236}">
                <a16:creationId xmlns:a16="http://schemas.microsoft.com/office/drawing/2014/main" id="{979C65DF-6791-7950-2A73-DDEDB3B52C4A}"/>
              </a:ext>
            </a:extLst>
          </p:cNvPr>
          <p:cNvCxnSpPr>
            <a:cxnSpLocks/>
            <a:stCxn id="37" idx="6"/>
          </p:cNvCxnSpPr>
          <p:nvPr/>
        </p:nvCxnSpPr>
        <p:spPr>
          <a:xfrm>
            <a:off x="3497043" y="2848944"/>
            <a:ext cx="1253770" cy="409818"/>
          </a:xfrm>
          <a:prstGeom prst="line">
            <a:avLst/>
          </a:prstGeom>
          <a:ln w="28575">
            <a:solidFill>
              <a:srgbClr val="FF9C00"/>
            </a:solidFill>
            <a:tailEnd type="oval"/>
          </a:ln>
        </p:spPr>
        <p:style>
          <a:lnRef idx="1">
            <a:schemeClr val="accent1"/>
          </a:lnRef>
          <a:fillRef idx="0">
            <a:schemeClr val="accent1"/>
          </a:fillRef>
          <a:effectRef idx="0">
            <a:schemeClr val="accent1"/>
          </a:effectRef>
          <a:fontRef idx="minor">
            <a:schemeClr val="tx1"/>
          </a:fontRef>
        </p:style>
      </p:cxnSp>
      <p:sp>
        <p:nvSpPr>
          <p:cNvPr id="37" name="Oval 36">
            <a:extLst>
              <a:ext uri="{FF2B5EF4-FFF2-40B4-BE49-F238E27FC236}">
                <a16:creationId xmlns:a16="http://schemas.microsoft.com/office/drawing/2014/main" id="{94527EEB-2C2E-D7B4-F763-5BE473891D64}"/>
              </a:ext>
            </a:extLst>
          </p:cNvPr>
          <p:cNvSpPr/>
          <p:nvPr/>
        </p:nvSpPr>
        <p:spPr>
          <a:xfrm>
            <a:off x="2300694" y="2509439"/>
            <a:ext cx="1196349" cy="679010"/>
          </a:xfrm>
          <a:prstGeom prst="ellipse">
            <a:avLst/>
          </a:prstGeom>
          <a:solidFill>
            <a:schemeClr val="accent4">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Front End Carrier</a:t>
            </a:r>
          </a:p>
        </p:txBody>
      </p:sp>
      <p:cxnSp>
        <p:nvCxnSpPr>
          <p:cNvPr id="42" name="Straight Connector 41">
            <a:extLst>
              <a:ext uri="{FF2B5EF4-FFF2-40B4-BE49-F238E27FC236}">
                <a16:creationId xmlns:a16="http://schemas.microsoft.com/office/drawing/2014/main" id="{BAE68973-D841-54D9-9A1F-FB31E6DEF674}"/>
              </a:ext>
            </a:extLst>
          </p:cNvPr>
          <p:cNvCxnSpPr>
            <a:cxnSpLocks/>
            <a:stCxn id="43" idx="6"/>
          </p:cNvCxnSpPr>
          <p:nvPr/>
        </p:nvCxnSpPr>
        <p:spPr>
          <a:xfrm flipV="1">
            <a:off x="3342739" y="3868908"/>
            <a:ext cx="1224204" cy="407858"/>
          </a:xfrm>
          <a:prstGeom prst="line">
            <a:avLst/>
          </a:prstGeom>
          <a:ln w="28575">
            <a:solidFill>
              <a:srgbClr val="FF9C00"/>
            </a:solidFill>
            <a:tailEnd type="oval"/>
          </a:ln>
        </p:spPr>
        <p:style>
          <a:lnRef idx="1">
            <a:schemeClr val="accent1"/>
          </a:lnRef>
          <a:fillRef idx="0">
            <a:schemeClr val="accent1"/>
          </a:fillRef>
          <a:effectRef idx="0">
            <a:schemeClr val="accent1"/>
          </a:effectRef>
          <a:fontRef idx="minor">
            <a:schemeClr val="tx1"/>
          </a:fontRef>
        </p:style>
      </p:cxnSp>
      <p:sp>
        <p:nvSpPr>
          <p:cNvPr id="43" name="Oval 42">
            <a:extLst>
              <a:ext uri="{FF2B5EF4-FFF2-40B4-BE49-F238E27FC236}">
                <a16:creationId xmlns:a16="http://schemas.microsoft.com/office/drawing/2014/main" id="{E16AB965-CF77-5737-B1E2-EC0DF13E04D6}"/>
              </a:ext>
            </a:extLst>
          </p:cNvPr>
          <p:cNvSpPr/>
          <p:nvPr/>
        </p:nvSpPr>
        <p:spPr>
          <a:xfrm>
            <a:off x="2146390" y="3937261"/>
            <a:ext cx="1196349" cy="679010"/>
          </a:xfrm>
          <a:prstGeom prst="ellipse">
            <a:avLst/>
          </a:prstGeom>
          <a:solidFill>
            <a:schemeClr val="accent4">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Charging Cables</a:t>
            </a:r>
          </a:p>
        </p:txBody>
      </p:sp>
      <p:cxnSp>
        <p:nvCxnSpPr>
          <p:cNvPr id="46" name="Straight Connector 45">
            <a:extLst>
              <a:ext uri="{FF2B5EF4-FFF2-40B4-BE49-F238E27FC236}">
                <a16:creationId xmlns:a16="http://schemas.microsoft.com/office/drawing/2014/main" id="{FF435573-CF26-33AF-6D1B-5BCD914D3FBF}"/>
              </a:ext>
            </a:extLst>
          </p:cNvPr>
          <p:cNvCxnSpPr>
            <a:cxnSpLocks/>
            <a:stCxn id="47" idx="0"/>
          </p:cNvCxnSpPr>
          <p:nvPr/>
        </p:nvCxnSpPr>
        <p:spPr>
          <a:xfrm flipV="1">
            <a:off x="3789462" y="4276766"/>
            <a:ext cx="1352906" cy="1055086"/>
          </a:xfrm>
          <a:prstGeom prst="line">
            <a:avLst/>
          </a:prstGeom>
          <a:ln w="28575">
            <a:solidFill>
              <a:srgbClr val="FF9C00"/>
            </a:solidFill>
            <a:tailEnd type="oval"/>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D0DB6A49-3FA6-9984-60FA-29538487C32F}"/>
              </a:ext>
            </a:extLst>
          </p:cNvPr>
          <p:cNvSpPr/>
          <p:nvPr/>
        </p:nvSpPr>
        <p:spPr>
          <a:xfrm>
            <a:off x="3057246" y="5331852"/>
            <a:ext cx="1464432" cy="749323"/>
          </a:xfrm>
          <a:prstGeom prst="ellipse">
            <a:avLst/>
          </a:prstGeom>
          <a:solidFill>
            <a:schemeClr val="accent4">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High Voltage Tray</a:t>
            </a:r>
          </a:p>
        </p:txBody>
      </p:sp>
      <p:cxnSp>
        <p:nvCxnSpPr>
          <p:cNvPr id="53" name="Straight Connector 52">
            <a:extLst>
              <a:ext uri="{FF2B5EF4-FFF2-40B4-BE49-F238E27FC236}">
                <a16:creationId xmlns:a16="http://schemas.microsoft.com/office/drawing/2014/main" id="{E05EFF54-FBCE-06B1-0D68-5D8B524BE744}"/>
              </a:ext>
            </a:extLst>
          </p:cNvPr>
          <p:cNvCxnSpPr>
            <a:cxnSpLocks/>
            <a:stCxn id="54" idx="0"/>
          </p:cNvCxnSpPr>
          <p:nvPr/>
        </p:nvCxnSpPr>
        <p:spPr>
          <a:xfrm flipH="1" flipV="1">
            <a:off x="5742433" y="4455816"/>
            <a:ext cx="307081" cy="955751"/>
          </a:xfrm>
          <a:prstGeom prst="line">
            <a:avLst/>
          </a:prstGeom>
          <a:ln w="28575">
            <a:solidFill>
              <a:srgbClr val="FF9C00"/>
            </a:solidFill>
            <a:tailEnd type="oval"/>
          </a:ln>
        </p:spPr>
        <p:style>
          <a:lnRef idx="1">
            <a:schemeClr val="accent1"/>
          </a:lnRef>
          <a:fillRef idx="0">
            <a:schemeClr val="accent1"/>
          </a:fillRef>
          <a:effectRef idx="0">
            <a:schemeClr val="accent1"/>
          </a:effectRef>
          <a:fontRef idx="minor">
            <a:schemeClr val="tx1"/>
          </a:fontRef>
        </p:style>
      </p:cxnSp>
      <p:sp>
        <p:nvSpPr>
          <p:cNvPr id="54" name="Oval 53">
            <a:extLst>
              <a:ext uri="{FF2B5EF4-FFF2-40B4-BE49-F238E27FC236}">
                <a16:creationId xmlns:a16="http://schemas.microsoft.com/office/drawing/2014/main" id="{F2187B54-1388-1B9B-61F9-A83DFF7A1C99}"/>
              </a:ext>
            </a:extLst>
          </p:cNvPr>
          <p:cNvSpPr/>
          <p:nvPr/>
        </p:nvSpPr>
        <p:spPr>
          <a:xfrm>
            <a:off x="5435352" y="5411567"/>
            <a:ext cx="1228323" cy="749323"/>
          </a:xfrm>
          <a:prstGeom prst="ellipse">
            <a:avLst/>
          </a:prstGeom>
          <a:solidFill>
            <a:schemeClr val="accent4">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Upstream Duct</a:t>
            </a:r>
          </a:p>
        </p:txBody>
      </p:sp>
      <p:cxnSp>
        <p:nvCxnSpPr>
          <p:cNvPr id="57" name="Straight Connector 56">
            <a:extLst>
              <a:ext uri="{FF2B5EF4-FFF2-40B4-BE49-F238E27FC236}">
                <a16:creationId xmlns:a16="http://schemas.microsoft.com/office/drawing/2014/main" id="{EF6353BA-82CB-25F0-463B-B2A31AFEDE40}"/>
              </a:ext>
            </a:extLst>
          </p:cNvPr>
          <p:cNvCxnSpPr>
            <a:cxnSpLocks/>
            <a:stCxn id="58" idx="0"/>
          </p:cNvCxnSpPr>
          <p:nvPr/>
        </p:nvCxnSpPr>
        <p:spPr>
          <a:xfrm flipH="1" flipV="1">
            <a:off x="6627192" y="3973473"/>
            <a:ext cx="1228323" cy="1298977"/>
          </a:xfrm>
          <a:prstGeom prst="line">
            <a:avLst/>
          </a:prstGeom>
          <a:ln w="28575">
            <a:solidFill>
              <a:srgbClr val="FF9C00"/>
            </a:solidFill>
            <a:tailEnd type="oval"/>
          </a:ln>
        </p:spPr>
        <p:style>
          <a:lnRef idx="1">
            <a:schemeClr val="accent1"/>
          </a:lnRef>
          <a:fillRef idx="0">
            <a:schemeClr val="accent1"/>
          </a:fillRef>
          <a:effectRef idx="0">
            <a:schemeClr val="accent1"/>
          </a:effectRef>
          <a:fontRef idx="minor">
            <a:schemeClr val="tx1"/>
          </a:fontRef>
        </p:style>
      </p:cxnSp>
      <p:sp>
        <p:nvSpPr>
          <p:cNvPr id="58" name="Oval 57">
            <a:extLst>
              <a:ext uri="{FF2B5EF4-FFF2-40B4-BE49-F238E27FC236}">
                <a16:creationId xmlns:a16="http://schemas.microsoft.com/office/drawing/2014/main" id="{95A46A4B-C354-F86F-FA55-E5753E9CC3C1}"/>
              </a:ext>
            </a:extLst>
          </p:cNvPr>
          <p:cNvSpPr/>
          <p:nvPr/>
        </p:nvSpPr>
        <p:spPr>
          <a:xfrm>
            <a:off x="7241353" y="5272450"/>
            <a:ext cx="1228323" cy="749323"/>
          </a:xfrm>
          <a:prstGeom prst="ellipse">
            <a:avLst/>
          </a:prstGeom>
          <a:solidFill>
            <a:schemeClr val="accent4">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Cooling Duct</a:t>
            </a:r>
          </a:p>
        </p:txBody>
      </p:sp>
      <p:cxnSp>
        <p:nvCxnSpPr>
          <p:cNvPr id="60" name="Straight Connector 59">
            <a:extLst>
              <a:ext uri="{FF2B5EF4-FFF2-40B4-BE49-F238E27FC236}">
                <a16:creationId xmlns:a16="http://schemas.microsoft.com/office/drawing/2014/main" id="{CD58C188-71E1-8BBA-AAC8-3A861F037C0A}"/>
              </a:ext>
            </a:extLst>
          </p:cNvPr>
          <p:cNvCxnSpPr>
            <a:cxnSpLocks/>
            <a:stCxn id="61" idx="1"/>
          </p:cNvCxnSpPr>
          <p:nvPr/>
        </p:nvCxnSpPr>
        <p:spPr>
          <a:xfrm flipH="1" flipV="1">
            <a:off x="7202617" y="3641461"/>
            <a:ext cx="1839310" cy="1093094"/>
          </a:xfrm>
          <a:prstGeom prst="line">
            <a:avLst/>
          </a:prstGeom>
          <a:ln w="28575">
            <a:solidFill>
              <a:srgbClr val="FF9C00"/>
            </a:solidFill>
            <a:tailEnd type="oval"/>
          </a:ln>
        </p:spPr>
        <p:style>
          <a:lnRef idx="1">
            <a:schemeClr val="accent1"/>
          </a:lnRef>
          <a:fillRef idx="0">
            <a:schemeClr val="accent1"/>
          </a:fillRef>
          <a:effectRef idx="0">
            <a:schemeClr val="accent1"/>
          </a:effectRef>
          <a:fontRef idx="minor">
            <a:schemeClr val="tx1"/>
          </a:fontRef>
        </p:style>
      </p:cxnSp>
      <p:sp>
        <p:nvSpPr>
          <p:cNvPr id="61" name="Oval 60">
            <a:extLst>
              <a:ext uri="{FF2B5EF4-FFF2-40B4-BE49-F238E27FC236}">
                <a16:creationId xmlns:a16="http://schemas.microsoft.com/office/drawing/2014/main" id="{1DB7B6DA-0BE3-5879-9190-D7F312669C1F}"/>
              </a:ext>
            </a:extLst>
          </p:cNvPr>
          <p:cNvSpPr/>
          <p:nvPr/>
        </p:nvSpPr>
        <p:spPr>
          <a:xfrm>
            <a:off x="8805395" y="4624819"/>
            <a:ext cx="1615143" cy="749323"/>
          </a:xfrm>
          <a:prstGeom prst="ellipse">
            <a:avLst/>
          </a:prstGeom>
          <a:solidFill>
            <a:schemeClr val="accent4">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Beautification Cover Front</a:t>
            </a:r>
          </a:p>
        </p:txBody>
      </p:sp>
    </p:spTree>
    <p:extLst>
      <p:ext uri="{BB962C8B-B14F-4D97-AF65-F5344CB8AC3E}">
        <p14:creationId xmlns:p14="http://schemas.microsoft.com/office/powerpoint/2010/main" val="11732438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C3DE5A77-287F-8017-41E5-58224AE6B443}"/>
              </a:ext>
            </a:extLst>
          </p:cNvPr>
          <p:cNvSpPr>
            <a:spLocks noGrp="1"/>
          </p:cNvSpPr>
          <p:nvPr>
            <p:ph type="sldNum" sz="quarter" idx="10"/>
          </p:nvPr>
        </p:nvSpPr>
        <p:spPr>
          <a:xfrm>
            <a:off x="3" y="6356352"/>
            <a:ext cx="491300" cy="365125"/>
          </a:xfrm>
        </p:spPr>
        <p:txBody>
          <a:bodyPr/>
          <a:lstStyle/>
          <a:p>
            <a:fld id="{C4B1DB5C-CBD1-46F1-83D6-F5AA23577CB7}" type="slidenum">
              <a:rPr lang="en-GB" smtClean="0"/>
              <a:pPr/>
              <a:t>5</a:t>
            </a:fld>
            <a:endParaRPr lang="en-GB"/>
          </a:p>
        </p:txBody>
      </p:sp>
      <p:sp>
        <p:nvSpPr>
          <p:cNvPr id="2" name="Title 1">
            <a:extLst>
              <a:ext uri="{FF2B5EF4-FFF2-40B4-BE49-F238E27FC236}">
                <a16:creationId xmlns:a16="http://schemas.microsoft.com/office/drawing/2014/main" id="{4203E08C-DDB1-784F-5549-E9880ED838AE}"/>
              </a:ext>
            </a:extLst>
          </p:cNvPr>
          <p:cNvSpPr txBox="1">
            <a:spLocks/>
          </p:cNvSpPr>
          <p:nvPr/>
        </p:nvSpPr>
        <p:spPr>
          <a:xfrm>
            <a:off x="183471" y="776825"/>
            <a:ext cx="9144000" cy="439388"/>
          </a:xfrm>
          <a:prstGeom prst="rect">
            <a:avLst/>
          </a:prstGeom>
        </p:spPr>
        <p:txBody>
          <a:bodyPr vert="horz" lIns="91440" tIns="45720" rIns="91440" bIns="45720" rtlCol="0" anchor="t" anchorCtr="0">
            <a:noAutofit/>
          </a:bodyPr>
          <a:lstStyle>
            <a:defPPr>
              <a:defRPr lang="en-US"/>
            </a:defPPr>
            <a:lvl1pPr algn="l" rtl="0" eaLnBrk="0" fontAlgn="base" hangingPunct="0">
              <a:lnSpc>
                <a:spcPct val="90000"/>
              </a:lnSpc>
              <a:spcBef>
                <a:spcPct val="0"/>
              </a:spcBef>
              <a:spcAft>
                <a:spcPct val="0"/>
              </a:spcAft>
              <a:defRPr sz="2400" b="1" i="0" kern="1200" cap="all" baseline="0">
                <a:solidFill>
                  <a:srgbClr val="F79633"/>
                </a:solidFill>
                <a:latin typeface="Arial" charset="0"/>
                <a:ea typeface="Arial" charset="0"/>
                <a:cs typeface="Arial" charset="0"/>
              </a:defRPr>
            </a:lvl1pPr>
            <a:lvl2pPr marL="370130" indent="-137176" algn="l" rtl="0" eaLnBrk="0" fontAlgn="base" hangingPunct="0">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2pPr>
            <a:lvl3pPr marL="741072" indent="-277598" algn="l" rtl="0" eaLnBrk="0" fontAlgn="base" hangingPunct="0">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3pPr>
            <a:lvl4pPr marL="1112826" indent="-417208" algn="l" rtl="0" eaLnBrk="0" fontAlgn="base" hangingPunct="0">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4pPr>
            <a:lvl5pPr marL="1484579" indent="-556007" algn="l" rtl="0" eaLnBrk="0" fontAlgn="base" hangingPunct="0">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5pPr>
            <a:lvl6pPr marL="233778" algn="l" defTabSz="467533" rtl="0" eaLnBrk="1" fontAlgn="base" latinLnBrk="0" hangingPunct="1">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6pPr>
            <a:lvl7pPr marL="467558" algn="l" defTabSz="467533" rtl="0" eaLnBrk="1" fontAlgn="base" latinLnBrk="0" hangingPunct="1">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7pPr>
            <a:lvl8pPr marL="701333" algn="l" defTabSz="467533" rtl="0" eaLnBrk="1" fontAlgn="base" latinLnBrk="0" hangingPunct="1">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8pPr>
            <a:lvl9pPr marL="935114" algn="l" defTabSz="467533" rtl="0" eaLnBrk="1" fontAlgn="base" latinLnBrk="0" hangingPunct="1">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9pPr>
          </a:lstStyle>
          <a:p>
            <a:r>
              <a:rPr lang="en-US" sz="1800" dirty="0">
                <a:latin typeface="+mj-lt"/>
              </a:rPr>
              <a:t>MATERIALS &amp; WEIGHTS</a:t>
            </a:r>
          </a:p>
          <a:p>
            <a:endParaRPr lang="en-US" sz="1800" dirty="0">
              <a:solidFill>
                <a:srgbClr val="FF0000"/>
              </a:solidFill>
            </a:endParaRPr>
          </a:p>
        </p:txBody>
      </p:sp>
      <p:graphicFrame>
        <p:nvGraphicFramePr>
          <p:cNvPr id="3" name="Table 2">
            <a:extLst>
              <a:ext uri="{FF2B5EF4-FFF2-40B4-BE49-F238E27FC236}">
                <a16:creationId xmlns:a16="http://schemas.microsoft.com/office/drawing/2014/main" id="{5A778E79-443E-775E-48E7-B6D5C9C3057A}"/>
              </a:ext>
            </a:extLst>
          </p:cNvPr>
          <p:cNvGraphicFramePr>
            <a:graphicFrameLocks noGrp="1"/>
          </p:cNvGraphicFramePr>
          <p:nvPr>
            <p:extLst>
              <p:ext uri="{D42A27DB-BD31-4B8C-83A1-F6EECF244321}">
                <p14:modId xmlns:p14="http://schemas.microsoft.com/office/powerpoint/2010/main" val="3249096874"/>
              </p:ext>
            </p:extLst>
          </p:nvPr>
        </p:nvGraphicFramePr>
        <p:xfrm>
          <a:off x="2249604" y="1144830"/>
          <a:ext cx="7956603" cy="5211522"/>
        </p:xfrm>
        <a:graphic>
          <a:graphicData uri="http://schemas.openxmlformats.org/drawingml/2006/table">
            <a:tbl>
              <a:tblPr/>
              <a:tblGrid>
                <a:gridCol w="1127355">
                  <a:extLst>
                    <a:ext uri="{9D8B030D-6E8A-4147-A177-3AD203B41FA5}">
                      <a16:colId xmlns:a16="http://schemas.microsoft.com/office/drawing/2014/main" val="305974952"/>
                    </a:ext>
                  </a:extLst>
                </a:gridCol>
                <a:gridCol w="2824056">
                  <a:extLst>
                    <a:ext uri="{9D8B030D-6E8A-4147-A177-3AD203B41FA5}">
                      <a16:colId xmlns:a16="http://schemas.microsoft.com/office/drawing/2014/main" val="828525838"/>
                    </a:ext>
                  </a:extLst>
                </a:gridCol>
                <a:gridCol w="1641222">
                  <a:extLst>
                    <a:ext uri="{9D8B030D-6E8A-4147-A177-3AD203B41FA5}">
                      <a16:colId xmlns:a16="http://schemas.microsoft.com/office/drawing/2014/main" val="246822590"/>
                    </a:ext>
                  </a:extLst>
                </a:gridCol>
                <a:gridCol w="1181985">
                  <a:extLst>
                    <a:ext uri="{9D8B030D-6E8A-4147-A177-3AD203B41FA5}">
                      <a16:colId xmlns:a16="http://schemas.microsoft.com/office/drawing/2014/main" val="1643955574"/>
                    </a:ext>
                  </a:extLst>
                </a:gridCol>
                <a:gridCol w="1181985">
                  <a:extLst>
                    <a:ext uri="{9D8B030D-6E8A-4147-A177-3AD203B41FA5}">
                      <a16:colId xmlns:a16="http://schemas.microsoft.com/office/drawing/2014/main" val="2999742252"/>
                    </a:ext>
                  </a:extLst>
                </a:gridCol>
              </a:tblGrid>
              <a:tr h="453907">
                <a:tc>
                  <a:txBody>
                    <a:bodyPr/>
                    <a:lstStyle/>
                    <a:p>
                      <a:pPr algn="ctr" fontAlgn="base"/>
                      <a:r>
                        <a:rPr lang="en-US" sz="1200" b="0" i="0" dirty="0">
                          <a:solidFill>
                            <a:srgbClr val="4B5258"/>
                          </a:solidFill>
                          <a:effectLst/>
                          <a:latin typeface="+mn-lt"/>
                        </a:rPr>
                        <a:t>Vehicle</a:t>
                      </a:r>
                      <a:endParaRPr lang="en-US" b="1" i="0" dirty="0">
                        <a:solidFill>
                          <a:srgbClr val="FFFFFF"/>
                        </a:solidFill>
                        <a:effectLst/>
                        <a:latin typeface="+mn-lt"/>
                      </a:endParaRPr>
                    </a:p>
                  </a:txBody>
                  <a:tcPr anchor="ctr">
                    <a:lnL w="16078" cap="flat" cmpd="sng" algn="ctr">
                      <a:solidFill>
                        <a:srgbClr val="808080"/>
                      </a:solidFill>
                      <a:prstDash val="solid"/>
                      <a:round/>
                      <a:headEnd type="none" w="med" len="med"/>
                      <a:tailEnd type="none" w="med" len="med"/>
                    </a:lnL>
                    <a:lnR w="16078" cap="flat" cmpd="sng" algn="ctr">
                      <a:solidFill>
                        <a:srgbClr val="808080"/>
                      </a:solidFill>
                      <a:prstDash val="solid"/>
                      <a:round/>
                      <a:headEnd type="none" w="med" len="med"/>
                      <a:tailEnd type="none" w="med" len="med"/>
                    </a:lnR>
                    <a:lnT w="16078" cap="flat" cmpd="sng" algn="ctr">
                      <a:solidFill>
                        <a:srgbClr val="808080"/>
                      </a:solidFill>
                      <a:prstDash val="solid"/>
                      <a:round/>
                      <a:headEnd type="none" w="med" len="med"/>
                      <a:tailEnd type="none" w="med" len="med"/>
                    </a:lnT>
                    <a:lnB w="16078" cap="flat" cmpd="sng" algn="ctr">
                      <a:solidFill>
                        <a:srgbClr val="808080"/>
                      </a:solidFill>
                      <a:prstDash val="solid"/>
                      <a:round/>
                      <a:headEnd type="none" w="med" len="med"/>
                      <a:tailEnd type="none" w="med" len="med"/>
                    </a:lnB>
                    <a:solidFill>
                      <a:srgbClr val="BFBFBF"/>
                    </a:solidFill>
                  </a:tcPr>
                </a:tc>
                <a:tc>
                  <a:txBody>
                    <a:bodyPr/>
                    <a:lstStyle/>
                    <a:p>
                      <a:pPr algn="ctr" fontAlgn="base"/>
                      <a:r>
                        <a:rPr lang="en-US" sz="1200" b="0" i="0" dirty="0">
                          <a:solidFill>
                            <a:srgbClr val="4B5258"/>
                          </a:solidFill>
                          <a:effectLst/>
                          <a:latin typeface="+mn-lt"/>
                        </a:rPr>
                        <a:t>Frunk</a:t>
                      </a:r>
                      <a:endParaRPr lang="en-US" b="1" i="0" dirty="0">
                        <a:solidFill>
                          <a:srgbClr val="FFFFFF"/>
                        </a:solidFill>
                        <a:effectLst/>
                        <a:latin typeface="+mn-lt"/>
                      </a:endParaRPr>
                    </a:p>
                  </a:txBody>
                  <a:tcPr anchor="ctr">
                    <a:lnL w="16078" cap="flat" cmpd="sng" algn="ctr">
                      <a:solidFill>
                        <a:srgbClr val="808080"/>
                      </a:solidFill>
                      <a:prstDash val="solid"/>
                      <a:round/>
                      <a:headEnd type="none" w="med" len="med"/>
                      <a:tailEnd type="none" w="med" len="med"/>
                    </a:lnL>
                    <a:lnR w="16078" cap="flat" cmpd="sng" algn="ctr">
                      <a:solidFill>
                        <a:srgbClr val="808080"/>
                      </a:solidFill>
                      <a:prstDash val="solid"/>
                      <a:round/>
                      <a:headEnd type="none" w="med" len="med"/>
                      <a:tailEnd type="none" w="med" len="med"/>
                    </a:lnR>
                    <a:lnT w="16078" cap="flat" cmpd="sng" algn="ctr">
                      <a:solidFill>
                        <a:srgbClr val="808080"/>
                      </a:solidFill>
                      <a:prstDash val="solid"/>
                      <a:round/>
                      <a:headEnd type="none" w="med" len="med"/>
                      <a:tailEnd type="none" w="med" len="med"/>
                    </a:lnT>
                    <a:lnB w="16078" cap="flat" cmpd="sng" algn="ctr">
                      <a:solidFill>
                        <a:srgbClr val="808080"/>
                      </a:solidFill>
                      <a:prstDash val="solid"/>
                      <a:round/>
                      <a:headEnd type="none" w="med" len="med"/>
                      <a:tailEnd type="none" w="med" len="med"/>
                    </a:lnB>
                    <a:solidFill>
                      <a:srgbClr val="BFBFBF"/>
                    </a:solidFill>
                  </a:tcPr>
                </a:tc>
                <a:tc>
                  <a:txBody>
                    <a:bodyPr/>
                    <a:lstStyle/>
                    <a:p>
                      <a:pPr algn="ctr" fontAlgn="base"/>
                      <a:r>
                        <a:rPr lang="en-US" sz="1200" b="0" i="0" dirty="0">
                          <a:solidFill>
                            <a:srgbClr val="4B5258"/>
                          </a:solidFill>
                          <a:effectLst/>
                          <a:latin typeface="+mn-lt"/>
                        </a:rPr>
                        <a:t>Material</a:t>
                      </a:r>
                      <a:endParaRPr lang="en-US" b="1" i="0" dirty="0">
                        <a:solidFill>
                          <a:srgbClr val="FFFFFF"/>
                        </a:solidFill>
                        <a:effectLst/>
                        <a:latin typeface="+mn-lt"/>
                      </a:endParaRPr>
                    </a:p>
                  </a:txBody>
                  <a:tcPr anchor="ctr">
                    <a:lnL w="16078" cap="flat" cmpd="sng" algn="ctr">
                      <a:solidFill>
                        <a:srgbClr val="808080"/>
                      </a:solidFill>
                      <a:prstDash val="solid"/>
                      <a:round/>
                      <a:headEnd type="none" w="med" len="med"/>
                      <a:tailEnd type="none" w="med" len="med"/>
                    </a:lnL>
                    <a:lnR w="16078" cap="flat" cmpd="sng" algn="ctr">
                      <a:solidFill>
                        <a:srgbClr val="808080"/>
                      </a:solidFill>
                      <a:prstDash val="solid"/>
                      <a:round/>
                      <a:headEnd type="none" w="med" len="med"/>
                      <a:tailEnd type="none" w="med" len="med"/>
                    </a:lnR>
                    <a:lnT w="16078" cap="flat" cmpd="sng" algn="ctr">
                      <a:solidFill>
                        <a:srgbClr val="808080"/>
                      </a:solidFill>
                      <a:prstDash val="solid"/>
                      <a:round/>
                      <a:headEnd type="none" w="med" len="med"/>
                      <a:tailEnd type="none" w="med" len="med"/>
                    </a:lnT>
                    <a:lnB w="16078" cap="flat" cmpd="sng" algn="ctr">
                      <a:solidFill>
                        <a:srgbClr val="808080"/>
                      </a:solidFill>
                      <a:prstDash val="solid"/>
                      <a:round/>
                      <a:headEnd type="none" w="med" len="med"/>
                      <a:tailEnd type="none" w="med" len="med"/>
                    </a:lnB>
                    <a:solidFill>
                      <a:srgbClr val="BFBFBF"/>
                    </a:solidFill>
                  </a:tcPr>
                </a:tc>
                <a:tc>
                  <a:txBody>
                    <a:bodyPr/>
                    <a:lstStyle/>
                    <a:p>
                      <a:pPr algn="ctr" fontAlgn="base"/>
                      <a:r>
                        <a:rPr lang="en-US" sz="1200" b="0" i="0" dirty="0">
                          <a:solidFill>
                            <a:srgbClr val="4B5258"/>
                          </a:solidFill>
                          <a:effectLst/>
                          <a:latin typeface="+mn-lt"/>
                        </a:rPr>
                        <a:t>Weight</a:t>
                      </a:r>
                      <a:endParaRPr lang="en-US" b="1" i="0" dirty="0">
                        <a:solidFill>
                          <a:srgbClr val="FFFFFF"/>
                        </a:solidFill>
                        <a:effectLst/>
                        <a:latin typeface="+mn-lt"/>
                      </a:endParaRPr>
                    </a:p>
                  </a:txBody>
                  <a:tcPr anchor="ctr">
                    <a:lnL w="16078" cap="flat" cmpd="sng" algn="ctr">
                      <a:solidFill>
                        <a:srgbClr val="808080"/>
                      </a:solidFill>
                      <a:prstDash val="solid"/>
                      <a:round/>
                      <a:headEnd type="none" w="med" len="med"/>
                      <a:tailEnd type="none" w="med" len="med"/>
                    </a:lnL>
                    <a:lnR w="16078" cap="flat" cmpd="sng" algn="ctr">
                      <a:solidFill>
                        <a:srgbClr val="808080"/>
                      </a:solidFill>
                      <a:prstDash val="solid"/>
                      <a:round/>
                      <a:headEnd type="none" w="med" len="med"/>
                      <a:tailEnd type="none" w="med" len="med"/>
                    </a:lnR>
                    <a:lnT w="16078" cap="flat" cmpd="sng" algn="ctr">
                      <a:solidFill>
                        <a:srgbClr val="808080"/>
                      </a:solidFill>
                      <a:prstDash val="solid"/>
                      <a:round/>
                      <a:headEnd type="none" w="med" len="med"/>
                      <a:tailEnd type="none" w="med" len="med"/>
                    </a:lnT>
                    <a:lnB w="16078" cap="flat" cmpd="sng" algn="ctr">
                      <a:solidFill>
                        <a:srgbClr val="808080"/>
                      </a:solidFill>
                      <a:prstDash val="solid"/>
                      <a:round/>
                      <a:headEnd type="none" w="med" len="med"/>
                      <a:tailEnd type="none" w="med" len="med"/>
                    </a:lnB>
                    <a:solidFill>
                      <a:srgbClr val="BFBFBF"/>
                    </a:solidFill>
                  </a:tcPr>
                </a:tc>
                <a:tc>
                  <a:txBody>
                    <a:bodyPr/>
                    <a:lstStyle/>
                    <a:p>
                      <a:pPr algn="ctr" fontAlgn="base"/>
                      <a:r>
                        <a:rPr lang="en-US" sz="1200" b="0" i="0" dirty="0">
                          <a:solidFill>
                            <a:srgbClr val="4B5258"/>
                          </a:solidFill>
                          <a:effectLst/>
                          <a:latin typeface="+mn-lt"/>
                        </a:rPr>
                        <a:t>Volume</a:t>
                      </a:r>
                      <a:endParaRPr lang="en-US" sz="1200" b="1" i="0" dirty="0">
                        <a:solidFill>
                          <a:srgbClr val="FFFFFF"/>
                        </a:solidFill>
                        <a:effectLst/>
                        <a:latin typeface="+mn-lt"/>
                      </a:endParaRPr>
                    </a:p>
                  </a:txBody>
                  <a:tcPr anchor="ctr">
                    <a:lnL w="16078" cap="flat" cmpd="sng" algn="ctr">
                      <a:solidFill>
                        <a:srgbClr val="808080"/>
                      </a:solidFill>
                      <a:prstDash val="solid"/>
                      <a:round/>
                      <a:headEnd type="none" w="med" len="med"/>
                      <a:tailEnd type="none" w="med" len="med"/>
                    </a:lnL>
                    <a:lnR w="16078" cap="flat" cmpd="sng" algn="ctr">
                      <a:solidFill>
                        <a:srgbClr val="808080"/>
                      </a:solidFill>
                      <a:prstDash val="solid"/>
                      <a:round/>
                      <a:headEnd type="none" w="med" len="med"/>
                      <a:tailEnd type="none" w="med" len="med"/>
                    </a:lnR>
                    <a:lnT w="16078" cap="flat" cmpd="sng" algn="ctr">
                      <a:solidFill>
                        <a:srgbClr val="808080"/>
                      </a:solidFill>
                      <a:prstDash val="solid"/>
                      <a:round/>
                      <a:headEnd type="none" w="med" len="med"/>
                      <a:tailEnd type="none" w="med" len="med"/>
                    </a:lnT>
                    <a:lnB w="16078" cap="flat" cmpd="sng" algn="ctr">
                      <a:solidFill>
                        <a:srgbClr val="808080"/>
                      </a:solidFill>
                      <a:prstDash val="solid"/>
                      <a:round/>
                      <a:headEnd type="none" w="med" len="med"/>
                      <a:tailEnd type="none" w="med" len="med"/>
                    </a:lnB>
                    <a:solidFill>
                      <a:srgbClr val="BFBFBF"/>
                    </a:solidFill>
                  </a:tcPr>
                </a:tc>
                <a:extLst>
                  <a:ext uri="{0D108BD9-81ED-4DB2-BD59-A6C34878D82A}">
                    <a16:rowId xmlns:a16="http://schemas.microsoft.com/office/drawing/2014/main" val="205893725"/>
                  </a:ext>
                </a:extLst>
              </a:tr>
              <a:tr h="1572955">
                <a:tc>
                  <a:txBody>
                    <a:bodyPr/>
                    <a:lstStyle/>
                    <a:p>
                      <a:pPr algn="ctr" fontAlgn="base"/>
                      <a:r>
                        <a:rPr lang="en-US" sz="1000" b="1" i="0" dirty="0">
                          <a:solidFill>
                            <a:srgbClr val="000000"/>
                          </a:solidFill>
                          <a:effectLst/>
                          <a:latin typeface="+mn-lt"/>
                        </a:rPr>
                        <a:t>I Pace (X590 18MY) </a:t>
                      </a:r>
                      <a:endParaRPr lang="en-US" sz="1000" b="1" i="0" dirty="0">
                        <a:solidFill>
                          <a:srgbClr val="1961AC"/>
                        </a:solidFill>
                        <a:effectLst/>
                        <a:latin typeface="+mn-lt"/>
                      </a:endParaRPr>
                    </a:p>
                  </a:txBody>
                  <a:tcPr anchor="ctr">
                    <a:lnL w="16078" cap="flat" cmpd="sng" algn="ctr">
                      <a:solidFill>
                        <a:srgbClr val="808080"/>
                      </a:solidFill>
                      <a:prstDash val="solid"/>
                      <a:round/>
                      <a:headEnd type="none" w="med" len="med"/>
                      <a:tailEnd type="none" w="med" len="med"/>
                    </a:lnL>
                    <a:lnR w="16078" cap="flat" cmpd="sng" algn="ctr">
                      <a:solidFill>
                        <a:srgbClr val="808080"/>
                      </a:solidFill>
                      <a:prstDash val="solid"/>
                      <a:round/>
                      <a:headEnd type="none" w="med" len="med"/>
                      <a:tailEnd type="none" w="med" len="med"/>
                    </a:lnR>
                    <a:lnT w="16078" cap="flat" cmpd="sng" algn="ctr">
                      <a:solidFill>
                        <a:srgbClr val="808080"/>
                      </a:solidFill>
                      <a:prstDash val="solid"/>
                      <a:round/>
                      <a:headEnd type="none" w="med" len="med"/>
                      <a:tailEnd type="none" w="med" len="med"/>
                    </a:lnT>
                    <a:lnB w="16078" cap="flat" cmpd="sng" algn="ctr">
                      <a:solidFill>
                        <a:srgbClr val="808080"/>
                      </a:solidFill>
                      <a:prstDash val="solid"/>
                      <a:round/>
                      <a:headEnd type="none" w="med" len="med"/>
                      <a:tailEnd type="none" w="med" len="med"/>
                    </a:lnB>
                    <a:noFill/>
                  </a:tcPr>
                </a:tc>
                <a:tc>
                  <a:txBody>
                    <a:bodyPr/>
                    <a:lstStyle/>
                    <a:p>
                      <a:pPr algn="ctr" fontAlgn="auto"/>
                      <a:endParaRPr lang="en-US" sz="920" b="0" i="0" dirty="0">
                        <a:solidFill>
                          <a:srgbClr val="000000"/>
                        </a:solidFill>
                        <a:effectLst/>
                        <a:latin typeface="+mn-lt"/>
                      </a:endParaRPr>
                    </a:p>
                  </a:txBody>
                  <a:tcPr anchor="ctr">
                    <a:lnL w="16078" cap="flat" cmpd="sng" algn="ctr">
                      <a:solidFill>
                        <a:srgbClr val="808080"/>
                      </a:solidFill>
                      <a:prstDash val="solid"/>
                      <a:round/>
                      <a:headEnd type="none" w="med" len="med"/>
                      <a:tailEnd type="none" w="med" len="med"/>
                    </a:lnL>
                    <a:lnR w="16078" cap="flat" cmpd="sng" algn="ctr">
                      <a:solidFill>
                        <a:srgbClr val="808080"/>
                      </a:solidFill>
                      <a:prstDash val="solid"/>
                      <a:round/>
                      <a:headEnd type="none" w="med" len="med"/>
                      <a:tailEnd type="none" w="med" len="med"/>
                    </a:lnR>
                    <a:lnT w="16078" cap="flat" cmpd="sng" algn="ctr">
                      <a:solidFill>
                        <a:srgbClr val="808080"/>
                      </a:solidFill>
                      <a:prstDash val="solid"/>
                      <a:round/>
                      <a:headEnd type="none" w="med" len="med"/>
                      <a:tailEnd type="none" w="med" len="med"/>
                    </a:lnT>
                    <a:lnB w="16078" cap="flat" cmpd="sng" algn="ctr">
                      <a:solidFill>
                        <a:srgbClr val="808080"/>
                      </a:solidFill>
                      <a:prstDash val="solid"/>
                      <a:round/>
                      <a:headEnd type="none" w="med" len="med"/>
                      <a:tailEnd type="none" w="med" len="med"/>
                    </a:lnB>
                    <a:noFill/>
                  </a:tcPr>
                </a:tc>
                <a:tc>
                  <a:txBody>
                    <a:bodyPr/>
                    <a:lstStyle/>
                    <a:p>
                      <a:pPr algn="ctr" fontAlgn="base"/>
                      <a:r>
                        <a:rPr lang="en-US" sz="1000" b="0" i="0" dirty="0">
                          <a:solidFill>
                            <a:srgbClr val="000000"/>
                          </a:solidFill>
                          <a:effectLst/>
                          <a:latin typeface="+mn-lt"/>
                        </a:rPr>
                        <a:t>Seal: EPDM</a:t>
                      </a:r>
                    </a:p>
                    <a:p>
                      <a:pPr algn="ctr" fontAlgn="base"/>
                      <a:r>
                        <a:rPr lang="en-US" sz="1000" b="0" i="0" dirty="0">
                          <a:solidFill>
                            <a:srgbClr val="000000"/>
                          </a:solidFill>
                          <a:effectLst/>
                          <a:latin typeface="+mn-lt"/>
                        </a:rPr>
                        <a:t>Carpet Insert: 360gsm &gt;PET&lt; </a:t>
                      </a:r>
                    </a:p>
                    <a:p>
                      <a:pPr algn="ctr" fontAlgn="base"/>
                      <a:r>
                        <a:rPr lang="en-US" sz="1000" b="0" i="0" dirty="0">
                          <a:solidFill>
                            <a:srgbClr val="000000"/>
                          </a:solidFill>
                          <a:effectLst/>
                          <a:latin typeface="+mn-lt"/>
                        </a:rPr>
                        <a:t>+ 800gsm &gt;PP&lt; formed carpet</a:t>
                      </a:r>
                    </a:p>
                    <a:p>
                      <a:pPr algn="ctr" fontAlgn="base"/>
                      <a:r>
                        <a:rPr lang="en-US" sz="1000" b="0" i="0" dirty="0">
                          <a:solidFill>
                            <a:srgbClr val="000000"/>
                          </a:solidFill>
                          <a:effectLst/>
                          <a:latin typeface="+mn-lt"/>
                        </a:rPr>
                        <a:t>Mold: 30% Glass Reinforced Polypropylene &gt;GRPP&lt;</a:t>
                      </a:r>
                      <a:endParaRPr lang="en-US" sz="1000" b="0" i="0" dirty="0">
                        <a:solidFill>
                          <a:srgbClr val="1961AC"/>
                        </a:solidFill>
                        <a:effectLst/>
                        <a:latin typeface="+mn-lt"/>
                      </a:endParaRPr>
                    </a:p>
                  </a:txBody>
                  <a:tcPr anchor="ctr">
                    <a:lnL w="16078" cap="flat" cmpd="sng" algn="ctr">
                      <a:solidFill>
                        <a:srgbClr val="808080"/>
                      </a:solidFill>
                      <a:prstDash val="solid"/>
                      <a:round/>
                      <a:headEnd type="none" w="med" len="med"/>
                      <a:tailEnd type="none" w="med" len="med"/>
                    </a:lnL>
                    <a:lnR w="16078" cap="flat" cmpd="sng" algn="ctr">
                      <a:solidFill>
                        <a:srgbClr val="808080"/>
                      </a:solidFill>
                      <a:prstDash val="solid"/>
                      <a:round/>
                      <a:headEnd type="none" w="med" len="med"/>
                      <a:tailEnd type="none" w="med" len="med"/>
                    </a:lnR>
                    <a:lnT w="16078" cap="flat" cmpd="sng" algn="ctr">
                      <a:solidFill>
                        <a:srgbClr val="808080"/>
                      </a:solidFill>
                      <a:prstDash val="solid"/>
                      <a:round/>
                      <a:headEnd type="none" w="med" len="med"/>
                      <a:tailEnd type="none" w="med" len="med"/>
                    </a:lnT>
                    <a:lnB w="16078" cap="flat" cmpd="sng" algn="ctr">
                      <a:solidFill>
                        <a:srgbClr val="808080"/>
                      </a:solidFill>
                      <a:prstDash val="solid"/>
                      <a:round/>
                      <a:headEnd type="none" w="med" len="med"/>
                      <a:tailEnd type="none" w="med" len="med"/>
                    </a:lnB>
                    <a:noFill/>
                  </a:tcPr>
                </a:tc>
                <a:tc>
                  <a:txBody>
                    <a:bodyPr/>
                    <a:lstStyle/>
                    <a:p>
                      <a:pPr algn="ctr" fontAlgn="base"/>
                      <a:r>
                        <a:rPr lang="en-US" sz="1000" b="0" i="0" dirty="0">
                          <a:solidFill>
                            <a:srgbClr val="000000"/>
                          </a:solidFill>
                          <a:effectLst/>
                          <a:latin typeface="+mn-lt"/>
                        </a:rPr>
                        <a:t>1.609 kg</a:t>
                      </a:r>
                      <a:endParaRPr lang="en-US" sz="1000" b="0" i="0" dirty="0">
                        <a:solidFill>
                          <a:srgbClr val="1961AC"/>
                        </a:solidFill>
                        <a:effectLst/>
                        <a:latin typeface="+mn-lt"/>
                      </a:endParaRPr>
                    </a:p>
                  </a:txBody>
                  <a:tcPr anchor="ctr">
                    <a:lnL w="16078" cap="flat" cmpd="sng" algn="ctr">
                      <a:solidFill>
                        <a:srgbClr val="808080"/>
                      </a:solidFill>
                      <a:prstDash val="solid"/>
                      <a:round/>
                      <a:headEnd type="none" w="med" len="med"/>
                      <a:tailEnd type="none" w="med" len="med"/>
                    </a:lnL>
                    <a:lnR w="16078" cap="flat" cmpd="sng" algn="ctr">
                      <a:solidFill>
                        <a:srgbClr val="808080"/>
                      </a:solidFill>
                      <a:prstDash val="solid"/>
                      <a:round/>
                      <a:headEnd type="none" w="med" len="med"/>
                      <a:tailEnd type="none" w="med" len="med"/>
                    </a:lnR>
                    <a:lnT w="16078" cap="flat" cmpd="sng" algn="ctr">
                      <a:solidFill>
                        <a:srgbClr val="808080"/>
                      </a:solidFill>
                      <a:prstDash val="solid"/>
                      <a:round/>
                      <a:headEnd type="none" w="med" len="med"/>
                      <a:tailEnd type="none" w="med" len="med"/>
                    </a:lnT>
                    <a:lnB w="16078" cap="flat" cmpd="sng" algn="ctr">
                      <a:solidFill>
                        <a:srgbClr val="808080"/>
                      </a:solidFill>
                      <a:prstDash val="solid"/>
                      <a:round/>
                      <a:headEnd type="none" w="med" len="med"/>
                      <a:tailEnd type="none" w="med" len="med"/>
                    </a:lnB>
                    <a:noFill/>
                  </a:tcPr>
                </a:tc>
                <a:tc>
                  <a:txBody>
                    <a:bodyPr/>
                    <a:lstStyle/>
                    <a:p>
                      <a:pPr algn="ctr" fontAlgn="base"/>
                      <a:r>
                        <a:rPr lang="en-US" sz="1000" b="0" i="0" dirty="0">
                          <a:solidFill>
                            <a:schemeClr val="tx1"/>
                          </a:solidFill>
                          <a:effectLst/>
                          <a:latin typeface="+mn-lt"/>
                          <a:cs typeface="Calibri" panose="020F0502020204030204" pitchFamily="34" charset="0"/>
                        </a:rPr>
                        <a:t>27 liters</a:t>
                      </a:r>
                    </a:p>
                  </a:txBody>
                  <a:tcPr anchor="ctr">
                    <a:lnL w="16078" cap="flat" cmpd="sng" algn="ctr">
                      <a:solidFill>
                        <a:srgbClr val="808080"/>
                      </a:solidFill>
                      <a:prstDash val="solid"/>
                      <a:round/>
                      <a:headEnd type="none" w="med" len="med"/>
                      <a:tailEnd type="none" w="med" len="med"/>
                    </a:lnL>
                    <a:lnR w="16078" cap="flat" cmpd="sng" algn="ctr">
                      <a:solidFill>
                        <a:srgbClr val="808080"/>
                      </a:solidFill>
                      <a:prstDash val="solid"/>
                      <a:round/>
                      <a:headEnd type="none" w="med" len="med"/>
                      <a:tailEnd type="none" w="med" len="med"/>
                    </a:lnR>
                    <a:lnT w="16078" cap="flat" cmpd="sng" algn="ctr">
                      <a:solidFill>
                        <a:srgbClr val="808080"/>
                      </a:solidFill>
                      <a:prstDash val="solid"/>
                      <a:round/>
                      <a:headEnd type="none" w="med" len="med"/>
                      <a:tailEnd type="none" w="med" len="med"/>
                    </a:lnT>
                    <a:lnB w="16078"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1150618925"/>
                  </a:ext>
                </a:extLst>
              </a:tr>
              <a:tr h="1524507">
                <a:tc>
                  <a:txBody>
                    <a:bodyPr/>
                    <a:lstStyle/>
                    <a:p>
                      <a:pPr algn="ctr" fontAlgn="base"/>
                      <a:r>
                        <a:rPr lang="it-IT" sz="1000" b="1" i="0" dirty="0">
                          <a:solidFill>
                            <a:srgbClr val="000000"/>
                          </a:solidFill>
                          <a:effectLst/>
                          <a:latin typeface="+mn-lt"/>
                        </a:rPr>
                        <a:t>BMW i3 14MY</a:t>
                      </a:r>
                      <a:endParaRPr lang="it-IT" sz="1000" b="1" i="0" dirty="0">
                        <a:solidFill>
                          <a:srgbClr val="1961AC"/>
                        </a:solidFill>
                        <a:effectLst/>
                        <a:latin typeface="+mn-lt"/>
                      </a:endParaRPr>
                    </a:p>
                  </a:txBody>
                  <a:tcPr anchor="ctr">
                    <a:lnL w="16078" cap="flat" cmpd="sng" algn="ctr">
                      <a:solidFill>
                        <a:srgbClr val="808080"/>
                      </a:solidFill>
                      <a:prstDash val="solid"/>
                      <a:round/>
                      <a:headEnd type="none" w="med" len="med"/>
                      <a:tailEnd type="none" w="med" len="med"/>
                    </a:lnL>
                    <a:lnR w="16078" cap="flat" cmpd="sng" algn="ctr">
                      <a:solidFill>
                        <a:srgbClr val="808080"/>
                      </a:solidFill>
                      <a:prstDash val="solid"/>
                      <a:round/>
                      <a:headEnd type="none" w="med" len="med"/>
                      <a:tailEnd type="none" w="med" len="med"/>
                    </a:lnR>
                    <a:lnT w="16078" cap="flat" cmpd="sng" algn="ctr">
                      <a:solidFill>
                        <a:srgbClr val="808080"/>
                      </a:solidFill>
                      <a:prstDash val="solid"/>
                      <a:round/>
                      <a:headEnd type="none" w="med" len="med"/>
                      <a:tailEnd type="none" w="med" len="med"/>
                    </a:lnT>
                    <a:lnB w="16078" cap="flat" cmpd="sng" algn="ctr">
                      <a:solidFill>
                        <a:srgbClr val="808080"/>
                      </a:solidFill>
                      <a:prstDash val="solid"/>
                      <a:round/>
                      <a:headEnd type="none" w="med" len="med"/>
                      <a:tailEnd type="none" w="med" len="med"/>
                    </a:lnB>
                    <a:noFill/>
                  </a:tcPr>
                </a:tc>
                <a:tc>
                  <a:txBody>
                    <a:bodyPr/>
                    <a:lstStyle/>
                    <a:p>
                      <a:pPr algn="ctr" fontAlgn="auto"/>
                      <a:endParaRPr lang="en-US" sz="920" b="0" i="0" dirty="0">
                        <a:solidFill>
                          <a:srgbClr val="000000"/>
                        </a:solidFill>
                        <a:effectLst/>
                        <a:latin typeface="+mn-lt"/>
                      </a:endParaRPr>
                    </a:p>
                  </a:txBody>
                  <a:tcPr anchor="ctr">
                    <a:lnL w="16078" cap="flat" cmpd="sng" algn="ctr">
                      <a:solidFill>
                        <a:srgbClr val="808080"/>
                      </a:solidFill>
                      <a:prstDash val="solid"/>
                      <a:round/>
                      <a:headEnd type="none" w="med" len="med"/>
                      <a:tailEnd type="none" w="med" len="med"/>
                    </a:lnL>
                    <a:lnR w="16078" cap="flat" cmpd="sng" algn="ctr">
                      <a:solidFill>
                        <a:srgbClr val="808080"/>
                      </a:solidFill>
                      <a:prstDash val="solid"/>
                      <a:round/>
                      <a:headEnd type="none" w="med" len="med"/>
                      <a:tailEnd type="none" w="med" len="med"/>
                    </a:lnR>
                    <a:lnT w="16078" cap="flat" cmpd="sng" algn="ctr">
                      <a:solidFill>
                        <a:srgbClr val="808080"/>
                      </a:solidFill>
                      <a:prstDash val="solid"/>
                      <a:round/>
                      <a:headEnd type="none" w="med" len="med"/>
                      <a:tailEnd type="none" w="med" len="med"/>
                    </a:lnT>
                    <a:lnB w="16078" cap="flat" cmpd="sng" algn="ctr">
                      <a:solidFill>
                        <a:srgbClr val="808080"/>
                      </a:solidFill>
                      <a:prstDash val="solid"/>
                      <a:round/>
                      <a:headEnd type="none" w="med" len="med"/>
                      <a:tailEnd type="none" w="med" len="med"/>
                    </a:lnB>
                    <a:noFill/>
                  </a:tcPr>
                </a:tc>
                <a:tc>
                  <a:txBody>
                    <a:bodyPr/>
                    <a:lstStyle/>
                    <a:p>
                      <a:pPr algn="ctr" fontAlgn="base"/>
                      <a:r>
                        <a:rPr lang="en-US" sz="1000" b="0" i="0" dirty="0">
                          <a:solidFill>
                            <a:srgbClr val="000000"/>
                          </a:solidFill>
                          <a:effectLst/>
                          <a:latin typeface="+mn-lt"/>
                        </a:rPr>
                        <a:t>&gt;PA6-MX.GF30&lt;</a:t>
                      </a:r>
                      <a:endParaRPr lang="en-US" sz="1000" b="0" i="0" dirty="0">
                        <a:solidFill>
                          <a:srgbClr val="1961AC"/>
                        </a:solidFill>
                        <a:effectLst/>
                        <a:latin typeface="+mn-lt"/>
                      </a:endParaRPr>
                    </a:p>
                  </a:txBody>
                  <a:tcPr anchor="ctr">
                    <a:lnL w="16078" cap="flat" cmpd="sng" algn="ctr">
                      <a:solidFill>
                        <a:srgbClr val="808080"/>
                      </a:solidFill>
                      <a:prstDash val="solid"/>
                      <a:round/>
                      <a:headEnd type="none" w="med" len="med"/>
                      <a:tailEnd type="none" w="med" len="med"/>
                    </a:lnL>
                    <a:lnR w="16078" cap="flat" cmpd="sng" algn="ctr">
                      <a:solidFill>
                        <a:srgbClr val="808080"/>
                      </a:solidFill>
                      <a:prstDash val="solid"/>
                      <a:round/>
                      <a:headEnd type="none" w="med" len="med"/>
                      <a:tailEnd type="none" w="med" len="med"/>
                    </a:lnR>
                    <a:lnT w="16078" cap="flat" cmpd="sng" algn="ctr">
                      <a:solidFill>
                        <a:srgbClr val="808080"/>
                      </a:solidFill>
                      <a:prstDash val="solid"/>
                      <a:round/>
                      <a:headEnd type="none" w="med" len="med"/>
                      <a:tailEnd type="none" w="med" len="med"/>
                    </a:lnT>
                    <a:lnB w="16078" cap="flat" cmpd="sng" algn="ctr">
                      <a:solidFill>
                        <a:srgbClr val="808080"/>
                      </a:solidFill>
                      <a:prstDash val="solid"/>
                      <a:round/>
                      <a:headEnd type="none" w="med" len="med"/>
                      <a:tailEnd type="none" w="med" len="med"/>
                    </a:lnB>
                    <a:noFill/>
                  </a:tcPr>
                </a:tc>
                <a:tc>
                  <a:txBody>
                    <a:bodyPr/>
                    <a:lstStyle/>
                    <a:p>
                      <a:pPr algn="ctr" fontAlgn="base"/>
                      <a:r>
                        <a:rPr lang="en-US" sz="1000" b="0" i="0" dirty="0">
                          <a:solidFill>
                            <a:srgbClr val="000000"/>
                          </a:solidFill>
                          <a:effectLst/>
                          <a:latin typeface="+mn-lt"/>
                        </a:rPr>
                        <a:t>2.203 kg</a:t>
                      </a:r>
                      <a:endParaRPr lang="en-US" sz="1000" b="0" i="0" dirty="0">
                        <a:solidFill>
                          <a:srgbClr val="1961AC"/>
                        </a:solidFill>
                        <a:effectLst/>
                        <a:latin typeface="+mn-lt"/>
                      </a:endParaRPr>
                    </a:p>
                  </a:txBody>
                  <a:tcPr anchor="ctr">
                    <a:lnL w="16078" cap="flat" cmpd="sng" algn="ctr">
                      <a:solidFill>
                        <a:srgbClr val="808080"/>
                      </a:solidFill>
                      <a:prstDash val="solid"/>
                      <a:round/>
                      <a:headEnd type="none" w="med" len="med"/>
                      <a:tailEnd type="none" w="med" len="med"/>
                    </a:lnL>
                    <a:lnR w="16078" cap="flat" cmpd="sng" algn="ctr">
                      <a:solidFill>
                        <a:srgbClr val="808080"/>
                      </a:solidFill>
                      <a:prstDash val="solid"/>
                      <a:round/>
                      <a:headEnd type="none" w="med" len="med"/>
                      <a:tailEnd type="none" w="med" len="med"/>
                    </a:lnR>
                    <a:lnT w="16078" cap="flat" cmpd="sng" algn="ctr">
                      <a:solidFill>
                        <a:srgbClr val="808080"/>
                      </a:solidFill>
                      <a:prstDash val="solid"/>
                      <a:round/>
                      <a:headEnd type="none" w="med" len="med"/>
                      <a:tailEnd type="none" w="med" len="med"/>
                    </a:lnT>
                    <a:lnB w="16078" cap="flat" cmpd="sng" algn="ctr">
                      <a:solidFill>
                        <a:srgbClr val="808080"/>
                      </a:solidFill>
                      <a:prstDash val="solid"/>
                      <a:round/>
                      <a:headEnd type="none" w="med" len="med"/>
                      <a:tailEnd type="none" w="med" len="med"/>
                    </a:lnB>
                    <a:noFill/>
                  </a:tcPr>
                </a:tc>
                <a:tc>
                  <a:txBody>
                    <a:bodyPr/>
                    <a:lstStyle/>
                    <a:p>
                      <a:pPr algn="ctr" fontAlgn="base"/>
                      <a:r>
                        <a:rPr lang="en-US" sz="1000" b="0" i="0" dirty="0">
                          <a:solidFill>
                            <a:schemeClr val="tx1"/>
                          </a:solidFill>
                          <a:effectLst/>
                          <a:latin typeface="+mn-lt"/>
                          <a:cs typeface="Calibri" panose="020F0502020204030204" pitchFamily="34" charset="0"/>
                        </a:rPr>
                        <a:t>58.8 liters</a:t>
                      </a:r>
                    </a:p>
                  </a:txBody>
                  <a:tcPr anchor="ctr">
                    <a:lnL w="16078" cap="flat" cmpd="sng" algn="ctr">
                      <a:solidFill>
                        <a:srgbClr val="808080"/>
                      </a:solidFill>
                      <a:prstDash val="solid"/>
                      <a:round/>
                      <a:headEnd type="none" w="med" len="med"/>
                      <a:tailEnd type="none" w="med" len="med"/>
                    </a:lnL>
                    <a:lnR w="16078" cap="flat" cmpd="sng" algn="ctr">
                      <a:solidFill>
                        <a:srgbClr val="808080"/>
                      </a:solidFill>
                      <a:prstDash val="solid"/>
                      <a:round/>
                      <a:headEnd type="none" w="med" len="med"/>
                      <a:tailEnd type="none" w="med" len="med"/>
                    </a:lnR>
                    <a:lnT w="16078" cap="flat" cmpd="sng" algn="ctr">
                      <a:solidFill>
                        <a:srgbClr val="808080"/>
                      </a:solidFill>
                      <a:prstDash val="solid"/>
                      <a:round/>
                      <a:headEnd type="none" w="med" len="med"/>
                      <a:tailEnd type="none" w="med" len="med"/>
                    </a:lnT>
                    <a:lnB w="16078"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568261177"/>
                  </a:ext>
                </a:extLst>
              </a:tr>
              <a:tr h="1660153">
                <a:tc>
                  <a:txBody>
                    <a:bodyPr/>
                    <a:lstStyle/>
                    <a:p>
                      <a:pPr algn="ctr" fontAlgn="base"/>
                      <a:r>
                        <a:rPr lang="en-US" sz="1000" b="1" i="0" dirty="0">
                          <a:solidFill>
                            <a:srgbClr val="000000"/>
                          </a:solidFill>
                          <a:effectLst/>
                          <a:latin typeface="+mn-lt"/>
                        </a:rPr>
                        <a:t>Audi e-</a:t>
                      </a:r>
                      <a:r>
                        <a:rPr lang="en-US" sz="1000" b="1" i="0" dirty="0" err="1">
                          <a:solidFill>
                            <a:srgbClr val="000000"/>
                          </a:solidFill>
                          <a:effectLst/>
                          <a:latin typeface="+mn-lt"/>
                        </a:rPr>
                        <a:t>tron</a:t>
                      </a:r>
                      <a:r>
                        <a:rPr lang="en-US" sz="1000" b="1" i="0" dirty="0">
                          <a:solidFill>
                            <a:srgbClr val="000000"/>
                          </a:solidFill>
                          <a:effectLst/>
                          <a:latin typeface="+mn-lt"/>
                        </a:rPr>
                        <a:t> 19MY</a:t>
                      </a:r>
                      <a:endParaRPr lang="en-US" sz="1000" b="1" i="0" dirty="0">
                        <a:solidFill>
                          <a:srgbClr val="1961AC"/>
                        </a:solidFill>
                        <a:effectLst/>
                        <a:latin typeface="+mn-lt"/>
                      </a:endParaRPr>
                    </a:p>
                  </a:txBody>
                  <a:tcPr anchor="ctr">
                    <a:lnL w="16078" cap="flat" cmpd="sng" algn="ctr">
                      <a:solidFill>
                        <a:srgbClr val="808080"/>
                      </a:solidFill>
                      <a:prstDash val="solid"/>
                      <a:round/>
                      <a:headEnd type="none" w="med" len="med"/>
                      <a:tailEnd type="none" w="med" len="med"/>
                    </a:lnL>
                    <a:lnR w="16078" cap="flat" cmpd="sng" algn="ctr">
                      <a:solidFill>
                        <a:srgbClr val="808080"/>
                      </a:solidFill>
                      <a:prstDash val="solid"/>
                      <a:round/>
                      <a:headEnd type="none" w="med" len="med"/>
                      <a:tailEnd type="none" w="med" len="med"/>
                    </a:lnR>
                    <a:lnT w="16078" cap="flat" cmpd="sng" algn="ctr">
                      <a:solidFill>
                        <a:srgbClr val="808080"/>
                      </a:solidFill>
                      <a:prstDash val="solid"/>
                      <a:round/>
                      <a:headEnd type="none" w="med" len="med"/>
                      <a:tailEnd type="none" w="med" len="med"/>
                    </a:lnT>
                    <a:lnB w="16078" cap="flat" cmpd="sng" algn="ctr">
                      <a:solidFill>
                        <a:srgbClr val="808080"/>
                      </a:solidFill>
                      <a:prstDash val="solid"/>
                      <a:round/>
                      <a:headEnd type="none" w="med" len="med"/>
                      <a:tailEnd type="none" w="med" len="med"/>
                    </a:lnB>
                    <a:noFill/>
                  </a:tcPr>
                </a:tc>
                <a:tc>
                  <a:txBody>
                    <a:bodyPr/>
                    <a:lstStyle/>
                    <a:p>
                      <a:pPr algn="ctr" fontAlgn="auto"/>
                      <a:endParaRPr lang="en-US" sz="920" b="0" i="0" dirty="0">
                        <a:solidFill>
                          <a:srgbClr val="000000"/>
                        </a:solidFill>
                        <a:effectLst/>
                        <a:latin typeface="+mn-lt"/>
                      </a:endParaRPr>
                    </a:p>
                  </a:txBody>
                  <a:tcPr anchor="ctr">
                    <a:lnL w="16078" cap="flat" cmpd="sng" algn="ctr">
                      <a:solidFill>
                        <a:srgbClr val="808080"/>
                      </a:solidFill>
                      <a:prstDash val="solid"/>
                      <a:round/>
                      <a:headEnd type="none" w="med" len="med"/>
                      <a:tailEnd type="none" w="med" len="med"/>
                    </a:lnL>
                    <a:lnR w="16078" cap="flat" cmpd="sng" algn="ctr">
                      <a:solidFill>
                        <a:srgbClr val="808080"/>
                      </a:solidFill>
                      <a:prstDash val="solid"/>
                      <a:round/>
                      <a:headEnd type="none" w="med" len="med"/>
                      <a:tailEnd type="none" w="med" len="med"/>
                    </a:lnR>
                    <a:lnT w="16078" cap="flat" cmpd="sng" algn="ctr">
                      <a:solidFill>
                        <a:srgbClr val="808080"/>
                      </a:solidFill>
                      <a:prstDash val="solid"/>
                      <a:round/>
                      <a:headEnd type="none" w="med" len="med"/>
                      <a:tailEnd type="none" w="med" len="med"/>
                    </a:lnT>
                    <a:lnB w="16078" cap="flat" cmpd="sng" algn="ctr">
                      <a:solidFill>
                        <a:srgbClr val="808080"/>
                      </a:solidFill>
                      <a:prstDash val="solid"/>
                      <a:round/>
                      <a:headEnd type="none" w="med" len="med"/>
                      <a:tailEnd type="none" w="med" len="med"/>
                    </a:lnB>
                    <a:noFill/>
                  </a:tcPr>
                </a:tc>
                <a:tc>
                  <a:txBody>
                    <a:bodyPr/>
                    <a:lstStyle/>
                    <a:p>
                      <a:pPr algn="ctr" fontAlgn="base"/>
                      <a:r>
                        <a:rPr lang="en-US" sz="1000" b="0" i="0" dirty="0">
                          <a:solidFill>
                            <a:srgbClr val="000000"/>
                          </a:solidFill>
                          <a:effectLst/>
                          <a:latin typeface="+mn-lt"/>
                        </a:rPr>
                        <a:t>Plastics &gt; PP</a:t>
                      </a:r>
                    </a:p>
                    <a:p>
                      <a:pPr algn="ctr" fontAlgn="base"/>
                      <a:r>
                        <a:rPr lang="en-US" sz="1000" b="0" i="0" dirty="0">
                          <a:solidFill>
                            <a:srgbClr val="000000"/>
                          </a:solidFill>
                          <a:effectLst/>
                          <a:latin typeface="+mn-lt"/>
                        </a:rPr>
                        <a:t>&gt;PP-PE-TD20&lt;</a:t>
                      </a:r>
                      <a:endParaRPr lang="en-US" sz="1000" b="0" i="0" dirty="0">
                        <a:solidFill>
                          <a:srgbClr val="1961AC"/>
                        </a:solidFill>
                        <a:effectLst/>
                        <a:latin typeface="+mn-lt"/>
                      </a:endParaRPr>
                    </a:p>
                  </a:txBody>
                  <a:tcPr anchor="ctr">
                    <a:lnL w="16078" cap="flat" cmpd="sng" algn="ctr">
                      <a:solidFill>
                        <a:srgbClr val="808080"/>
                      </a:solidFill>
                      <a:prstDash val="solid"/>
                      <a:round/>
                      <a:headEnd type="none" w="med" len="med"/>
                      <a:tailEnd type="none" w="med" len="med"/>
                    </a:lnL>
                    <a:lnR w="16078" cap="flat" cmpd="sng" algn="ctr">
                      <a:solidFill>
                        <a:srgbClr val="808080"/>
                      </a:solidFill>
                      <a:prstDash val="solid"/>
                      <a:round/>
                      <a:headEnd type="none" w="med" len="med"/>
                      <a:tailEnd type="none" w="med" len="med"/>
                    </a:lnR>
                    <a:lnT w="16078" cap="flat" cmpd="sng" algn="ctr">
                      <a:solidFill>
                        <a:srgbClr val="808080"/>
                      </a:solidFill>
                      <a:prstDash val="solid"/>
                      <a:round/>
                      <a:headEnd type="none" w="med" len="med"/>
                      <a:tailEnd type="none" w="med" len="med"/>
                    </a:lnT>
                    <a:lnB w="16078" cap="flat" cmpd="sng" algn="ctr">
                      <a:solidFill>
                        <a:srgbClr val="808080"/>
                      </a:solidFill>
                      <a:prstDash val="solid"/>
                      <a:round/>
                      <a:headEnd type="none" w="med" len="med"/>
                      <a:tailEnd type="none" w="med" len="med"/>
                    </a:lnB>
                    <a:noFill/>
                  </a:tcPr>
                </a:tc>
                <a:tc>
                  <a:txBody>
                    <a:bodyPr/>
                    <a:lstStyle/>
                    <a:p>
                      <a:pPr algn="ctr" fontAlgn="base"/>
                      <a:r>
                        <a:rPr lang="en-US" sz="1000" b="0" i="0" dirty="0">
                          <a:solidFill>
                            <a:srgbClr val="000000"/>
                          </a:solidFill>
                          <a:effectLst/>
                          <a:latin typeface="+mn-lt"/>
                        </a:rPr>
                        <a:t>2.759 kg</a:t>
                      </a:r>
                      <a:endParaRPr lang="en-US" sz="1000" b="0" i="0" dirty="0">
                        <a:solidFill>
                          <a:srgbClr val="1961AC"/>
                        </a:solidFill>
                        <a:effectLst/>
                        <a:latin typeface="+mn-lt"/>
                      </a:endParaRPr>
                    </a:p>
                  </a:txBody>
                  <a:tcPr anchor="ctr">
                    <a:lnL w="16078" cap="flat" cmpd="sng" algn="ctr">
                      <a:solidFill>
                        <a:srgbClr val="808080"/>
                      </a:solidFill>
                      <a:prstDash val="solid"/>
                      <a:round/>
                      <a:headEnd type="none" w="med" len="med"/>
                      <a:tailEnd type="none" w="med" len="med"/>
                    </a:lnL>
                    <a:lnR w="16078" cap="flat" cmpd="sng" algn="ctr">
                      <a:solidFill>
                        <a:srgbClr val="808080"/>
                      </a:solidFill>
                      <a:prstDash val="solid"/>
                      <a:round/>
                      <a:headEnd type="none" w="med" len="med"/>
                      <a:tailEnd type="none" w="med" len="med"/>
                    </a:lnR>
                    <a:lnT w="16078" cap="flat" cmpd="sng" algn="ctr">
                      <a:solidFill>
                        <a:srgbClr val="808080"/>
                      </a:solidFill>
                      <a:prstDash val="solid"/>
                      <a:round/>
                      <a:headEnd type="none" w="med" len="med"/>
                      <a:tailEnd type="none" w="med" len="med"/>
                    </a:lnT>
                    <a:lnB w="16078" cap="flat" cmpd="sng" algn="ctr">
                      <a:solidFill>
                        <a:srgbClr val="808080"/>
                      </a:solidFill>
                      <a:prstDash val="solid"/>
                      <a:round/>
                      <a:headEnd type="none" w="med" len="med"/>
                      <a:tailEnd type="none" w="med" len="med"/>
                    </a:lnB>
                    <a:noFill/>
                  </a:tcPr>
                </a:tc>
                <a:tc>
                  <a:txBody>
                    <a:bodyPr/>
                    <a:lstStyle/>
                    <a:p>
                      <a:pPr algn="ctr" fontAlgn="base"/>
                      <a:r>
                        <a:rPr lang="en-US" sz="1000" b="0" i="0" dirty="0">
                          <a:solidFill>
                            <a:schemeClr val="tx1"/>
                          </a:solidFill>
                          <a:effectLst/>
                          <a:latin typeface="+mn-lt"/>
                          <a:cs typeface="Calibri" panose="020F0502020204030204" pitchFamily="34" charset="0"/>
                        </a:rPr>
                        <a:t>60 liters</a:t>
                      </a:r>
                    </a:p>
                  </a:txBody>
                  <a:tcPr anchor="ctr">
                    <a:lnL w="16078" cap="flat" cmpd="sng" algn="ctr">
                      <a:solidFill>
                        <a:srgbClr val="808080"/>
                      </a:solidFill>
                      <a:prstDash val="solid"/>
                      <a:round/>
                      <a:headEnd type="none" w="med" len="med"/>
                      <a:tailEnd type="none" w="med" len="med"/>
                    </a:lnL>
                    <a:lnR w="16078" cap="flat" cmpd="sng" algn="ctr">
                      <a:solidFill>
                        <a:srgbClr val="808080"/>
                      </a:solidFill>
                      <a:prstDash val="solid"/>
                      <a:round/>
                      <a:headEnd type="none" w="med" len="med"/>
                      <a:tailEnd type="none" w="med" len="med"/>
                    </a:lnR>
                    <a:lnT w="16078" cap="flat" cmpd="sng" algn="ctr">
                      <a:solidFill>
                        <a:srgbClr val="808080"/>
                      </a:solidFill>
                      <a:prstDash val="solid"/>
                      <a:round/>
                      <a:headEnd type="none" w="med" len="med"/>
                      <a:tailEnd type="none" w="med" len="med"/>
                    </a:lnT>
                    <a:lnB w="16078"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3910975022"/>
                  </a:ext>
                </a:extLst>
              </a:tr>
            </a:tbl>
          </a:graphicData>
        </a:graphic>
      </p:graphicFrame>
      <p:sp>
        <p:nvSpPr>
          <p:cNvPr id="4" name="Rectangle 1">
            <a:extLst>
              <a:ext uri="{FF2B5EF4-FFF2-40B4-BE49-F238E27FC236}">
                <a16:creationId xmlns:a16="http://schemas.microsoft.com/office/drawing/2014/main" id="{9BE1BBDB-0521-77DA-6EE3-FE0D3DB736EB}"/>
              </a:ext>
            </a:extLst>
          </p:cNvPr>
          <p:cNvSpPr>
            <a:spLocks noChangeArrowheads="1"/>
          </p:cNvSpPr>
          <p:nvPr/>
        </p:nvSpPr>
        <p:spPr bwMode="auto">
          <a:xfrm>
            <a:off x="2092325" y="266858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1027" name="Picture 3" descr="Jaguar I-Pace review (2024): Better than newer rivals? - TotallyEV">
            <a:extLst>
              <a:ext uri="{FF2B5EF4-FFF2-40B4-BE49-F238E27FC236}">
                <a16:creationId xmlns:a16="http://schemas.microsoft.com/office/drawing/2014/main" id="{4BB94BC2-2A98-EF70-0D9E-7A901762AD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17752" y="1732765"/>
            <a:ext cx="2327922" cy="1309456"/>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descr="Frunk bags? | BMW i3 Forum">
            <a:extLst>
              <a:ext uri="{FF2B5EF4-FFF2-40B4-BE49-F238E27FC236}">
                <a16:creationId xmlns:a16="http://schemas.microsoft.com/office/drawing/2014/main" id="{F456882C-A453-D475-950A-91FAC99B3B3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17752" y="3277189"/>
            <a:ext cx="2327922" cy="1310992"/>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7" descr="2019 Audi e-tron First Drive: Electric SUV Is Golden Gloves to Tesla's MMA  – The Leading Solar Magazine In India">
            <a:extLst>
              <a:ext uri="{FF2B5EF4-FFF2-40B4-BE49-F238E27FC236}">
                <a16:creationId xmlns:a16="http://schemas.microsoft.com/office/drawing/2014/main" id="{7836EF3C-DD32-5611-2A82-6EFF0DC13F6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87623" y="4827174"/>
            <a:ext cx="2588180" cy="13967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60305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C3DE5A77-287F-8017-41E5-58224AE6B443}"/>
              </a:ext>
            </a:extLst>
          </p:cNvPr>
          <p:cNvSpPr>
            <a:spLocks noGrp="1"/>
          </p:cNvSpPr>
          <p:nvPr>
            <p:ph type="sldNum" sz="quarter" idx="10"/>
          </p:nvPr>
        </p:nvSpPr>
        <p:spPr>
          <a:xfrm>
            <a:off x="3" y="6356352"/>
            <a:ext cx="491300" cy="365125"/>
          </a:xfrm>
        </p:spPr>
        <p:txBody>
          <a:bodyPr/>
          <a:lstStyle/>
          <a:p>
            <a:fld id="{C4B1DB5C-CBD1-46F1-83D6-F5AA23577CB7}" type="slidenum">
              <a:rPr lang="en-GB" smtClean="0"/>
              <a:pPr/>
              <a:t>6</a:t>
            </a:fld>
            <a:endParaRPr lang="en-GB"/>
          </a:p>
        </p:txBody>
      </p:sp>
      <p:sp>
        <p:nvSpPr>
          <p:cNvPr id="8" name="Title 1">
            <a:extLst>
              <a:ext uri="{FF2B5EF4-FFF2-40B4-BE49-F238E27FC236}">
                <a16:creationId xmlns:a16="http://schemas.microsoft.com/office/drawing/2014/main" id="{15102EAE-0C81-D529-1C1E-2FC9E809CF73}"/>
              </a:ext>
            </a:extLst>
          </p:cNvPr>
          <p:cNvSpPr txBox="1">
            <a:spLocks/>
          </p:cNvSpPr>
          <p:nvPr/>
        </p:nvSpPr>
        <p:spPr>
          <a:xfrm>
            <a:off x="183471" y="776825"/>
            <a:ext cx="9144000" cy="439388"/>
          </a:xfrm>
          <a:prstGeom prst="rect">
            <a:avLst/>
          </a:prstGeom>
        </p:spPr>
        <p:txBody>
          <a:bodyPr vert="horz" lIns="91440" tIns="45720" rIns="91440" bIns="45720" rtlCol="0" anchor="t" anchorCtr="0">
            <a:noAutofit/>
          </a:bodyPr>
          <a:lstStyle>
            <a:defPPr>
              <a:defRPr lang="en-US"/>
            </a:defPPr>
            <a:lvl1pPr algn="l" rtl="0" eaLnBrk="0" fontAlgn="base" hangingPunct="0">
              <a:lnSpc>
                <a:spcPct val="90000"/>
              </a:lnSpc>
              <a:spcBef>
                <a:spcPct val="0"/>
              </a:spcBef>
              <a:spcAft>
                <a:spcPct val="0"/>
              </a:spcAft>
              <a:defRPr sz="2400" b="1" i="0" kern="1200" cap="all" baseline="0">
                <a:solidFill>
                  <a:srgbClr val="F79633"/>
                </a:solidFill>
                <a:latin typeface="Arial" charset="0"/>
                <a:ea typeface="Arial" charset="0"/>
                <a:cs typeface="Arial" charset="0"/>
              </a:defRPr>
            </a:lvl1pPr>
            <a:lvl2pPr marL="370130" indent="-137176" algn="l" rtl="0" eaLnBrk="0" fontAlgn="base" hangingPunct="0">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2pPr>
            <a:lvl3pPr marL="741072" indent="-277598" algn="l" rtl="0" eaLnBrk="0" fontAlgn="base" hangingPunct="0">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3pPr>
            <a:lvl4pPr marL="1112826" indent="-417208" algn="l" rtl="0" eaLnBrk="0" fontAlgn="base" hangingPunct="0">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4pPr>
            <a:lvl5pPr marL="1484579" indent="-556007" algn="l" rtl="0" eaLnBrk="0" fontAlgn="base" hangingPunct="0">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5pPr>
            <a:lvl6pPr marL="233778" algn="l" defTabSz="467533" rtl="0" eaLnBrk="1" fontAlgn="base" latinLnBrk="0" hangingPunct="1">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6pPr>
            <a:lvl7pPr marL="467558" algn="l" defTabSz="467533" rtl="0" eaLnBrk="1" fontAlgn="base" latinLnBrk="0" hangingPunct="1">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7pPr>
            <a:lvl8pPr marL="701333" algn="l" defTabSz="467533" rtl="0" eaLnBrk="1" fontAlgn="base" latinLnBrk="0" hangingPunct="1">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8pPr>
            <a:lvl9pPr marL="935114" algn="l" defTabSz="467533" rtl="0" eaLnBrk="1" fontAlgn="base" latinLnBrk="0" hangingPunct="1">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9pPr>
          </a:lstStyle>
          <a:p>
            <a:r>
              <a:rPr lang="en-US" sz="1800" dirty="0">
                <a:latin typeface="+mj-lt"/>
              </a:rPr>
              <a:t>REQUIREMENTS</a:t>
            </a:r>
            <a:endParaRPr lang="en-US" sz="1800" dirty="0">
              <a:solidFill>
                <a:srgbClr val="FF0000"/>
              </a:solidFill>
              <a:latin typeface="+mj-lt"/>
            </a:endParaRPr>
          </a:p>
        </p:txBody>
      </p:sp>
      <p:sp>
        <p:nvSpPr>
          <p:cNvPr id="2" name="TextBox 17">
            <a:extLst>
              <a:ext uri="{FF2B5EF4-FFF2-40B4-BE49-F238E27FC236}">
                <a16:creationId xmlns:a16="http://schemas.microsoft.com/office/drawing/2014/main" id="{8F457DBC-388C-8747-18E5-3293558297D4}"/>
              </a:ext>
            </a:extLst>
          </p:cNvPr>
          <p:cNvSpPr txBox="1"/>
          <p:nvPr/>
        </p:nvSpPr>
        <p:spPr>
          <a:xfrm>
            <a:off x="183471" y="1369146"/>
            <a:ext cx="6796752" cy="2462213"/>
          </a:xfrm>
          <a:prstGeom prst="rect">
            <a:avLst/>
          </a:prstGeom>
        </p:spPr>
        <p:txBody>
          <a:bodyPr wrap="square" rtlCol="0">
            <a:spAutoFit/>
          </a:bodyPr>
          <a:lstStyle>
            <a:defPPr>
              <a:defRPr lang="en-US"/>
            </a:defPPr>
            <a:lvl1pPr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1pPr>
            <a:lvl2pPr marL="370130" indent="-137176"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2pPr>
            <a:lvl3pPr marL="741072" indent="-277598"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3pPr>
            <a:lvl4pPr marL="1112826" indent="-417208"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4pPr>
            <a:lvl5pPr marL="1484579" indent="-556007"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5pPr>
            <a:lvl6pPr marL="1168832"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6pPr>
            <a:lvl7pPr marL="1402598"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7pPr>
            <a:lvl8pPr marL="1636365"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8pPr>
            <a:lvl9pPr marL="1870131"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9pPr>
          </a:lstStyle>
          <a:p>
            <a:r>
              <a:rPr lang="en-IN" sz="1400" b="1" dirty="0">
                <a:solidFill>
                  <a:srgbClr val="4B5258"/>
                </a:solidFill>
                <a:latin typeface="+mn-lt"/>
                <a:ea typeface="Roboto Medium" panose="02000000000000000000" pitchFamily="2" charset="0"/>
                <a:cs typeface="Arial" panose="020B0604020202020204" pitchFamily="34" charset="0"/>
              </a:rPr>
              <a:t>Internal release mechanism:</a:t>
            </a:r>
          </a:p>
          <a:p>
            <a:endParaRPr lang="en-IN" sz="1400" dirty="0">
              <a:solidFill>
                <a:srgbClr val="4B5258"/>
              </a:solidFill>
              <a:latin typeface="+mn-lt"/>
              <a:ea typeface="Roboto Medium" panose="02000000000000000000" pitchFamily="2" charset="0"/>
              <a:cs typeface="Arial" panose="020B0604020202020204" pitchFamily="34" charset="0"/>
            </a:endParaRPr>
          </a:p>
          <a:p>
            <a:pPr marL="285750" indent="-285750">
              <a:buFont typeface="Arial" panose="020B0604020202020204" pitchFamily="34" charset="0"/>
              <a:buChar char="•"/>
            </a:pPr>
            <a:r>
              <a:rPr lang="en-US" sz="1400" dirty="0">
                <a:solidFill>
                  <a:srgbClr val="4B5258"/>
                </a:solidFill>
                <a:latin typeface="+mn-lt"/>
                <a:ea typeface="Roboto Medium" panose="02000000000000000000" pitchFamily="2" charset="0"/>
                <a:cs typeface="Arial" panose="020B0604020202020204" pitchFamily="34" charset="0"/>
              </a:rPr>
              <a:t>FMVSS (Federal Motor Vehicle Safety Standards) are U.S. regulations that mandate minimum safety requirements for vehicle design, construction, and performance.</a:t>
            </a:r>
          </a:p>
          <a:p>
            <a:pPr marL="285750" indent="-285750">
              <a:buFont typeface="Arial" panose="020B0604020202020204" pitchFamily="34" charset="0"/>
              <a:buChar char="•"/>
            </a:pPr>
            <a:r>
              <a:rPr lang="en-US" sz="1400" dirty="0">
                <a:solidFill>
                  <a:srgbClr val="4B5258"/>
                </a:solidFill>
                <a:latin typeface="+mn-lt"/>
                <a:ea typeface="Roboto Medium" panose="02000000000000000000" pitchFamily="2" charset="0"/>
                <a:cs typeface="Arial" panose="020B0604020202020204" pitchFamily="34" charset="0"/>
              </a:rPr>
              <a:t>To ensure that person trapped inside the trunk of a passenger car can escape safely by using an internal release mechanism – </a:t>
            </a:r>
            <a:r>
              <a:rPr lang="en-US" sz="1400" b="1" dirty="0">
                <a:solidFill>
                  <a:srgbClr val="4B5258"/>
                </a:solidFill>
                <a:latin typeface="+mn-lt"/>
                <a:ea typeface="Roboto Medium" panose="02000000000000000000" pitchFamily="2" charset="0"/>
                <a:cs typeface="Arial" panose="020B0604020202020204" pitchFamily="34" charset="0"/>
              </a:rPr>
              <a:t>using switch.</a:t>
            </a:r>
          </a:p>
          <a:p>
            <a:pPr marL="285750" indent="-285750">
              <a:buFont typeface="Arial" panose="020B0604020202020204" pitchFamily="34" charset="0"/>
              <a:buChar char="•"/>
            </a:pPr>
            <a:endParaRPr lang="en-US" sz="1400" b="1" dirty="0">
              <a:solidFill>
                <a:srgbClr val="4B5258"/>
              </a:solidFill>
              <a:latin typeface="+mn-lt"/>
              <a:ea typeface="Roboto Medium" panose="02000000000000000000" pitchFamily="2" charset="0"/>
              <a:cs typeface="Arial" panose="020B0604020202020204" pitchFamily="34" charset="0"/>
            </a:endParaRPr>
          </a:p>
          <a:p>
            <a:pPr marL="285750" indent="-285750">
              <a:buFont typeface="Arial" panose="020B0604020202020204" pitchFamily="34" charset="0"/>
              <a:buChar char="•"/>
            </a:pPr>
            <a:r>
              <a:rPr lang="en-IN" sz="1400" dirty="0">
                <a:solidFill>
                  <a:srgbClr val="4B5258"/>
                </a:solidFill>
                <a:latin typeface="+mn-lt"/>
                <a:ea typeface="Roboto Medium" panose="02000000000000000000" pitchFamily="2" charset="0"/>
                <a:cs typeface="Arial" panose="020B0604020202020204" pitchFamily="34" charset="0"/>
              </a:rPr>
              <a:t>Example: Tesla Model 3 : An illuminated interior release button inside the frunk allows a person locked inside to get out. Press the interior release button to unlatch the front trunk, then push up on the bonnet.</a:t>
            </a:r>
          </a:p>
        </p:txBody>
      </p:sp>
      <p:pic>
        <p:nvPicPr>
          <p:cNvPr id="21" name="Picture 20">
            <a:extLst>
              <a:ext uri="{FF2B5EF4-FFF2-40B4-BE49-F238E27FC236}">
                <a16:creationId xmlns:a16="http://schemas.microsoft.com/office/drawing/2014/main" id="{925AB7B0-20ED-BDC0-FFBB-696F03495382}"/>
              </a:ext>
            </a:extLst>
          </p:cNvPr>
          <p:cNvPicPr>
            <a:picLocks noChangeAspect="1"/>
          </p:cNvPicPr>
          <p:nvPr/>
        </p:nvPicPr>
        <p:blipFill>
          <a:blip r:embed="rId3"/>
          <a:stretch>
            <a:fillRect/>
          </a:stretch>
        </p:blipFill>
        <p:spPr>
          <a:xfrm>
            <a:off x="9082745" y="1743974"/>
            <a:ext cx="2925784" cy="1864380"/>
          </a:xfrm>
          <a:prstGeom prst="rect">
            <a:avLst/>
          </a:prstGeom>
          <a:ln>
            <a:noFill/>
          </a:ln>
        </p:spPr>
      </p:pic>
      <p:sp>
        <p:nvSpPr>
          <p:cNvPr id="25" name="TextBox 6">
            <a:extLst>
              <a:ext uri="{FF2B5EF4-FFF2-40B4-BE49-F238E27FC236}">
                <a16:creationId xmlns:a16="http://schemas.microsoft.com/office/drawing/2014/main" id="{D829C360-D0BE-FA43-2340-33D43E2B0FAE}"/>
              </a:ext>
            </a:extLst>
          </p:cNvPr>
          <p:cNvSpPr txBox="1"/>
          <p:nvPr/>
        </p:nvSpPr>
        <p:spPr>
          <a:xfrm>
            <a:off x="8989104" y="1410000"/>
            <a:ext cx="3019425" cy="276999"/>
          </a:xfrm>
          <a:prstGeom prst="rect">
            <a:avLst/>
          </a:prstGeom>
          <a:noFill/>
          <a:ln w="12700">
            <a:solidFill>
              <a:srgbClr val="000000"/>
            </a:solidFill>
          </a:ln>
        </p:spPr>
        <p:txBody>
          <a:bodyPr wrap="square" rtlCol="0">
            <a:spAutoFit/>
          </a:bodyPr>
          <a:lstStyle>
            <a:defPPr>
              <a:defRPr lang="en-US"/>
            </a:defPPr>
            <a:lvl1pPr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1pPr>
            <a:lvl2pPr marL="370130" indent="-137176"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2pPr>
            <a:lvl3pPr marL="741072" indent="-277598"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3pPr>
            <a:lvl4pPr marL="1112826" indent="-417208"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4pPr>
            <a:lvl5pPr marL="1484579" indent="-556007"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5pPr>
            <a:lvl6pPr marL="1168832"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6pPr>
            <a:lvl7pPr marL="1402598"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7pPr>
            <a:lvl8pPr marL="1636365"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8pPr>
            <a:lvl9pPr marL="1870131"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9pPr>
          </a:lstStyle>
          <a:p>
            <a:pPr algn="ctr"/>
            <a:r>
              <a:rPr lang="en-US" sz="1200" dirty="0">
                <a:solidFill>
                  <a:schemeClr val="accent2"/>
                </a:solidFill>
                <a:latin typeface="+mj-lt"/>
                <a:cs typeface="Arial" panose="020B0604020202020204" pitchFamily="34" charset="0"/>
              </a:rPr>
              <a:t>Interior release button : Tesla Model 3</a:t>
            </a:r>
            <a:endParaRPr lang="en-US" sz="1200" dirty="0">
              <a:solidFill>
                <a:schemeClr val="accent2"/>
              </a:solidFill>
            </a:endParaRPr>
          </a:p>
        </p:txBody>
      </p:sp>
      <p:pic>
        <p:nvPicPr>
          <p:cNvPr id="1027" name="Picture 3">
            <a:extLst>
              <a:ext uri="{FF2B5EF4-FFF2-40B4-BE49-F238E27FC236}">
                <a16:creationId xmlns:a16="http://schemas.microsoft.com/office/drawing/2014/main" id="{E47D7DC2-70A4-060C-9F88-5424AC7EBA1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3305" b="14145"/>
          <a:stretch/>
        </p:blipFill>
        <p:spPr bwMode="auto">
          <a:xfrm>
            <a:off x="6881951" y="1410000"/>
            <a:ext cx="1933503" cy="2198354"/>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40" name="TextBox 17">
            <a:extLst>
              <a:ext uri="{FF2B5EF4-FFF2-40B4-BE49-F238E27FC236}">
                <a16:creationId xmlns:a16="http://schemas.microsoft.com/office/drawing/2014/main" id="{85065D53-3BF6-D02C-A032-193FC381B440}"/>
              </a:ext>
            </a:extLst>
          </p:cNvPr>
          <p:cNvSpPr txBox="1"/>
          <p:nvPr/>
        </p:nvSpPr>
        <p:spPr>
          <a:xfrm>
            <a:off x="183471" y="4070809"/>
            <a:ext cx="7602509" cy="2354491"/>
          </a:xfrm>
          <a:prstGeom prst="rect">
            <a:avLst/>
          </a:prstGeom>
        </p:spPr>
        <p:txBody>
          <a:bodyPr wrap="square" rtlCol="0">
            <a:spAutoFit/>
          </a:bodyPr>
          <a:lstStyle>
            <a:defPPr>
              <a:defRPr lang="en-US"/>
            </a:defPPr>
            <a:lvl1pPr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1pPr>
            <a:lvl2pPr marL="370130" indent="-137176"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2pPr>
            <a:lvl3pPr marL="741072" indent="-277598"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3pPr>
            <a:lvl4pPr marL="1112826" indent="-417208"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4pPr>
            <a:lvl5pPr marL="1484579" indent="-556007"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5pPr>
            <a:lvl6pPr marL="1168832"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6pPr>
            <a:lvl7pPr marL="1402598"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7pPr>
            <a:lvl8pPr marL="1636365"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8pPr>
            <a:lvl9pPr marL="1870131"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9pPr>
          </a:lstStyle>
          <a:p>
            <a:r>
              <a:rPr lang="en-IN" sz="1400" b="1" dirty="0">
                <a:solidFill>
                  <a:srgbClr val="4B5258"/>
                </a:solidFill>
                <a:latin typeface="+mn-lt"/>
                <a:ea typeface="Roboto Medium" panose="02000000000000000000" pitchFamily="2" charset="0"/>
                <a:cs typeface="Arial" panose="020B0604020202020204" pitchFamily="34" charset="0"/>
              </a:rPr>
              <a:t>Consider the position of the drain hole:</a:t>
            </a:r>
          </a:p>
          <a:p>
            <a:endParaRPr lang="en-IN" sz="1400" dirty="0">
              <a:solidFill>
                <a:srgbClr val="4B5258"/>
              </a:solidFill>
              <a:latin typeface="+mn-lt"/>
              <a:ea typeface="Roboto Medium" panose="02000000000000000000" pitchFamily="2" charset="0"/>
              <a:cs typeface="Arial" panose="020B0604020202020204" pitchFamily="34" charset="0"/>
            </a:endParaRPr>
          </a:p>
          <a:p>
            <a:pPr marL="285750" indent="-285750">
              <a:lnSpc>
                <a:spcPct val="150000"/>
              </a:lnSpc>
              <a:buFont typeface="Arial" panose="020B0604020202020204" pitchFamily="34" charset="0"/>
              <a:buChar char="•"/>
            </a:pPr>
            <a:r>
              <a:rPr lang="en-US" sz="1400" dirty="0">
                <a:solidFill>
                  <a:srgbClr val="4B5258"/>
                </a:solidFill>
                <a:latin typeface="+mn-lt"/>
                <a:ea typeface="Roboto Medium" panose="02000000000000000000" pitchFamily="2" charset="0"/>
                <a:cs typeface="Arial" panose="020B0604020202020204" pitchFamily="34" charset="0"/>
              </a:rPr>
              <a:t>Position it so that water won't flow onto any electrical components.</a:t>
            </a:r>
          </a:p>
          <a:p>
            <a:pPr marL="285750" indent="-285750">
              <a:lnSpc>
                <a:spcPct val="150000"/>
              </a:lnSpc>
              <a:buFont typeface="Arial" panose="020B0604020202020204" pitchFamily="34" charset="0"/>
              <a:buChar char="•"/>
            </a:pPr>
            <a:r>
              <a:rPr lang="en-US" sz="1400" dirty="0">
                <a:solidFill>
                  <a:srgbClr val="4B5258"/>
                </a:solidFill>
                <a:latin typeface="+mn-lt"/>
                <a:ea typeface="Roboto Medium" panose="02000000000000000000" pitchFamily="2" charset="0"/>
                <a:cs typeface="Arial" panose="020B0604020202020204" pitchFamily="34" charset="0"/>
              </a:rPr>
              <a:t>Avoid placing it above items that could trap or collect draining water.</a:t>
            </a:r>
          </a:p>
          <a:p>
            <a:pPr marL="285750" indent="-285750">
              <a:lnSpc>
                <a:spcPct val="150000"/>
              </a:lnSpc>
              <a:buFont typeface="Arial" panose="020B0604020202020204" pitchFamily="34" charset="0"/>
              <a:buChar char="•"/>
            </a:pPr>
            <a:r>
              <a:rPr lang="en-US" sz="1400" dirty="0">
                <a:solidFill>
                  <a:srgbClr val="4B5258"/>
                </a:solidFill>
                <a:latin typeface="+mn-lt"/>
                <a:ea typeface="Roboto Medium" panose="02000000000000000000" pitchFamily="2" charset="0"/>
                <a:cs typeface="Arial" panose="020B0604020202020204" pitchFamily="34" charset="0"/>
              </a:rPr>
              <a:t>Choose a flat surface that sits at the lowest point in the area, even if it's not lower than everything else.</a:t>
            </a:r>
          </a:p>
          <a:p>
            <a:pPr marL="285750" indent="-285750">
              <a:lnSpc>
                <a:spcPct val="150000"/>
              </a:lnSpc>
              <a:buFont typeface="Arial" panose="020B0604020202020204" pitchFamily="34" charset="0"/>
              <a:buChar char="•"/>
            </a:pPr>
            <a:r>
              <a:rPr lang="en-US" sz="1400" dirty="0">
                <a:solidFill>
                  <a:srgbClr val="4B5258"/>
                </a:solidFill>
                <a:latin typeface="+mn-lt"/>
                <a:ea typeface="Roboto Medium" panose="02000000000000000000" pitchFamily="2" charset="0"/>
                <a:cs typeface="Arial" panose="020B0604020202020204" pitchFamily="34" charset="0"/>
              </a:rPr>
              <a:t>Ensure that there is a plug so that water can be drained, but not allowed in.</a:t>
            </a:r>
          </a:p>
          <a:p>
            <a:endParaRPr lang="en-US" sz="1400" dirty="0">
              <a:solidFill>
                <a:srgbClr val="4B5258"/>
              </a:solidFill>
              <a:latin typeface="+mn-lt"/>
              <a:ea typeface="Roboto Medium" panose="02000000000000000000" pitchFamily="2" charset="0"/>
              <a:cs typeface="Arial" panose="020B0604020202020204" pitchFamily="34" charset="0"/>
            </a:endParaRPr>
          </a:p>
        </p:txBody>
      </p:sp>
      <p:pic>
        <p:nvPicPr>
          <p:cNvPr id="42" name="Picture 41">
            <a:extLst>
              <a:ext uri="{FF2B5EF4-FFF2-40B4-BE49-F238E27FC236}">
                <a16:creationId xmlns:a16="http://schemas.microsoft.com/office/drawing/2014/main" id="{28AC066D-F815-E680-50F2-B12863263375}"/>
              </a:ext>
            </a:extLst>
          </p:cNvPr>
          <p:cNvPicPr>
            <a:picLocks noChangeAspect="1"/>
          </p:cNvPicPr>
          <p:nvPr/>
        </p:nvPicPr>
        <p:blipFill>
          <a:blip r:embed="rId5"/>
          <a:stretch>
            <a:fillRect/>
          </a:stretch>
        </p:blipFill>
        <p:spPr>
          <a:xfrm>
            <a:off x="8712195" y="3873872"/>
            <a:ext cx="1933503" cy="962671"/>
          </a:xfrm>
          <a:prstGeom prst="rect">
            <a:avLst/>
          </a:prstGeom>
        </p:spPr>
      </p:pic>
      <p:sp>
        <p:nvSpPr>
          <p:cNvPr id="43" name="TextBox 6">
            <a:extLst>
              <a:ext uri="{FF2B5EF4-FFF2-40B4-BE49-F238E27FC236}">
                <a16:creationId xmlns:a16="http://schemas.microsoft.com/office/drawing/2014/main" id="{FB080501-9640-ABB9-F18D-96DCC02D4B00}"/>
              </a:ext>
            </a:extLst>
          </p:cNvPr>
          <p:cNvSpPr txBox="1"/>
          <p:nvPr/>
        </p:nvSpPr>
        <p:spPr>
          <a:xfrm>
            <a:off x="8461788" y="6049508"/>
            <a:ext cx="2434319" cy="261610"/>
          </a:xfrm>
          <a:prstGeom prst="rect">
            <a:avLst/>
          </a:prstGeom>
          <a:noFill/>
          <a:ln w="12700">
            <a:solidFill>
              <a:srgbClr val="000000"/>
            </a:solidFill>
          </a:ln>
        </p:spPr>
        <p:txBody>
          <a:bodyPr wrap="square" rtlCol="0">
            <a:spAutoFit/>
          </a:bodyPr>
          <a:lstStyle>
            <a:defPPr>
              <a:defRPr lang="en-US"/>
            </a:defPPr>
            <a:lvl1pPr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1pPr>
            <a:lvl2pPr marL="370130" indent="-137176"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2pPr>
            <a:lvl3pPr marL="741072" indent="-277598"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3pPr>
            <a:lvl4pPr marL="1112826" indent="-417208"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4pPr>
            <a:lvl5pPr marL="1484579" indent="-556007"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5pPr>
            <a:lvl6pPr marL="1168832"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6pPr>
            <a:lvl7pPr marL="1402598"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7pPr>
            <a:lvl8pPr marL="1636365"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8pPr>
            <a:lvl9pPr marL="1870131"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9pPr>
          </a:lstStyle>
          <a:p>
            <a:pPr algn="ctr"/>
            <a:r>
              <a:rPr lang="en-US" sz="1100" dirty="0">
                <a:solidFill>
                  <a:schemeClr val="accent2"/>
                </a:solidFill>
                <a:latin typeface="+mj-lt"/>
                <a:cs typeface="Arial" panose="020B0604020202020204" pitchFamily="34" charset="0"/>
              </a:rPr>
              <a:t>Frunk:  Jaguar I pace ev400 2019</a:t>
            </a:r>
            <a:endParaRPr lang="en-US" sz="1100" dirty="0">
              <a:solidFill>
                <a:schemeClr val="accent2"/>
              </a:solidFill>
            </a:endParaRPr>
          </a:p>
        </p:txBody>
      </p:sp>
      <p:pic>
        <p:nvPicPr>
          <p:cNvPr id="44" name="Picture 43">
            <a:extLst>
              <a:ext uri="{FF2B5EF4-FFF2-40B4-BE49-F238E27FC236}">
                <a16:creationId xmlns:a16="http://schemas.microsoft.com/office/drawing/2014/main" id="{63A1D7EE-F52A-28CF-785D-E3E9C51E0695}"/>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8712195" y="4950064"/>
            <a:ext cx="1933503" cy="1014489"/>
          </a:xfrm>
          <a:prstGeom prst="rect">
            <a:avLst/>
          </a:prstGeom>
        </p:spPr>
      </p:pic>
      <p:sp>
        <p:nvSpPr>
          <p:cNvPr id="45" name="Oval 44">
            <a:extLst>
              <a:ext uri="{FF2B5EF4-FFF2-40B4-BE49-F238E27FC236}">
                <a16:creationId xmlns:a16="http://schemas.microsoft.com/office/drawing/2014/main" id="{C2E56F36-FAC4-EDA1-6EF7-8915421E326C}"/>
              </a:ext>
            </a:extLst>
          </p:cNvPr>
          <p:cNvSpPr/>
          <p:nvPr/>
        </p:nvSpPr>
        <p:spPr>
          <a:xfrm>
            <a:off x="9516263" y="4585642"/>
            <a:ext cx="307260" cy="284342"/>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Oval 45">
            <a:extLst>
              <a:ext uri="{FF2B5EF4-FFF2-40B4-BE49-F238E27FC236}">
                <a16:creationId xmlns:a16="http://schemas.microsoft.com/office/drawing/2014/main" id="{1151C747-CF62-4114-A6F0-137835173104}"/>
              </a:ext>
            </a:extLst>
          </p:cNvPr>
          <p:cNvSpPr/>
          <p:nvPr/>
        </p:nvSpPr>
        <p:spPr>
          <a:xfrm>
            <a:off x="9547313" y="5487368"/>
            <a:ext cx="299478" cy="340854"/>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7" name="Straight Arrow Connector 46">
            <a:extLst>
              <a:ext uri="{FF2B5EF4-FFF2-40B4-BE49-F238E27FC236}">
                <a16:creationId xmlns:a16="http://schemas.microsoft.com/office/drawing/2014/main" id="{FB696936-1252-85D5-7498-150086321A1E}"/>
              </a:ext>
            </a:extLst>
          </p:cNvPr>
          <p:cNvCxnSpPr>
            <a:cxnSpLocks/>
            <a:stCxn id="40" idx="3"/>
            <a:endCxn id="45" idx="2"/>
          </p:cNvCxnSpPr>
          <p:nvPr/>
        </p:nvCxnSpPr>
        <p:spPr>
          <a:xfrm flipV="1">
            <a:off x="7785980" y="4727813"/>
            <a:ext cx="1730283" cy="52024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D01803FB-FF1D-D5C2-D0F6-8CC270B14A82}"/>
              </a:ext>
            </a:extLst>
          </p:cNvPr>
          <p:cNvCxnSpPr>
            <a:cxnSpLocks/>
            <a:stCxn id="40" idx="3"/>
            <a:endCxn id="46" idx="2"/>
          </p:cNvCxnSpPr>
          <p:nvPr/>
        </p:nvCxnSpPr>
        <p:spPr>
          <a:xfrm>
            <a:off x="7785980" y="5248055"/>
            <a:ext cx="1761333" cy="40974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1956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64C0E5-65D1-72FE-5BFC-861E4C9DE572}"/>
            </a:ext>
          </a:extLst>
        </p:cNvPr>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7F0F9C55-DB54-B048-3207-E7CF4610943F}"/>
              </a:ext>
            </a:extLst>
          </p:cNvPr>
          <p:cNvSpPr>
            <a:spLocks noGrp="1"/>
          </p:cNvSpPr>
          <p:nvPr>
            <p:ph type="sldNum" sz="quarter" idx="10"/>
          </p:nvPr>
        </p:nvSpPr>
        <p:spPr>
          <a:xfrm>
            <a:off x="3" y="6356352"/>
            <a:ext cx="491300" cy="365125"/>
          </a:xfrm>
        </p:spPr>
        <p:txBody>
          <a:bodyPr/>
          <a:lstStyle/>
          <a:p>
            <a:fld id="{C4B1DB5C-CBD1-46F1-83D6-F5AA23577CB7}" type="slidenum">
              <a:rPr lang="en-GB" smtClean="0"/>
              <a:pPr/>
              <a:t>7</a:t>
            </a:fld>
            <a:endParaRPr lang="en-GB"/>
          </a:p>
        </p:txBody>
      </p:sp>
      <p:sp>
        <p:nvSpPr>
          <p:cNvPr id="8" name="Title 1">
            <a:extLst>
              <a:ext uri="{FF2B5EF4-FFF2-40B4-BE49-F238E27FC236}">
                <a16:creationId xmlns:a16="http://schemas.microsoft.com/office/drawing/2014/main" id="{93E4A1FF-03C8-DD0C-86A3-5633219D1DE7}"/>
              </a:ext>
            </a:extLst>
          </p:cNvPr>
          <p:cNvSpPr txBox="1">
            <a:spLocks/>
          </p:cNvSpPr>
          <p:nvPr/>
        </p:nvSpPr>
        <p:spPr>
          <a:xfrm>
            <a:off x="183471" y="776825"/>
            <a:ext cx="9144000" cy="439388"/>
          </a:xfrm>
          <a:prstGeom prst="rect">
            <a:avLst/>
          </a:prstGeom>
        </p:spPr>
        <p:txBody>
          <a:bodyPr vert="horz" lIns="91440" tIns="45720" rIns="91440" bIns="45720" rtlCol="0" anchor="t" anchorCtr="0">
            <a:noAutofit/>
          </a:bodyPr>
          <a:lstStyle>
            <a:defPPr>
              <a:defRPr lang="en-US"/>
            </a:defPPr>
            <a:lvl1pPr algn="l" rtl="0" eaLnBrk="0" fontAlgn="base" hangingPunct="0">
              <a:lnSpc>
                <a:spcPct val="90000"/>
              </a:lnSpc>
              <a:spcBef>
                <a:spcPct val="0"/>
              </a:spcBef>
              <a:spcAft>
                <a:spcPct val="0"/>
              </a:spcAft>
              <a:defRPr sz="2400" b="1" i="0" kern="1200" cap="all" baseline="0">
                <a:solidFill>
                  <a:srgbClr val="F79633"/>
                </a:solidFill>
                <a:latin typeface="Arial" charset="0"/>
                <a:ea typeface="Arial" charset="0"/>
                <a:cs typeface="Arial" charset="0"/>
              </a:defRPr>
            </a:lvl1pPr>
            <a:lvl2pPr marL="370130" indent="-137176" algn="l" rtl="0" eaLnBrk="0" fontAlgn="base" hangingPunct="0">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2pPr>
            <a:lvl3pPr marL="741072" indent="-277598" algn="l" rtl="0" eaLnBrk="0" fontAlgn="base" hangingPunct="0">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3pPr>
            <a:lvl4pPr marL="1112826" indent="-417208" algn="l" rtl="0" eaLnBrk="0" fontAlgn="base" hangingPunct="0">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4pPr>
            <a:lvl5pPr marL="1484579" indent="-556007" algn="l" rtl="0" eaLnBrk="0" fontAlgn="base" hangingPunct="0">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5pPr>
            <a:lvl6pPr marL="233778" algn="l" defTabSz="467533" rtl="0" eaLnBrk="1" fontAlgn="base" latinLnBrk="0" hangingPunct="1">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6pPr>
            <a:lvl7pPr marL="467558" algn="l" defTabSz="467533" rtl="0" eaLnBrk="1" fontAlgn="base" latinLnBrk="0" hangingPunct="1">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7pPr>
            <a:lvl8pPr marL="701333" algn="l" defTabSz="467533" rtl="0" eaLnBrk="1" fontAlgn="base" latinLnBrk="0" hangingPunct="1">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8pPr>
            <a:lvl9pPr marL="935114" algn="l" defTabSz="467533" rtl="0" eaLnBrk="1" fontAlgn="base" latinLnBrk="0" hangingPunct="1">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9pPr>
          </a:lstStyle>
          <a:p>
            <a:r>
              <a:rPr lang="en-US" sz="1800" dirty="0">
                <a:latin typeface="+mj-lt"/>
              </a:rPr>
              <a:t>Requirements</a:t>
            </a:r>
            <a:endParaRPr lang="en-US" sz="1800" dirty="0">
              <a:solidFill>
                <a:srgbClr val="FF0000"/>
              </a:solidFill>
              <a:latin typeface="+mj-lt"/>
            </a:endParaRPr>
          </a:p>
        </p:txBody>
      </p:sp>
      <p:sp>
        <p:nvSpPr>
          <p:cNvPr id="19" name="TextBox 17">
            <a:extLst>
              <a:ext uri="{FF2B5EF4-FFF2-40B4-BE49-F238E27FC236}">
                <a16:creationId xmlns:a16="http://schemas.microsoft.com/office/drawing/2014/main" id="{9D0CB8F0-DD39-55D8-BBA6-EE9FC7C55458}"/>
              </a:ext>
            </a:extLst>
          </p:cNvPr>
          <p:cNvSpPr txBox="1"/>
          <p:nvPr/>
        </p:nvSpPr>
        <p:spPr>
          <a:xfrm>
            <a:off x="245653" y="1216213"/>
            <a:ext cx="7892184" cy="4616648"/>
          </a:xfrm>
          <a:prstGeom prst="rect">
            <a:avLst/>
          </a:prstGeom>
        </p:spPr>
        <p:txBody>
          <a:bodyPr wrap="square" rtlCol="0">
            <a:spAutoFit/>
          </a:bodyPr>
          <a:lstStyle>
            <a:defPPr>
              <a:defRPr lang="en-US"/>
            </a:defPPr>
            <a:lvl1pPr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1pPr>
            <a:lvl2pPr marL="370130" indent="-137176"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2pPr>
            <a:lvl3pPr marL="741072" indent="-277598"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3pPr>
            <a:lvl4pPr marL="1112826" indent="-417208"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4pPr>
            <a:lvl5pPr marL="1484579" indent="-556007"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5pPr>
            <a:lvl6pPr marL="1168832"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6pPr>
            <a:lvl7pPr marL="1402598"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7pPr>
            <a:lvl8pPr marL="1636365"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8pPr>
            <a:lvl9pPr marL="1870131"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9pPr>
          </a:lstStyle>
          <a:p>
            <a:r>
              <a:rPr lang="en-IN" sz="1400" b="1" dirty="0">
                <a:solidFill>
                  <a:srgbClr val="4B5258"/>
                </a:solidFill>
                <a:latin typeface="+mn-lt"/>
                <a:ea typeface="Roboto Medium" panose="02000000000000000000" pitchFamily="2" charset="0"/>
                <a:cs typeface="Arial" panose="020B0604020202020204" pitchFamily="34" charset="0"/>
              </a:rPr>
              <a:t>Requirement of light source:</a:t>
            </a:r>
          </a:p>
          <a:p>
            <a:endParaRPr lang="en-IN" sz="1400" dirty="0">
              <a:solidFill>
                <a:srgbClr val="4B5258"/>
              </a:solidFill>
              <a:latin typeface="+mn-lt"/>
              <a:ea typeface="Roboto Medium" panose="02000000000000000000" pitchFamily="2" charset="0"/>
              <a:cs typeface="Arial" panose="020B0604020202020204" pitchFamily="34" charset="0"/>
            </a:endParaRPr>
          </a:p>
          <a:p>
            <a:pPr marL="285750" indent="-285750">
              <a:lnSpc>
                <a:spcPct val="150000"/>
              </a:lnSpc>
              <a:buFont typeface="Arial" panose="020B0604020202020204" pitchFamily="34" charset="0"/>
              <a:buChar char="•"/>
            </a:pPr>
            <a:r>
              <a:rPr lang="en-US" sz="1400" dirty="0">
                <a:solidFill>
                  <a:srgbClr val="4B5258"/>
                </a:solidFill>
                <a:latin typeface="+mn-lt"/>
                <a:ea typeface="Roboto Medium" panose="02000000000000000000" pitchFamily="2" charset="0"/>
                <a:cs typeface="Arial" panose="020B0604020202020204" pitchFamily="34" charset="0"/>
              </a:rPr>
              <a:t>To enhance the usability of the frunk as a storage space, consider integrating a light source either within the frunk or on the underside of the bonnet to ensure adequate illumination.</a:t>
            </a:r>
          </a:p>
          <a:p>
            <a:pPr marL="285750" indent="-285750">
              <a:lnSpc>
                <a:spcPct val="150000"/>
              </a:lnSpc>
              <a:buFont typeface="Arial" panose="020B0604020202020204" pitchFamily="34" charset="0"/>
              <a:buChar char="•"/>
            </a:pPr>
            <a:r>
              <a:rPr lang="en-US" sz="1400" b="1" dirty="0">
                <a:solidFill>
                  <a:srgbClr val="4B5258"/>
                </a:solidFill>
                <a:latin typeface="+mn-lt"/>
                <a:ea typeface="Roboto Medium" panose="02000000000000000000" pitchFamily="2" charset="0"/>
                <a:cs typeface="Arial" panose="020B0604020202020204" pitchFamily="34" charset="0"/>
              </a:rPr>
              <a:t>Light Distribution-</a:t>
            </a:r>
            <a:r>
              <a:rPr lang="en-US" sz="1400" dirty="0">
                <a:solidFill>
                  <a:srgbClr val="4B5258"/>
                </a:solidFill>
                <a:latin typeface="+mn-lt"/>
                <a:ea typeface="Roboto Medium" panose="02000000000000000000" pitchFamily="2" charset="0"/>
                <a:cs typeface="Arial" panose="020B0604020202020204" pitchFamily="34" charset="0"/>
              </a:rPr>
              <a:t>The lighting shall be bright and uniformed enough for the user to be able to see the complete depth and width of frunk area. Illumination of the feature must be measured in Lux and for harmony purposes, the uniformed output of the illumination shall be an average of 8 Lux ± 30 % for up to 64 liters capacity and 10 Lux ± 30 % for over.</a:t>
            </a:r>
          </a:p>
          <a:p>
            <a:pPr marL="285750" indent="-285750">
              <a:lnSpc>
                <a:spcPct val="150000"/>
              </a:lnSpc>
              <a:buFont typeface="Arial" panose="020B0604020202020204" pitchFamily="34" charset="0"/>
              <a:buChar char="•"/>
            </a:pPr>
            <a:r>
              <a:rPr lang="en-US" sz="1400" b="1" dirty="0">
                <a:solidFill>
                  <a:srgbClr val="4B5258"/>
                </a:solidFill>
                <a:latin typeface="+mn-lt"/>
                <a:ea typeface="Roboto Medium" panose="02000000000000000000" pitchFamily="2" charset="0"/>
                <a:cs typeface="Arial" panose="020B0604020202020204" pitchFamily="34" charset="0"/>
              </a:rPr>
              <a:t>Lamp Positioning- </a:t>
            </a:r>
            <a:r>
              <a:rPr lang="en-US" sz="1400" dirty="0">
                <a:solidFill>
                  <a:srgbClr val="4B5258"/>
                </a:solidFill>
                <a:latin typeface="+mn-lt"/>
                <a:ea typeface="Roboto Medium" panose="02000000000000000000" pitchFamily="2" charset="0"/>
                <a:cs typeface="Arial" panose="020B0604020202020204" pitchFamily="34" charset="0"/>
              </a:rPr>
              <a:t>Lamp to be positioned such that it meets the light distribution as specified above. Competitor benchmarking shows this does not need to be @Y=0. Lens optics can be tuned to account for lamp offsets.</a:t>
            </a:r>
          </a:p>
          <a:p>
            <a:pPr marL="285750" indent="-285750">
              <a:lnSpc>
                <a:spcPct val="150000"/>
              </a:lnSpc>
              <a:buFont typeface="Arial" panose="020B0604020202020204" pitchFamily="34" charset="0"/>
              <a:buChar char="•"/>
            </a:pPr>
            <a:r>
              <a:rPr lang="en-US" sz="1400" dirty="0">
                <a:solidFill>
                  <a:srgbClr val="4B5258"/>
                </a:solidFill>
                <a:latin typeface="+mn-lt"/>
                <a:ea typeface="Roboto Medium" panose="02000000000000000000" pitchFamily="2" charset="0"/>
                <a:cs typeface="Arial" panose="020B0604020202020204" pitchFamily="34" charset="0"/>
              </a:rPr>
              <a:t>E.g. Tesla Model S(1), Tesla Model X(2), Porsche 911(1), Porsche Cayman(1), Audi R8(1)</a:t>
            </a:r>
          </a:p>
          <a:p>
            <a:pPr marL="285750" indent="-285750">
              <a:lnSpc>
                <a:spcPct val="150000"/>
              </a:lnSpc>
              <a:buFont typeface="Arial" panose="020B0604020202020204" pitchFamily="34" charset="0"/>
              <a:buChar char="•"/>
            </a:pPr>
            <a:endParaRPr lang="en-US" sz="1400" dirty="0">
              <a:solidFill>
                <a:srgbClr val="4B5258"/>
              </a:solidFill>
              <a:latin typeface="+mn-lt"/>
              <a:ea typeface="Roboto Medium" panose="02000000000000000000" pitchFamily="2" charset="0"/>
              <a:cs typeface="Arial" panose="020B0604020202020204" pitchFamily="34" charset="0"/>
            </a:endParaRPr>
          </a:p>
          <a:p>
            <a:endParaRPr lang="en-US" sz="1400" dirty="0">
              <a:solidFill>
                <a:srgbClr val="4B5258"/>
              </a:solidFill>
              <a:latin typeface="+mn-lt"/>
              <a:ea typeface="Roboto Medium" panose="02000000000000000000" pitchFamily="2" charset="0"/>
              <a:cs typeface="Arial" panose="020B0604020202020204" pitchFamily="34" charset="0"/>
            </a:endParaRPr>
          </a:p>
        </p:txBody>
      </p:sp>
      <p:pic>
        <p:nvPicPr>
          <p:cNvPr id="28" name="Picture 27">
            <a:extLst>
              <a:ext uri="{FF2B5EF4-FFF2-40B4-BE49-F238E27FC236}">
                <a16:creationId xmlns:a16="http://schemas.microsoft.com/office/drawing/2014/main" id="{C3A5ACB6-BB28-A3F7-4085-28E43305F718}"/>
              </a:ext>
            </a:extLst>
          </p:cNvPr>
          <p:cNvPicPr>
            <a:picLocks noChangeAspect="1"/>
          </p:cNvPicPr>
          <p:nvPr/>
        </p:nvPicPr>
        <p:blipFill>
          <a:blip r:embed="rId3"/>
          <a:stretch>
            <a:fillRect/>
          </a:stretch>
        </p:blipFill>
        <p:spPr>
          <a:xfrm>
            <a:off x="8401100" y="2386470"/>
            <a:ext cx="3364967" cy="2461799"/>
          </a:xfrm>
          <a:prstGeom prst="rect">
            <a:avLst/>
          </a:prstGeom>
        </p:spPr>
      </p:pic>
      <p:sp>
        <p:nvSpPr>
          <p:cNvPr id="29" name="TextBox 6">
            <a:extLst>
              <a:ext uri="{FF2B5EF4-FFF2-40B4-BE49-F238E27FC236}">
                <a16:creationId xmlns:a16="http://schemas.microsoft.com/office/drawing/2014/main" id="{0B088DF3-8FDF-05A1-EC95-F325AE6D9A04}"/>
              </a:ext>
            </a:extLst>
          </p:cNvPr>
          <p:cNvSpPr txBox="1"/>
          <p:nvPr/>
        </p:nvSpPr>
        <p:spPr>
          <a:xfrm>
            <a:off x="8837669" y="4954752"/>
            <a:ext cx="2434320" cy="261610"/>
          </a:xfrm>
          <a:prstGeom prst="rect">
            <a:avLst/>
          </a:prstGeom>
          <a:noFill/>
          <a:ln w="12700">
            <a:solidFill>
              <a:srgbClr val="000000"/>
            </a:solidFill>
          </a:ln>
        </p:spPr>
        <p:txBody>
          <a:bodyPr wrap="square" rtlCol="0">
            <a:spAutoFit/>
          </a:bodyPr>
          <a:lstStyle>
            <a:defPPr>
              <a:defRPr lang="en-US"/>
            </a:defPPr>
            <a:lvl1pPr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1pPr>
            <a:lvl2pPr marL="370130" indent="-137176"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2pPr>
            <a:lvl3pPr marL="741072" indent="-277598"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3pPr>
            <a:lvl4pPr marL="1112826" indent="-417208"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4pPr>
            <a:lvl5pPr marL="1484579" indent="-556007"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5pPr>
            <a:lvl6pPr marL="1168832"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6pPr>
            <a:lvl7pPr marL="1402598"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7pPr>
            <a:lvl8pPr marL="1636365"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8pPr>
            <a:lvl9pPr marL="1870131"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9pPr>
          </a:lstStyle>
          <a:p>
            <a:pPr algn="ctr"/>
            <a:r>
              <a:rPr lang="en-US" sz="1100" dirty="0">
                <a:solidFill>
                  <a:schemeClr val="accent2"/>
                </a:solidFill>
                <a:latin typeface="+mj-lt"/>
                <a:cs typeface="Arial" panose="020B0604020202020204" pitchFamily="34" charset="0"/>
              </a:rPr>
              <a:t>Frunk:  Audi R8 Gen 2</a:t>
            </a:r>
            <a:endParaRPr lang="en-US" sz="1100" dirty="0">
              <a:solidFill>
                <a:schemeClr val="accent2"/>
              </a:solidFill>
            </a:endParaRPr>
          </a:p>
        </p:txBody>
      </p:sp>
      <p:sp>
        <p:nvSpPr>
          <p:cNvPr id="30" name="Oval 29">
            <a:extLst>
              <a:ext uri="{FF2B5EF4-FFF2-40B4-BE49-F238E27FC236}">
                <a16:creationId xmlns:a16="http://schemas.microsoft.com/office/drawing/2014/main" id="{F7CF14BC-9705-C567-2C31-6149237129BE}"/>
              </a:ext>
            </a:extLst>
          </p:cNvPr>
          <p:cNvSpPr/>
          <p:nvPr/>
        </p:nvSpPr>
        <p:spPr>
          <a:xfrm>
            <a:off x="10309774" y="3771228"/>
            <a:ext cx="299478" cy="340854"/>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1" name="Straight Arrow Connector 30">
            <a:extLst>
              <a:ext uri="{FF2B5EF4-FFF2-40B4-BE49-F238E27FC236}">
                <a16:creationId xmlns:a16="http://schemas.microsoft.com/office/drawing/2014/main" id="{371CDEAC-713D-2F8B-CE3D-B9220A7D7F88}"/>
              </a:ext>
            </a:extLst>
          </p:cNvPr>
          <p:cNvCxnSpPr>
            <a:cxnSpLocks/>
            <a:endCxn id="30" idx="2"/>
          </p:cNvCxnSpPr>
          <p:nvPr/>
        </p:nvCxnSpPr>
        <p:spPr>
          <a:xfrm>
            <a:off x="7976102" y="3456159"/>
            <a:ext cx="2333672" cy="48549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75889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C3DE5A77-287F-8017-41E5-58224AE6B443}"/>
              </a:ext>
            </a:extLst>
          </p:cNvPr>
          <p:cNvSpPr>
            <a:spLocks noGrp="1"/>
          </p:cNvSpPr>
          <p:nvPr>
            <p:ph type="sldNum" sz="quarter" idx="10"/>
          </p:nvPr>
        </p:nvSpPr>
        <p:spPr>
          <a:xfrm>
            <a:off x="3" y="6356352"/>
            <a:ext cx="491300" cy="365125"/>
          </a:xfrm>
        </p:spPr>
        <p:txBody>
          <a:bodyPr/>
          <a:lstStyle/>
          <a:p>
            <a:fld id="{C4B1DB5C-CBD1-46F1-83D6-F5AA23577CB7}" type="slidenum">
              <a:rPr lang="en-GB" smtClean="0"/>
              <a:pPr/>
              <a:t>8</a:t>
            </a:fld>
            <a:endParaRPr lang="en-GB"/>
          </a:p>
        </p:txBody>
      </p:sp>
      <p:sp>
        <p:nvSpPr>
          <p:cNvPr id="2" name="Title 1">
            <a:extLst>
              <a:ext uri="{FF2B5EF4-FFF2-40B4-BE49-F238E27FC236}">
                <a16:creationId xmlns:a16="http://schemas.microsoft.com/office/drawing/2014/main" id="{4203E08C-DDB1-784F-5549-E9880ED838AE}"/>
              </a:ext>
            </a:extLst>
          </p:cNvPr>
          <p:cNvSpPr txBox="1">
            <a:spLocks/>
          </p:cNvSpPr>
          <p:nvPr/>
        </p:nvSpPr>
        <p:spPr>
          <a:xfrm>
            <a:off x="183471" y="776825"/>
            <a:ext cx="9144000" cy="439388"/>
          </a:xfrm>
          <a:prstGeom prst="rect">
            <a:avLst/>
          </a:prstGeom>
        </p:spPr>
        <p:txBody>
          <a:bodyPr vert="horz" lIns="91440" tIns="45720" rIns="91440" bIns="45720" rtlCol="0" anchor="t" anchorCtr="0">
            <a:noAutofit/>
          </a:bodyPr>
          <a:lstStyle>
            <a:defPPr>
              <a:defRPr lang="en-US"/>
            </a:defPPr>
            <a:lvl1pPr algn="l" rtl="0" eaLnBrk="0" fontAlgn="base" hangingPunct="0">
              <a:lnSpc>
                <a:spcPct val="90000"/>
              </a:lnSpc>
              <a:spcBef>
                <a:spcPct val="0"/>
              </a:spcBef>
              <a:spcAft>
                <a:spcPct val="0"/>
              </a:spcAft>
              <a:defRPr sz="2400" b="1" i="0" kern="1200" cap="all" baseline="0">
                <a:solidFill>
                  <a:srgbClr val="F79633"/>
                </a:solidFill>
                <a:latin typeface="Arial" charset="0"/>
                <a:ea typeface="Arial" charset="0"/>
                <a:cs typeface="Arial" charset="0"/>
              </a:defRPr>
            </a:lvl1pPr>
            <a:lvl2pPr marL="370130" indent="-137176" algn="l" rtl="0" eaLnBrk="0" fontAlgn="base" hangingPunct="0">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2pPr>
            <a:lvl3pPr marL="741072" indent="-277598" algn="l" rtl="0" eaLnBrk="0" fontAlgn="base" hangingPunct="0">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3pPr>
            <a:lvl4pPr marL="1112826" indent="-417208" algn="l" rtl="0" eaLnBrk="0" fontAlgn="base" hangingPunct="0">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4pPr>
            <a:lvl5pPr marL="1484579" indent="-556007" algn="l" rtl="0" eaLnBrk="0" fontAlgn="base" hangingPunct="0">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5pPr>
            <a:lvl6pPr marL="233778" algn="l" defTabSz="467533" rtl="0" eaLnBrk="1" fontAlgn="base" latinLnBrk="0" hangingPunct="1">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6pPr>
            <a:lvl7pPr marL="467558" algn="l" defTabSz="467533" rtl="0" eaLnBrk="1" fontAlgn="base" latinLnBrk="0" hangingPunct="1">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7pPr>
            <a:lvl8pPr marL="701333" algn="l" defTabSz="467533" rtl="0" eaLnBrk="1" fontAlgn="base" latinLnBrk="0" hangingPunct="1">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8pPr>
            <a:lvl9pPr marL="935114" algn="l" defTabSz="467533" rtl="0" eaLnBrk="1" fontAlgn="base" latinLnBrk="0" hangingPunct="1">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9pPr>
          </a:lstStyle>
          <a:p>
            <a:r>
              <a:rPr lang="en-US" sz="1800" dirty="0">
                <a:latin typeface="+mj-lt"/>
              </a:rPr>
              <a:t>REQUIREMENTS</a:t>
            </a:r>
          </a:p>
          <a:p>
            <a:endParaRPr lang="en-US" sz="1800" dirty="0">
              <a:solidFill>
                <a:srgbClr val="FF0000"/>
              </a:solidFill>
            </a:endParaRPr>
          </a:p>
        </p:txBody>
      </p:sp>
      <p:sp>
        <p:nvSpPr>
          <p:cNvPr id="11" name="TextBox 4">
            <a:extLst>
              <a:ext uri="{FF2B5EF4-FFF2-40B4-BE49-F238E27FC236}">
                <a16:creationId xmlns:a16="http://schemas.microsoft.com/office/drawing/2014/main" id="{7513BF0D-8E73-3636-6373-56A81ED4A675}"/>
              </a:ext>
            </a:extLst>
          </p:cNvPr>
          <p:cNvSpPr txBox="1"/>
          <p:nvPr/>
        </p:nvSpPr>
        <p:spPr>
          <a:xfrm>
            <a:off x="183471" y="1296530"/>
            <a:ext cx="11588319" cy="5570756"/>
          </a:xfrm>
          <a:prstGeom prst="rect">
            <a:avLst/>
          </a:prstGeom>
        </p:spPr>
        <p:txBody>
          <a:bodyPr wrap="square" rtlCol="0">
            <a:spAutoFit/>
          </a:bodyPr>
          <a:lstStyle>
            <a:defPPr>
              <a:defRPr lang="en-US"/>
            </a:defPPr>
            <a:lvl1pPr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1pPr>
            <a:lvl2pPr marL="370130" indent="-137176"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2pPr>
            <a:lvl3pPr marL="741072" indent="-277598"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3pPr>
            <a:lvl4pPr marL="1112826" indent="-417208"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4pPr>
            <a:lvl5pPr marL="1484579" indent="-556007"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5pPr>
            <a:lvl6pPr marL="1168832"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6pPr>
            <a:lvl7pPr marL="1402598"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7pPr>
            <a:lvl8pPr marL="1636365"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8pPr>
            <a:lvl9pPr marL="1870131"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9pPr>
          </a:lstStyle>
          <a:p>
            <a:r>
              <a:rPr lang="en-US" sz="1200" b="1" dirty="0">
                <a:solidFill>
                  <a:srgbClr val="4B5258"/>
                </a:solidFill>
                <a:latin typeface="+mn-lt"/>
                <a:ea typeface="Roboto Medium" panose="02000000000000000000" pitchFamily="2" charset="0"/>
                <a:cs typeface="Arial" panose="020B0604020202020204" pitchFamily="34" charset="0"/>
              </a:rPr>
              <a:t>Storage Space: </a:t>
            </a:r>
          </a:p>
          <a:p>
            <a:r>
              <a:rPr lang="en-US" sz="1200" dirty="0">
                <a:solidFill>
                  <a:srgbClr val="4B5258"/>
                </a:solidFill>
                <a:latin typeface="+mn-lt"/>
                <a:ea typeface="Roboto Medium" panose="02000000000000000000" pitchFamily="2" charset="0"/>
                <a:cs typeface="Arial" panose="020B0604020202020204" pitchFamily="34" charset="0"/>
              </a:rPr>
              <a:t>Design a dedicated storage compartment within the vehicle for charging cables that ensures easy accessibility, protects the cables from damage, and prevents tangling during storage and retrieval. Consideration of human factors is essential to enhance usability and convenience.</a:t>
            </a:r>
          </a:p>
          <a:p>
            <a:endParaRPr lang="en-US" sz="1200" dirty="0">
              <a:solidFill>
                <a:srgbClr val="4B5258"/>
              </a:solidFill>
              <a:latin typeface="+mn-lt"/>
              <a:ea typeface="Roboto Medium" panose="02000000000000000000" pitchFamily="2" charset="0"/>
              <a:cs typeface="Arial" panose="020B0604020202020204" pitchFamily="34" charset="0"/>
            </a:endParaRPr>
          </a:p>
          <a:p>
            <a:r>
              <a:rPr lang="en-US" sz="1200" b="1" dirty="0">
                <a:solidFill>
                  <a:srgbClr val="4B5258"/>
                </a:solidFill>
                <a:latin typeface="+mn-lt"/>
                <a:ea typeface="Roboto Medium" panose="02000000000000000000" pitchFamily="2" charset="0"/>
                <a:cs typeface="Arial" panose="020B0604020202020204" pitchFamily="34" charset="0"/>
              </a:rPr>
              <a:t>Seal Requirements: </a:t>
            </a:r>
          </a:p>
          <a:p>
            <a:r>
              <a:rPr lang="en-US" sz="1200" dirty="0">
                <a:solidFill>
                  <a:srgbClr val="4B5258"/>
                </a:solidFill>
                <a:latin typeface="+mn-lt"/>
                <a:ea typeface="Roboto Medium" panose="02000000000000000000" pitchFamily="2" charset="0"/>
                <a:cs typeface="Arial" panose="020B0604020202020204" pitchFamily="34" charset="0"/>
              </a:rPr>
              <a:t>Seal must be watertight to ensure protection against water ingress, dirt ingress over time and meet industry standards for competitiveness with other automotive brands.</a:t>
            </a:r>
          </a:p>
          <a:p>
            <a:endParaRPr lang="en-US" sz="1200" dirty="0">
              <a:solidFill>
                <a:srgbClr val="4B5258"/>
              </a:solidFill>
              <a:latin typeface="+mn-lt"/>
              <a:ea typeface="Roboto Medium" panose="02000000000000000000" pitchFamily="2" charset="0"/>
              <a:cs typeface="Arial" panose="020B0604020202020204" pitchFamily="34" charset="0"/>
            </a:endParaRPr>
          </a:p>
          <a:p>
            <a:r>
              <a:rPr lang="en-US" sz="1200" b="1" dirty="0">
                <a:solidFill>
                  <a:srgbClr val="4B5258"/>
                </a:solidFill>
                <a:latin typeface="+mn-lt"/>
                <a:ea typeface="Roboto Medium" panose="02000000000000000000" pitchFamily="2" charset="0"/>
                <a:cs typeface="Arial" panose="020B0604020202020204" pitchFamily="34" charset="0"/>
              </a:rPr>
              <a:t>Carpet Requirements</a:t>
            </a:r>
            <a:r>
              <a:rPr lang="en-US" sz="1200" dirty="0">
                <a:solidFill>
                  <a:srgbClr val="4B5258"/>
                </a:solidFill>
                <a:latin typeface="+mn-lt"/>
                <a:ea typeface="Roboto Medium" panose="02000000000000000000" pitchFamily="2" charset="0"/>
                <a:cs typeface="Arial" panose="020B0604020202020204" pitchFamily="34" charset="0"/>
              </a:rPr>
              <a:t>:  </a:t>
            </a:r>
          </a:p>
          <a:p>
            <a:r>
              <a:rPr lang="en-US" sz="1200" dirty="0">
                <a:solidFill>
                  <a:srgbClr val="4B5258"/>
                </a:solidFill>
                <a:latin typeface="+mn-lt"/>
                <a:ea typeface="Roboto Medium" panose="02000000000000000000" pitchFamily="2" charset="0"/>
                <a:cs typeface="Arial" panose="020B0604020202020204" pitchFamily="34" charset="0"/>
              </a:rPr>
              <a:t>Carpet material, finish and fit must meet or exceed the quality standards of premium segment vehicles to remain competitive with other high-end offerings. The carpet must be dark in color to maintain a premium appearance and conceal dirt or wear.</a:t>
            </a:r>
          </a:p>
          <a:p>
            <a:endParaRPr lang="en-US" sz="1200" dirty="0">
              <a:solidFill>
                <a:srgbClr val="4B5258"/>
              </a:solidFill>
              <a:latin typeface="+mn-lt"/>
              <a:ea typeface="Roboto Medium" panose="02000000000000000000" pitchFamily="2" charset="0"/>
              <a:cs typeface="Arial" panose="020B0604020202020204" pitchFamily="34" charset="0"/>
            </a:endParaRPr>
          </a:p>
          <a:p>
            <a:r>
              <a:rPr lang="en-US" sz="1200" b="1" dirty="0">
                <a:solidFill>
                  <a:srgbClr val="4B5258"/>
                </a:solidFill>
                <a:ea typeface="Roboto Medium" panose="02000000000000000000" pitchFamily="2" charset="0"/>
                <a:cs typeface="Arial" panose="020B0604020202020204" pitchFamily="34" charset="0"/>
              </a:rPr>
              <a:t>Heat resistance from motor:</a:t>
            </a:r>
          </a:p>
          <a:p>
            <a:r>
              <a:rPr lang="en-US" sz="1200" dirty="0">
                <a:solidFill>
                  <a:srgbClr val="4B5258"/>
                </a:solidFill>
                <a:ea typeface="Roboto Medium" panose="02000000000000000000" pitchFamily="2" charset="0"/>
                <a:cs typeface="Arial" panose="020B0604020202020204" pitchFamily="34" charset="0"/>
              </a:rPr>
              <a:t>The frunk compartment must be thermally insulated from adjacent heat- generating components such as the motor, inverter or power electronics. Materials and design must prevent heat transfer that could raise frunk temperatures beyond acceptable limit, ensuring safety, durability and protection of stored items under all operating conditions.</a:t>
            </a:r>
          </a:p>
          <a:p>
            <a:endParaRPr lang="en-US" sz="1200" b="1" dirty="0">
              <a:solidFill>
                <a:srgbClr val="4B5258"/>
              </a:solidFill>
              <a:ea typeface="Roboto Medium" panose="02000000000000000000" pitchFamily="2" charset="0"/>
              <a:cs typeface="Arial" panose="020B0604020202020204" pitchFamily="34" charset="0"/>
            </a:endParaRPr>
          </a:p>
          <a:p>
            <a:r>
              <a:rPr lang="en-US" sz="1200" b="1" dirty="0">
                <a:solidFill>
                  <a:srgbClr val="4B5258"/>
                </a:solidFill>
                <a:ea typeface="Roboto Medium" panose="02000000000000000000" pitchFamily="2" charset="0"/>
                <a:cs typeface="Arial" panose="020B0604020202020204" pitchFamily="34" charset="0"/>
              </a:rPr>
              <a:t>Bonnet Interface:</a:t>
            </a:r>
          </a:p>
          <a:p>
            <a:r>
              <a:rPr lang="en-US" sz="1200" b="1" dirty="0">
                <a:solidFill>
                  <a:srgbClr val="4B5258"/>
                </a:solidFill>
                <a:ea typeface="Roboto Medium" panose="02000000000000000000" pitchFamily="2" charset="0"/>
                <a:cs typeface="Arial" panose="020B0604020202020204" pitchFamily="34" charset="0"/>
              </a:rPr>
              <a:t> </a:t>
            </a:r>
            <a:r>
              <a:rPr lang="en-US" sz="1200" dirty="0">
                <a:solidFill>
                  <a:srgbClr val="4B5258"/>
                </a:solidFill>
                <a:ea typeface="Roboto Medium" panose="02000000000000000000" pitchFamily="2" charset="0"/>
                <a:cs typeface="Arial" panose="020B0604020202020204" pitchFamily="34" charset="0"/>
              </a:rPr>
              <a:t>The frunk must interface seamlessly with the bonnet, ensuring uniform gap and flushness, effective sealing against water and dust ingress, and structural compatibility  with latch, hinges and support components. The interface should also support NVH performance and meet exterior fit and finish standards.</a:t>
            </a:r>
          </a:p>
          <a:p>
            <a:endParaRPr lang="en-US" sz="1200" dirty="0">
              <a:solidFill>
                <a:srgbClr val="4B5258"/>
              </a:solidFill>
              <a:ea typeface="Roboto Medium" panose="02000000000000000000" pitchFamily="2" charset="0"/>
              <a:cs typeface="Arial" panose="020B0604020202020204" pitchFamily="34" charset="0"/>
            </a:endParaRPr>
          </a:p>
          <a:p>
            <a:r>
              <a:rPr lang="en-US" sz="1200" b="1" dirty="0">
                <a:solidFill>
                  <a:srgbClr val="4B5258"/>
                </a:solidFill>
                <a:ea typeface="Roboto Medium" panose="02000000000000000000" pitchFamily="2" charset="0"/>
                <a:cs typeface="Arial" panose="020B0604020202020204" pitchFamily="34" charset="0"/>
              </a:rPr>
              <a:t>Minimum radius of Seal:</a:t>
            </a:r>
          </a:p>
          <a:p>
            <a:r>
              <a:rPr lang="en-US" sz="1200" dirty="0">
                <a:solidFill>
                  <a:srgbClr val="4B5258"/>
                </a:solidFill>
                <a:ea typeface="Roboto Medium" panose="02000000000000000000" pitchFamily="2" charset="0"/>
                <a:cs typeface="Arial" panose="020B0604020202020204" pitchFamily="34" charset="0"/>
              </a:rPr>
              <a:t>The frunk seal must have a minimum bend radius of ≥ 100 mm to ensure consistent compression, long term sealing performance, and resistance to material fatigue. The seal geometry should be compatible with manufacturing and tooling limitations, avoiding sharp corners or tight radii that could lead to tearing, poor fitment, or increased tooling wear.</a:t>
            </a:r>
            <a:endParaRPr lang="en-US" sz="1200" b="1" dirty="0">
              <a:solidFill>
                <a:srgbClr val="4B5258"/>
              </a:solidFill>
              <a:ea typeface="Roboto Medium" panose="02000000000000000000" pitchFamily="2" charset="0"/>
              <a:cs typeface="Arial" panose="020B0604020202020204" pitchFamily="34" charset="0"/>
            </a:endParaRPr>
          </a:p>
          <a:p>
            <a:endParaRPr lang="en-US" sz="1400" dirty="0">
              <a:solidFill>
                <a:srgbClr val="4B5258"/>
              </a:solidFill>
              <a:latin typeface="+mn-lt"/>
              <a:ea typeface="Roboto Medium" panose="02000000000000000000" pitchFamily="2" charset="0"/>
              <a:cs typeface="Arial" panose="020B0604020202020204" pitchFamily="34" charset="0"/>
            </a:endParaRPr>
          </a:p>
          <a:p>
            <a:pPr marL="171450" indent="-171450">
              <a:buFont typeface="Arial" panose="020B0604020202020204" pitchFamily="34" charset="0"/>
              <a:buChar char="•"/>
            </a:pPr>
            <a:endParaRPr lang="en-US" sz="1400" dirty="0">
              <a:solidFill>
                <a:srgbClr val="4B5258"/>
              </a:solidFill>
              <a:latin typeface="+mn-lt"/>
              <a:ea typeface="Roboto Medium" panose="02000000000000000000" pitchFamily="2" charset="0"/>
              <a:cs typeface="Arial" panose="020B0604020202020204" pitchFamily="34" charset="0"/>
            </a:endParaRPr>
          </a:p>
          <a:p>
            <a:pPr marL="171450" indent="-171450">
              <a:buFont typeface="Arial" panose="020B0604020202020204" pitchFamily="34" charset="0"/>
              <a:buChar char="•"/>
            </a:pPr>
            <a:endParaRPr lang="en-US" sz="1400" dirty="0">
              <a:solidFill>
                <a:srgbClr val="4B5258"/>
              </a:solidFill>
              <a:ea typeface="Roboto Medium" panose="02000000000000000000" pitchFamily="2" charset="0"/>
              <a:cs typeface="Arial" panose="020B0604020202020204" pitchFamily="34" charset="0"/>
            </a:endParaRPr>
          </a:p>
          <a:p>
            <a:pPr marL="171450" indent="-171450" algn="just">
              <a:buFont typeface="Arial" panose="020B0604020202020204" pitchFamily="34" charset="0"/>
              <a:buChar char="•"/>
            </a:pPr>
            <a:endParaRPr lang="en-IN" sz="1400" dirty="0">
              <a:solidFill>
                <a:srgbClr val="4B5258"/>
              </a:solidFill>
              <a:ea typeface="Roboto Medium" panose="02000000000000000000" pitchFamily="2" charset="0"/>
              <a:cs typeface="Arial" panose="020B0604020202020204" pitchFamily="34" charset="0"/>
            </a:endParaRPr>
          </a:p>
        </p:txBody>
      </p:sp>
    </p:spTree>
    <p:extLst>
      <p:ext uri="{BB962C8B-B14F-4D97-AF65-F5344CB8AC3E}">
        <p14:creationId xmlns:p14="http://schemas.microsoft.com/office/powerpoint/2010/main" val="39998521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757291-0459-98D0-5EC6-E9A3FCC543EB}"/>
            </a:ext>
          </a:extLst>
        </p:cNvPr>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E904AD93-E4FC-F725-303C-1105F40F7190}"/>
              </a:ext>
            </a:extLst>
          </p:cNvPr>
          <p:cNvSpPr>
            <a:spLocks noGrp="1"/>
          </p:cNvSpPr>
          <p:nvPr>
            <p:ph type="sldNum" sz="quarter" idx="10"/>
          </p:nvPr>
        </p:nvSpPr>
        <p:spPr>
          <a:xfrm>
            <a:off x="3" y="6356352"/>
            <a:ext cx="491300" cy="365125"/>
          </a:xfrm>
        </p:spPr>
        <p:txBody>
          <a:bodyPr/>
          <a:lstStyle/>
          <a:p>
            <a:fld id="{C4B1DB5C-CBD1-46F1-83D6-F5AA23577CB7}" type="slidenum">
              <a:rPr lang="en-GB" smtClean="0"/>
              <a:pPr/>
              <a:t>9</a:t>
            </a:fld>
            <a:endParaRPr lang="en-GB"/>
          </a:p>
        </p:txBody>
      </p:sp>
      <p:sp>
        <p:nvSpPr>
          <p:cNvPr id="19" name="TextBox 17">
            <a:extLst>
              <a:ext uri="{FF2B5EF4-FFF2-40B4-BE49-F238E27FC236}">
                <a16:creationId xmlns:a16="http://schemas.microsoft.com/office/drawing/2014/main" id="{53A1C996-F3BE-4EC9-3721-2A99CD1CA3E0}"/>
              </a:ext>
            </a:extLst>
          </p:cNvPr>
          <p:cNvSpPr txBox="1"/>
          <p:nvPr/>
        </p:nvSpPr>
        <p:spPr>
          <a:xfrm>
            <a:off x="245653" y="1216213"/>
            <a:ext cx="8346086" cy="1678665"/>
          </a:xfrm>
          <a:prstGeom prst="rect">
            <a:avLst/>
          </a:prstGeom>
        </p:spPr>
        <p:txBody>
          <a:bodyPr wrap="square" rtlCol="0">
            <a:spAutoFit/>
          </a:bodyPr>
          <a:lstStyle>
            <a:defPPr>
              <a:defRPr lang="en-US"/>
            </a:defPPr>
            <a:lvl1pPr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1pPr>
            <a:lvl2pPr marL="370130" indent="-137176"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2pPr>
            <a:lvl3pPr marL="741072" indent="-277598"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3pPr>
            <a:lvl4pPr marL="1112826" indent="-417208"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4pPr>
            <a:lvl5pPr marL="1484579" indent="-556007"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5pPr>
            <a:lvl6pPr marL="1168832"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6pPr>
            <a:lvl7pPr marL="1402598"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7pPr>
            <a:lvl8pPr marL="1636365"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8pPr>
            <a:lvl9pPr marL="1870131"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9pPr>
          </a:lstStyle>
          <a:p>
            <a:pPr>
              <a:lnSpc>
                <a:spcPct val="150000"/>
              </a:lnSpc>
            </a:pPr>
            <a:r>
              <a:rPr lang="en-IN" sz="1400" b="1" dirty="0">
                <a:solidFill>
                  <a:srgbClr val="4B5258"/>
                </a:solidFill>
                <a:latin typeface="+mn-lt"/>
                <a:ea typeface="Roboto Medium" panose="02000000000000000000" pitchFamily="2" charset="0"/>
                <a:cs typeface="Arial" panose="020B0604020202020204" pitchFamily="34" charset="0"/>
              </a:rPr>
              <a:t>General clearances with surrounding parts:</a:t>
            </a:r>
          </a:p>
          <a:p>
            <a:pPr>
              <a:lnSpc>
                <a:spcPct val="150000"/>
              </a:lnSpc>
            </a:pPr>
            <a:endParaRPr lang="en-IN" sz="1400" dirty="0">
              <a:solidFill>
                <a:srgbClr val="4B5258"/>
              </a:solidFill>
              <a:latin typeface="+mn-lt"/>
              <a:ea typeface="Roboto Medium" panose="02000000000000000000" pitchFamily="2" charset="0"/>
              <a:cs typeface="Arial" panose="020B0604020202020204" pitchFamily="34" charset="0"/>
            </a:endParaRPr>
          </a:p>
          <a:p>
            <a:pPr marL="285750" indent="-285750">
              <a:lnSpc>
                <a:spcPct val="150000"/>
              </a:lnSpc>
              <a:buFont typeface="Arial" panose="020B0604020202020204" pitchFamily="34" charset="0"/>
              <a:buChar char="•"/>
            </a:pPr>
            <a:r>
              <a:rPr lang="en-US" sz="1400" dirty="0">
                <a:solidFill>
                  <a:srgbClr val="4B5258"/>
                </a:solidFill>
                <a:latin typeface="+mn-lt"/>
                <a:ea typeface="Roboto Medium" panose="02000000000000000000" pitchFamily="2" charset="0"/>
                <a:cs typeface="Arial" panose="020B0604020202020204" pitchFamily="34" charset="0"/>
              </a:rPr>
              <a:t>Wire harness clearance with Frunk minimum 6mm.</a:t>
            </a:r>
          </a:p>
          <a:p>
            <a:pPr marL="285750" indent="-285750">
              <a:lnSpc>
                <a:spcPct val="150000"/>
              </a:lnSpc>
              <a:buFont typeface="Arial" panose="020B0604020202020204" pitchFamily="34" charset="0"/>
              <a:buChar char="•"/>
            </a:pPr>
            <a:r>
              <a:rPr lang="en-US" sz="1400" dirty="0">
                <a:solidFill>
                  <a:srgbClr val="4B5258"/>
                </a:solidFill>
                <a:latin typeface="+mn-lt"/>
                <a:ea typeface="Roboto Medium" panose="02000000000000000000" pitchFamily="2" charset="0"/>
                <a:cs typeface="Arial" panose="020B0604020202020204" pitchFamily="34" charset="0"/>
              </a:rPr>
              <a:t>Kinetic pipes, D gas tank, Brace bracket, Fastner etc. clearance with Frunk minimum 10mm.</a:t>
            </a:r>
          </a:p>
          <a:p>
            <a:pPr marL="285750" indent="-285750">
              <a:lnSpc>
                <a:spcPct val="150000"/>
              </a:lnSpc>
              <a:buFont typeface="Arial" panose="020B0604020202020204" pitchFamily="34" charset="0"/>
              <a:buChar char="•"/>
            </a:pPr>
            <a:r>
              <a:rPr lang="en-US" sz="1400" dirty="0">
                <a:solidFill>
                  <a:srgbClr val="4B5258"/>
                </a:solidFill>
                <a:latin typeface="+mn-lt"/>
                <a:ea typeface="Roboto Medium" panose="02000000000000000000" pitchFamily="2" charset="0"/>
                <a:cs typeface="Arial" panose="020B0604020202020204" pitchFamily="34" charset="0"/>
              </a:rPr>
              <a:t>Bonnet inner min. 25mm</a:t>
            </a:r>
          </a:p>
        </p:txBody>
      </p:sp>
      <p:sp>
        <p:nvSpPr>
          <p:cNvPr id="2" name="Title 1">
            <a:extLst>
              <a:ext uri="{FF2B5EF4-FFF2-40B4-BE49-F238E27FC236}">
                <a16:creationId xmlns:a16="http://schemas.microsoft.com/office/drawing/2014/main" id="{AA7E5D3B-5CCB-FF1B-9AD6-0CCFE9875484}"/>
              </a:ext>
            </a:extLst>
          </p:cNvPr>
          <p:cNvSpPr txBox="1">
            <a:spLocks/>
          </p:cNvSpPr>
          <p:nvPr/>
        </p:nvSpPr>
        <p:spPr>
          <a:xfrm>
            <a:off x="183471" y="776825"/>
            <a:ext cx="9144000" cy="439388"/>
          </a:xfrm>
          <a:prstGeom prst="rect">
            <a:avLst/>
          </a:prstGeom>
        </p:spPr>
        <p:txBody>
          <a:bodyPr vert="horz" lIns="91440" tIns="45720" rIns="91440" bIns="45720" rtlCol="0" anchor="t" anchorCtr="0">
            <a:noAutofit/>
          </a:bodyPr>
          <a:lstStyle>
            <a:defPPr>
              <a:defRPr lang="en-US"/>
            </a:defPPr>
            <a:lvl1pPr algn="l" rtl="0" eaLnBrk="0" fontAlgn="base" hangingPunct="0">
              <a:lnSpc>
                <a:spcPct val="90000"/>
              </a:lnSpc>
              <a:spcBef>
                <a:spcPct val="0"/>
              </a:spcBef>
              <a:spcAft>
                <a:spcPct val="0"/>
              </a:spcAft>
              <a:defRPr sz="2400" b="1" i="0" kern="1200" cap="all" baseline="0">
                <a:solidFill>
                  <a:srgbClr val="F79633"/>
                </a:solidFill>
                <a:latin typeface="Arial" charset="0"/>
                <a:ea typeface="Arial" charset="0"/>
                <a:cs typeface="Arial" charset="0"/>
              </a:defRPr>
            </a:lvl1pPr>
            <a:lvl2pPr marL="370130" indent="-137176" algn="l" rtl="0" eaLnBrk="0" fontAlgn="base" hangingPunct="0">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2pPr>
            <a:lvl3pPr marL="741072" indent="-277598" algn="l" rtl="0" eaLnBrk="0" fontAlgn="base" hangingPunct="0">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3pPr>
            <a:lvl4pPr marL="1112826" indent="-417208" algn="l" rtl="0" eaLnBrk="0" fontAlgn="base" hangingPunct="0">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4pPr>
            <a:lvl5pPr marL="1484579" indent="-556007" algn="l" rtl="0" eaLnBrk="0" fontAlgn="base" hangingPunct="0">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5pPr>
            <a:lvl6pPr marL="233778" algn="l" defTabSz="467533" rtl="0" eaLnBrk="1" fontAlgn="base" latinLnBrk="0" hangingPunct="1">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6pPr>
            <a:lvl7pPr marL="467558" algn="l" defTabSz="467533" rtl="0" eaLnBrk="1" fontAlgn="base" latinLnBrk="0" hangingPunct="1">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7pPr>
            <a:lvl8pPr marL="701333" algn="l" defTabSz="467533" rtl="0" eaLnBrk="1" fontAlgn="base" latinLnBrk="0" hangingPunct="1">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8pPr>
            <a:lvl9pPr marL="935114" algn="l" defTabSz="467533" rtl="0" eaLnBrk="1" fontAlgn="base" latinLnBrk="0" hangingPunct="1">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9pPr>
          </a:lstStyle>
          <a:p>
            <a:r>
              <a:rPr lang="en-US" sz="1800" dirty="0">
                <a:latin typeface="+mj-lt"/>
              </a:rPr>
              <a:t>REQUIREMENTS</a:t>
            </a:r>
          </a:p>
          <a:p>
            <a:endParaRPr lang="en-US" sz="1800" dirty="0">
              <a:solidFill>
                <a:srgbClr val="FF0000"/>
              </a:solidFill>
            </a:endParaRPr>
          </a:p>
        </p:txBody>
      </p:sp>
    </p:spTree>
    <p:extLst>
      <p:ext uri="{BB962C8B-B14F-4D97-AF65-F5344CB8AC3E}">
        <p14:creationId xmlns:p14="http://schemas.microsoft.com/office/powerpoint/2010/main" val="9419976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F6640-90FF-352C-F95D-BBB0606FD26E}"/>
            </a:ext>
          </a:extLst>
        </p:cNvPr>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82C6E4E9-9A11-9235-3D38-66E94E67E29E}"/>
              </a:ext>
            </a:extLst>
          </p:cNvPr>
          <p:cNvSpPr>
            <a:spLocks noGrp="1"/>
          </p:cNvSpPr>
          <p:nvPr>
            <p:ph type="sldNum" sz="quarter" idx="10"/>
          </p:nvPr>
        </p:nvSpPr>
        <p:spPr>
          <a:xfrm>
            <a:off x="3" y="6356352"/>
            <a:ext cx="491300" cy="365125"/>
          </a:xfrm>
        </p:spPr>
        <p:txBody>
          <a:bodyPr/>
          <a:lstStyle/>
          <a:p>
            <a:fld id="{C4B1DB5C-CBD1-46F1-83D6-F5AA23577CB7}" type="slidenum">
              <a:rPr lang="en-GB" smtClean="0"/>
              <a:pPr/>
              <a:t>10</a:t>
            </a:fld>
            <a:endParaRPr lang="en-GB"/>
          </a:p>
        </p:txBody>
      </p:sp>
      <p:sp>
        <p:nvSpPr>
          <p:cNvPr id="8" name="Title 1">
            <a:extLst>
              <a:ext uri="{FF2B5EF4-FFF2-40B4-BE49-F238E27FC236}">
                <a16:creationId xmlns:a16="http://schemas.microsoft.com/office/drawing/2014/main" id="{2DB299B9-2F62-19FE-2199-9DC2F1AC14E0}"/>
              </a:ext>
            </a:extLst>
          </p:cNvPr>
          <p:cNvSpPr txBox="1">
            <a:spLocks/>
          </p:cNvSpPr>
          <p:nvPr/>
        </p:nvSpPr>
        <p:spPr>
          <a:xfrm>
            <a:off x="183471" y="776825"/>
            <a:ext cx="9144000" cy="439388"/>
          </a:xfrm>
          <a:prstGeom prst="rect">
            <a:avLst/>
          </a:prstGeom>
        </p:spPr>
        <p:txBody>
          <a:bodyPr vert="horz" lIns="91440" tIns="45720" rIns="91440" bIns="45720" rtlCol="0" anchor="t" anchorCtr="0">
            <a:noAutofit/>
          </a:bodyPr>
          <a:lstStyle>
            <a:defPPr>
              <a:defRPr lang="en-US"/>
            </a:defPPr>
            <a:lvl1pPr algn="l" rtl="0" eaLnBrk="0" fontAlgn="base" hangingPunct="0">
              <a:lnSpc>
                <a:spcPct val="90000"/>
              </a:lnSpc>
              <a:spcBef>
                <a:spcPct val="0"/>
              </a:spcBef>
              <a:spcAft>
                <a:spcPct val="0"/>
              </a:spcAft>
              <a:defRPr sz="2400" b="1" i="0" kern="1200" cap="all" baseline="0">
                <a:solidFill>
                  <a:srgbClr val="F79633"/>
                </a:solidFill>
                <a:latin typeface="Arial" charset="0"/>
                <a:ea typeface="Arial" charset="0"/>
                <a:cs typeface="Arial" charset="0"/>
              </a:defRPr>
            </a:lvl1pPr>
            <a:lvl2pPr marL="370130" indent="-137176" algn="l" rtl="0" eaLnBrk="0" fontAlgn="base" hangingPunct="0">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2pPr>
            <a:lvl3pPr marL="741072" indent="-277598" algn="l" rtl="0" eaLnBrk="0" fontAlgn="base" hangingPunct="0">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3pPr>
            <a:lvl4pPr marL="1112826" indent="-417208" algn="l" rtl="0" eaLnBrk="0" fontAlgn="base" hangingPunct="0">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4pPr>
            <a:lvl5pPr marL="1484579" indent="-556007" algn="l" rtl="0" eaLnBrk="0" fontAlgn="base" hangingPunct="0">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5pPr>
            <a:lvl6pPr marL="233778" algn="l" defTabSz="467533" rtl="0" eaLnBrk="1" fontAlgn="base" latinLnBrk="0" hangingPunct="1">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6pPr>
            <a:lvl7pPr marL="467558" algn="l" defTabSz="467533" rtl="0" eaLnBrk="1" fontAlgn="base" latinLnBrk="0" hangingPunct="1">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7pPr>
            <a:lvl8pPr marL="701333" algn="l" defTabSz="467533" rtl="0" eaLnBrk="1" fontAlgn="base" latinLnBrk="0" hangingPunct="1">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8pPr>
            <a:lvl9pPr marL="935114" algn="l" defTabSz="467533" rtl="0" eaLnBrk="1" fontAlgn="base" latinLnBrk="0" hangingPunct="1">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9pPr>
          </a:lstStyle>
          <a:p>
            <a:r>
              <a:rPr lang="en-US" sz="1800" dirty="0">
                <a:latin typeface="+mj-lt"/>
              </a:rPr>
              <a:t>Assembly flight path</a:t>
            </a:r>
            <a:endParaRPr lang="en-US" sz="1800" dirty="0">
              <a:solidFill>
                <a:srgbClr val="FF0000"/>
              </a:solidFill>
              <a:latin typeface="+mj-lt"/>
            </a:endParaRPr>
          </a:p>
        </p:txBody>
      </p:sp>
      <p:sp>
        <p:nvSpPr>
          <p:cNvPr id="4" name="TextBox 17">
            <a:extLst>
              <a:ext uri="{FF2B5EF4-FFF2-40B4-BE49-F238E27FC236}">
                <a16:creationId xmlns:a16="http://schemas.microsoft.com/office/drawing/2014/main" id="{2DAB38C4-27B6-5D8D-0FEA-07FE052B5BAA}"/>
              </a:ext>
            </a:extLst>
          </p:cNvPr>
          <p:cNvSpPr txBox="1"/>
          <p:nvPr/>
        </p:nvSpPr>
        <p:spPr>
          <a:xfrm>
            <a:off x="183471" y="1369146"/>
            <a:ext cx="6090580" cy="4048544"/>
          </a:xfrm>
          <a:prstGeom prst="rect">
            <a:avLst/>
          </a:prstGeom>
        </p:spPr>
        <p:txBody>
          <a:bodyPr wrap="square" rtlCol="0">
            <a:spAutoFit/>
          </a:bodyPr>
          <a:lstStyle>
            <a:defPPr>
              <a:defRPr lang="en-US"/>
            </a:defPPr>
            <a:lvl1pPr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1pPr>
            <a:lvl2pPr marL="370130" indent="-137176"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2pPr>
            <a:lvl3pPr marL="741072" indent="-277598"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3pPr>
            <a:lvl4pPr marL="1112826" indent="-417208"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4pPr>
            <a:lvl5pPr marL="1484579" indent="-556007"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5pPr>
            <a:lvl6pPr marL="1168832"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6pPr>
            <a:lvl7pPr marL="1402598"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7pPr>
            <a:lvl8pPr marL="1636365"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8pPr>
            <a:lvl9pPr marL="1870131"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9pPr>
          </a:lstStyle>
          <a:p>
            <a:r>
              <a:rPr lang="en-IN" sz="1400" b="1" dirty="0">
                <a:solidFill>
                  <a:srgbClr val="4B5258"/>
                </a:solidFill>
                <a:latin typeface="+mn-lt"/>
                <a:ea typeface="Roboto Medium" panose="02000000000000000000" pitchFamily="2" charset="0"/>
                <a:cs typeface="Arial" panose="020B0604020202020204" pitchFamily="34" charset="0"/>
              </a:rPr>
              <a:t>Assembly Sequence of Frunk :</a:t>
            </a:r>
          </a:p>
          <a:p>
            <a:endParaRPr lang="en-US" sz="1400" dirty="0">
              <a:solidFill>
                <a:srgbClr val="4B5258"/>
              </a:solidFill>
              <a:latin typeface="+mn-lt"/>
              <a:ea typeface="Roboto Medium" panose="02000000000000000000" pitchFamily="2" charset="0"/>
              <a:cs typeface="Arial" panose="020B0604020202020204" pitchFamily="34" charset="0"/>
            </a:endParaRPr>
          </a:p>
          <a:p>
            <a:r>
              <a:rPr lang="en-US" sz="1400" b="1" dirty="0">
                <a:solidFill>
                  <a:srgbClr val="4B5258"/>
                </a:solidFill>
                <a:latin typeface="+mn-lt"/>
                <a:ea typeface="Roboto Medium" panose="02000000000000000000" pitchFamily="2" charset="0"/>
                <a:cs typeface="Arial" panose="020B0604020202020204" pitchFamily="34" charset="0"/>
              </a:rPr>
              <a:t>1. Main Mold Preparation </a:t>
            </a:r>
          </a:p>
          <a:p>
            <a:r>
              <a:rPr lang="en-US" sz="1400" dirty="0">
                <a:solidFill>
                  <a:srgbClr val="4B5258"/>
                </a:solidFill>
                <a:latin typeface="+mn-lt"/>
                <a:ea typeface="Roboto Medium" panose="02000000000000000000" pitchFamily="2" charset="0"/>
                <a:cs typeface="Arial" panose="020B0604020202020204" pitchFamily="34" charset="0"/>
              </a:rPr>
              <a:t>The frunk’s plastic or composite shell is cleaned and inspected. Mounting points are checked for proper fitment.</a:t>
            </a:r>
          </a:p>
          <a:p>
            <a:r>
              <a:rPr lang="en-US" sz="1400" b="1" dirty="0">
                <a:solidFill>
                  <a:srgbClr val="4B5258"/>
                </a:solidFill>
                <a:latin typeface="+mn-lt"/>
                <a:ea typeface="Roboto Medium" panose="02000000000000000000" pitchFamily="2" charset="0"/>
                <a:cs typeface="Arial" panose="020B0604020202020204" pitchFamily="34" charset="0"/>
              </a:rPr>
              <a:t>2. Carpet Installation</a:t>
            </a:r>
          </a:p>
          <a:p>
            <a:r>
              <a:rPr lang="en-US" sz="1400" dirty="0">
                <a:solidFill>
                  <a:srgbClr val="4B5258"/>
                </a:solidFill>
                <a:latin typeface="+mn-lt"/>
                <a:ea typeface="Roboto Medium" panose="02000000000000000000" pitchFamily="2" charset="0"/>
                <a:cs typeface="Arial" panose="020B0604020202020204" pitchFamily="34" charset="0"/>
              </a:rPr>
              <a:t>Carpet liner is fixed inside the mold using clips, adhesives, or fasteners. This adds insulation and improves appearance.</a:t>
            </a:r>
          </a:p>
          <a:p>
            <a:r>
              <a:rPr lang="en-US" sz="1400" b="1" dirty="0">
                <a:solidFill>
                  <a:srgbClr val="4B5258"/>
                </a:solidFill>
                <a:latin typeface="+mn-lt"/>
                <a:ea typeface="Roboto Medium" panose="02000000000000000000" pitchFamily="2" charset="0"/>
                <a:cs typeface="Arial" panose="020B0604020202020204" pitchFamily="34" charset="0"/>
              </a:rPr>
              <a:t>3. Seal Assembly  </a:t>
            </a:r>
          </a:p>
          <a:p>
            <a:r>
              <a:rPr lang="en-US" sz="1400" dirty="0">
                <a:solidFill>
                  <a:srgbClr val="4B5258"/>
                </a:solidFill>
                <a:latin typeface="+mn-lt"/>
                <a:ea typeface="Roboto Medium" panose="02000000000000000000" pitchFamily="2" charset="0"/>
                <a:cs typeface="Arial" panose="020B0604020202020204" pitchFamily="34" charset="0"/>
              </a:rPr>
              <a:t>A weatherstrip seal is installed around the mold’s perimeter to prevent water and dust ingress. It may be press-fit or bonded.</a:t>
            </a:r>
          </a:p>
          <a:p>
            <a:r>
              <a:rPr lang="en-US" sz="1400" b="1" dirty="0">
                <a:solidFill>
                  <a:srgbClr val="4B5258"/>
                </a:solidFill>
                <a:latin typeface="+mn-lt"/>
                <a:ea typeface="Roboto Medium" panose="02000000000000000000" pitchFamily="2" charset="0"/>
                <a:cs typeface="Arial" panose="020B0604020202020204" pitchFamily="34" charset="0"/>
              </a:rPr>
              <a:t>4. Frunk Sub-Assembly Completion </a:t>
            </a:r>
          </a:p>
          <a:p>
            <a:r>
              <a:rPr lang="en-US" sz="1400" dirty="0">
                <a:solidFill>
                  <a:srgbClr val="4B5258"/>
                </a:solidFill>
                <a:latin typeface="+mn-lt"/>
                <a:ea typeface="Roboto Medium" panose="02000000000000000000" pitchFamily="2" charset="0"/>
                <a:cs typeface="Arial" panose="020B0604020202020204" pitchFamily="34" charset="0"/>
              </a:rPr>
              <a:t>With carpet and seal in place, the frunk mold becomes a complete sub-assembly.</a:t>
            </a:r>
          </a:p>
          <a:p>
            <a:r>
              <a:rPr lang="en-US" sz="1400" b="1" dirty="0">
                <a:solidFill>
                  <a:srgbClr val="4B5258"/>
                </a:solidFill>
                <a:latin typeface="+mn-lt"/>
                <a:ea typeface="Roboto Medium" panose="02000000000000000000" pitchFamily="2" charset="0"/>
                <a:cs typeface="Arial" panose="020B0604020202020204" pitchFamily="34" charset="0"/>
              </a:rPr>
              <a:t>5. Installation onto BIW</a:t>
            </a:r>
          </a:p>
          <a:p>
            <a:r>
              <a:rPr lang="en-US" sz="1400" dirty="0">
                <a:solidFill>
                  <a:srgbClr val="4B5258"/>
                </a:solidFill>
                <a:latin typeface="+mn-lt"/>
                <a:ea typeface="Roboto Medium" panose="02000000000000000000" pitchFamily="2" charset="0"/>
                <a:cs typeface="Arial" panose="020B0604020202020204" pitchFamily="34" charset="0"/>
              </a:rPr>
              <a:t>The frunk sub-assembly is mounted onto the BIW using bolts, clips, or brackets. Final inspection ensures proper alignment and sealing.</a:t>
            </a:r>
          </a:p>
          <a:p>
            <a:pPr marL="228600" indent="-228600">
              <a:lnSpc>
                <a:spcPct val="150000"/>
              </a:lnSpc>
              <a:buAutoNum type="arabicPeriod"/>
            </a:pPr>
            <a:endParaRPr lang="en-IN" sz="1400" dirty="0">
              <a:solidFill>
                <a:srgbClr val="4B5258"/>
              </a:solidFill>
              <a:latin typeface="+mn-lt"/>
              <a:ea typeface="Roboto Medium" panose="02000000000000000000" pitchFamily="2" charset="0"/>
              <a:cs typeface="Arial" panose="020B0604020202020204" pitchFamily="34" charset="0"/>
            </a:endParaRPr>
          </a:p>
        </p:txBody>
      </p:sp>
      <p:sp>
        <p:nvSpPr>
          <p:cNvPr id="7" name="Right Arrow 11">
            <a:extLst>
              <a:ext uri="{FF2B5EF4-FFF2-40B4-BE49-F238E27FC236}">
                <a16:creationId xmlns:a16="http://schemas.microsoft.com/office/drawing/2014/main" id="{40945F37-2F85-092D-E5EF-0719CD9CFDAE}"/>
              </a:ext>
            </a:extLst>
          </p:cNvPr>
          <p:cNvSpPr/>
          <p:nvPr/>
        </p:nvSpPr>
        <p:spPr>
          <a:xfrm rot="5400000">
            <a:off x="9187018" y="3727718"/>
            <a:ext cx="639092" cy="156087"/>
          </a:xfrm>
          <a:prstGeom prst="rightArrow">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sz="1892" kern="1200">
                <a:solidFill>
                  <a:schemeClr val="lt1"/>
                </a:solidFill>
                <a:latin typeface="+mn-lt"/>
                <a:ea typeface="+mn-ea"/>
                <a:cs typeface="+mn-cs"/>
              </a:defRPr>
            </a:lvl1pPr>
            <a:lvl2pPr marL="370130" indent="-137176" algn="l" rtl="0" eaLnBrk="0" fontAlgn="base" hangingPunct="0">
              <a:spcBef>
                <a:spcPct val="0"/>
              </a:spcBef>
              <a:spcAft>
                <a:spcPct val="0"/>
              </a:spcAft>
              <a:defRPr sz="1892" kern="1200">
                <a:solidFill>
                  <a:schemeClr val="lt1"/>
                </a:solidFill>
                <a:latin typeface="+mn-lt"/>
                <a:ea typeface="+mn-ea"/>
                <a:cs typeface="+mn-cs"/>
              </a:defRPr>
            </a:lvl2pPr>
            <a:lvl3pPr marL="741072" indent="-277598" algn="l" rtl="0" eaLnBrk="0" fontAlgn="base" hangingPunct="0">
              <a:spcBef>
                <a:spcPct val="0"/>
              </a:spcBef>
              <a:spcAft>
                <a:spcPct val="0"/>
              </a:spcAft>
              <a:defRPr sz="1892" kern="1200">
                <a:solidFill>
                  <a:schemeClr val="lt1"/>
                </a:solidFill>
                <a:latin typeface="+mn-lt"/>
                <a:ea typeface="+mn-ea"/>
                <a:cs typeface="+mn-cs"/>
              </a:defRPr>
            </a:lvl3pPr>
            <a:lvl4pPr marL="1112826" indent="-417208" algn="l" rtl="0" eaLnBrk="0" fontAlgn="base" hangingPunct="0">
              <a:spcBef>
                <a:spcPct val="0"/>
              </a:spcBef>
              <a:spcAft>
                <a:spcPct val="0"/>
              </a:spcAft>
              <a:defRPr sz="1892" kern="1200">
                <a:solidFill>
                  <a:schemeClr val="lt1"/>
                </a:solidFill>
                <a:latin typeface="+mn-lt"/>
                <a:ea typeface="+mn-ea"/>
                <a:cs typeface="+mn-cs"/>
              </a:defRPr>
            </a:lvl4pPr>
            <a:lvl5pPr marL="1484579" indent="-556007" algn="l" rtl="0" eaLnBrk="0" fontAlgn="base" hangingPunct="0">
              <a:spcBef>
                <a:spcPct val="0"/>
              </a:spcBef>
              <a:spcAft>
                <a:spcPct val="0"/>
              </a:spcAft>
              <a:defRPr sz="1892" kern="1200">
                <a:solidFill>
                  <a:schemeClr val="lt1"/>
                </a:solidFill>
                <a:latin typeface="+mn-lt"/>
                <a:ea typeface="+mn-ea"/>
                <a:cs typeface="+mn-cs"/>
              </a:defRPr>
            </a:lvl5pPr>
            <a:lvl6pPr marL="1168832" algn="l" defTabSz="467533" rtl="0" eaLnBrk="1" latinLnBrk="0" hangingPunct="1">
              <a:defRPr sz="1892" kern="1200">
                <a:solidFill>
                  <a:schemeClr val="lt1"/>
                </a:solidFill>
                <a:latin typeface="+mn-lt"/>
                <a:ea typeface="+mn-ea"/>
                <a:cs typeface="+mn-cs"/>
              </a:defRPr>
            </a:lvl6pPr>
            <a:lvl7pPr marL="1402598" algn="l" defTabSz="467533" rtl="0" eaLnBrk="1" latinLnBrk="0" hangingPunct="1">
              <a:defRPr sz="1892" kern="1200">
                <a:solidFill>
                  <a:schemeClr val="lt1"/>
                </a:solidFill>
                <a:latin typeface="+mn-lt"/>
                <a:ea typeface="+mn-ea"/>
                <a:cs typeface="+mn-cs"/>
              </a:defRPr>
            </a:lvl7pPr>
            <a:lvl8pPr marL="1636365" algn="l" defTabSz="467533" rtl="0" eaLnBrk="1" latinLnBrk="0" hangingPunct="1">
              <a:defRPr sz="1892" kern="1200">
                <a:solidFill>
                  <a:schemeClr val="lt1"/>
                </a:solidFill>
                <a:latin typeface="+mn-lt"/>
                <a:ea typeface="+mn-ea"/>
                <a:cs typeface="+mn-cs"/>
              </a:defRPr>
            </a:lvl8pPr>
            <a:lvl9pPr marL="1870131" algn="l" defTabSz="467533" rtl="0" eaLnBrk="1" latinLnBrk="0" hangingPunct="1">
              <a:defRPr sz="1892" kern="1200">
                <a:solidFill>
                  <a:schemeClr val="lt1"/>
                </a:solidFill>
                <a:latin typeface="+mn-lt"/>
                <a:ea typeface="+mn-ea"/>
                <a:cs typeface="+mn-cs"/>
              </a:defRPr>
            </a:lvl9pPr>
          </a:lstStyle>
          <a:p>
            <a:pPr algn="ctr"/>
            <a:endParaRPr lang="en-US" dirty="0"/>
          </a:p>
        </p:txBody>
      </p:sp>
      <p:sp>
        <p:nvSpPr>
          <p:cNvPr id="9" name="TextBox 12">
            <a:extLst>
              <a:ext uri="{FF2B5EF4-FFF2-40B4-BE49-F238E27FC236}">
                <a16:creationId xmlns:a16="http://schemas.microsoft.com/office/drawing/2014/main" id="{9CA3ADAF-7CB7-0317-75B7-A67274F3844E}"/>
              </a:ext>
            </a:extLst>
          </p:cNvPr>
          <p:cNvSpPr txBox="1"/>
          <p:nvPr/>
        </p:nvSpPr>
        <p:spPr>
          <a:xfrm rot="21600000">
            <a:off x="9988239" y="3893551"/>
            <a:ext cx="1135651" cy="200055"/>
          </a:xfrm>
          <a:prstGeom prst="rect">
            <a:avLst/>
          </a:prstGeom>
          <a:noFill/>
          <a:ln>
            <a:noFill/>
          </a:ln>
        </p:spPr>
        <p:txBody>
          <a:bodyPr wrap="square" rtlCol="0">
            <a:spAutoFit/>
          </a:bodyPr>
          <a:lstStyle>
            <a:defPPr>
              <a:defRPr lang="en-US"/>
            </a:defPPr>
            <a:lvl1pPr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1pPr>
            <a:lvl2pPr marL="370130" indent="-137176"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2pPr>
            <a:lvl3pPr marL="741072" indent="-277598"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3pPr>
            <a:lvl4pPr marL="1112826" indent="-417208"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4pPr>
            <a:lvl5pPr marL="1484579" indent="-556007"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5pPr>
            <a:lvl6pPr marL="1168832"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6pPr>
            <a:lvl7pPr marL="1402598"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7pPr>
            <a:lvl8pPr marL="1636365"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8pPr>
            <a:lvl9pPr marL="1870131"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9pPr>
          </a:lstStyle>
          <a:p>
            <a:pPr algn="ctr"/>
            <a:r>
              <a:rPr lang="en-US" sz="700" dirty="0">
                <a:latin typeface="+mj-lt"/>
                <a:cs typeface="Arial" panose="020B0604020202020204" pitchFamily="34" charset="0"/>
              </a:rPr>
              <a:t>ASSY IN Z-DIRECTION</a:t>
            </a:r>
            <a:endParaRPr lang="en-US" sz="700" dirty="0"/>
          </a:p>
        </p:txBody>
      </p:sp>
      <p:sp>
        <p:nvSpPr>
          <p:cNvPr id="10" name="TextBox 20">
            <a:extLst>
              <a:ext uri="{FF2B5EF4-FFF2-40B4-BE49-F238E27FC236}">
                <a16:creationId xmlns:a16="http://schemas.microsoft.com/office/drawing/2014/main" id="{C743D716-BBB5-E8C6-1168-4AC49F0EC912}"/>
              </a:ext>
            </a:extLst>
          </p:cNvPr>
          <p:cNvSpPr txBox="1"/>
          <p:nvPr/>
        </p:nvSpPr>
        <p:spPr>
          <a:xfrm>
            <a:off x="9706774" y="3870469"/>
            <a:ext cx="344841" cy="246221"/>
          </a:xfrm>
          <a:prstGeom prst="rect">
            <a:avLst/>
          </a:prstGeom>
          <a:solidFill>
            <a:srgbClr val="92D050"/>
          </a:solidFill>
        </p:spPr>
        <p:txBody>
          <a:bodyPr wrap="square" rtlCol="0">
            <a:spAutoFit/>
          </a:bodyPr>
          <a:lstStyle>
            <a:defPPr>
              <a:defRPr lang="en-US"/>
            </a:defPPr>
            <a:lvl1pPr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1pPr>
            <a:lvl2pPr marL="370130" indent="-137176"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2pPr>
            <a:lvl3pPr marL="741072" indent="-277598"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3pPr>
            <a:lvl4pPr marL="1112826" indent="-417208"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4pPr>
            <a:lvl5pPr marL="1484579" indent="-556007"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5pPr>
            <a:lvl6pPr marL="1168832"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6pPr>
            <a:lvl7pPr marL="1402598"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7pPr>
            <a:lvl8pPr marL="1636365"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8pPr>
            <a:lvl9pPr marL="1870131"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9pPr>
          </a:lstStyle>
          <a:p>
            <a:pPr algn="ctr"/>
            <a:r>
              <a:rPr lang="en-IN" sz="1000" dirty="0">
                <a:solidFill>
                  <a:schemeClr val="bg1"/>
                </a:solidFill>
                <a:ea typeface="Roboto Medium" panose="02000000000000000000" pitchFamily="2" charset="0"/>
                <a:cs typeface="Arial" panose="020B0604020202020204" pitchFamily="34" charset="0"/>
              </a:rPr>
              <a:t>1</a:t>
            </a:r>
          </a:p>
        </p:txBody>
      </p:sp>
      <p:sp>
        <p:nvSpPr>
          <p:cNvPr id="11" name="Right Arrow 11">
            <a:extLst>
              <a:ext uri="{FF2B5EF4-FFF2-40B4-BE49-F238E27FC236}">
                <a16:creationId xmlns:a16="http://schemas.microsoft.com/office/drawing/2014/main" id="{AC42E582-E866-E909-98BC-9EA484E8B8F0}"/>
              </a:ext>
            </a:extLst>
          </p:cNvPr>
          <p:cNvSpPr/>
          <p:nvPr/>
        </p:nvSpPr>
        <p:spPr>
          <a:xfrm rot="5400000">
            <a:off x="9187019" y="1253605"/>
            <a:ext cx="639092" cy="156087"/>
          </a:xfrm>
          <a:prstGeom prst="rightArrow">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sz="1892" kern="1200">
                <a:solidFill>
                  <a:schemeClr val="lt1"/>
                </a:solidFill>
                <a:latin typeface="+mn-lt"/>
                <a:ea typeface="+mn-ea"/>
                <a:cs typeface="+mn-cs"/>
              </a:defRPr>
            </a:lvl1pPr>
            <a:lvl2pPr marL="370130" indent="-137176" algn="l" rtl="0" eaLnBrk="0" fontAlgn="base" hangingPunct="0">
              <a:spcBef>
                <a:spcPct val="0"/>
              </a:spcBef>
              <a:spcAft>
                <a:spcPct val="0"/>
              </a:spcAft>
              <a:defRPr sz="1892" kern="1200">
                <a:solidFill>
                  <a:schemeClr val="lt1"/>
                </a:solidFill>
                <a:latin typeface="+mn-lt"/>
                <a:ea typeface="+mn-ea"/>
                <a:cs typeface="+mn-cs"/>
              </a:defRPr>
            </a:lvl2pPr>
            <a:lvl3pPr marL="741072" indent="-277598" algn="l" rtl="0" eaLnBrk="0" fontAlgn="base" hangingPunct="0">
              <a:spcBef>
                <a:spcPct val="0"/>
              </a:spcBef>
              <a:spcAft>
                <a:spcPct val="0"/>
              </a:spcAft>
              <a:defRPr sz="1892" kern="1200">
                <a:solidFill>
                  <a:schemeClr val="lt1"/>
                </a:solidFill>
                <a:latin typeface="+mn-lt"/>
                <a:ea typeface="+mn-ea"/>
                <a:cs typeface="+mn-cs"/>
              </a:defRPr>
            </a:lvl3pPr>
            <a:lvl4pPr marL="1112826" indent="-417208" algn="l" rtl="0" eaLnBrk="0" fontAlgn="base" hangingPunct="0">
              <a:spcBef>
                <a:spcPct val="0"/>
              </a:spcBef>
              <a:spcAft>
                <a:spcPct val="0"/>
              </a:spcAft>
              <a:defRPr sz="1892" kern="1200">
                <a:solidFill>
                  <a:schemeClr val="lt1"/>
                </a:solidFill>
                <a:latin typeface="+mn-lt"/>
                <a:ea typeface="+mn-ea"/>
                <a:cs typeface="+mn-cs"/>
              </a:defRPr>
            </a:lvl4pPr>
            <a:lvl5pPr marL="1484579" indent="-556007" algn="l" rtl="0" eaLnBrk="0" fontAlgn="base" hangingPunct="0">
              <a:spcBef>
                <a:spcPct val="0"/>
              </a:spcBef>
              <a:spcAft>
                <a:spcPct val="0"/>
              </a:spcAft>
              <a:defRPr sz="1892" kern="1200">
                <a:solidFill>
                  <a:schemeClr val="lt1"/>
                </a:solidFill>
                <a:latin typeface="+mn-lt"/>
                <a:ea typeface="+mn-ea"/>
                <a:cs typeface="+mn-cs"/>
              </a:defRPr>
            </a:lvl5pPr>
            <a:lvl6pPr marL="1168832" algn="l" defTabSz="467533" rtl="0" eaLnBrk="1" latinLnBrk="0" hangingPunct="1">
              <a:defRPr sz="1892" kern="1200">
                <a:solidFill>
                  <a:schemeClr val="lt1"/>
                </a:solidFill>
                <a:latin typeface="+mn-lt"/>
                <a:ea typeface="+mn-ea"/>
                <a:cs typeface="+mn-cs"/>
              </a:defRPr>
            </a:lvl6pPr>
            <a:lvl7pPr marL="1402598" algn="l" defTabSz="467533" rtl="0" eaLnBrk="1" latinLnBrk="0" hangingPunct="1">
              <a:defRPr sz="1892" kern="1200">
                <a:solidFill>
                  <a:schemeClr val="lt1"/>
                </a:solidFill>
                <a:latin typeface="+mn-lt"/>
                <a:ea typeface="+mn-ea"/>
                <a:cs typeface="+mn-cs"/>
              </a:defRPr>
            </a:lvl7pPr>
            <a:lvl8pPr marL="1636365" algn="l" defTabSz="467533" rtl="0" eaLnBrk="1" latinLnBrk="0" hangingPunct="1">
              <a:defRPr sz="1892" kern="1200">
                <a:solidFill>
                  <a:schemeClr val="lt1"/>
                </a:solidFill>
                <a:latin typeface="+mn-lt"/>
                <a:ea typeface="+mn-ea"/>
                <a:cs typeface="+mn-cs"/>
              </a:defRPr>
            </a:lvl8pPr>
            <a:lvl9pPr marL="1870131" algn="l" defTabSz="467533" rtl="0" eaLnBrk="1" latinLnBrk="0" hangingPunct="1">
              <a:defRPr sz="1892" kern="1200">
                <a:solidFill>
                  <a:schemeClr val="lt1"/>
                </a:solidFill>
                <a:latin typeface="+mn-lt"/>
                <a:ea typeface="+mn-ea"/>
                <a:cs typeface="+mn-cs"/>
              </a:defRPr>
            </a:lvl9pPr>
          </a:lstStyle>
          <a:p>
            <a:pPr algn="ctr"/>
            <a:endParaRPr lang="en-US"/>
          </a:p>
        </p:txBody>
      </p:sp>
      <p:sp>
        <p:nvSpPr>
          <p:cNvPr id="12" name="TextBox 12">
            <a:extLst>
              <a:ext uri="{FF2B5EF4-FFF2-40B4-BE49-F238E27FC236}">
                <a16:creationId xmlns:a16="http://schemas.microsoft.com/office/drawing/2014/main" id="{B5A4A2FF-DA6A-5EFC-A6A7-08BA4D6632FE}"/>
              </a:ext>
            </a:extLst>
          </p:cNvPr>
          <p:cNvSpPr txBox="1"/>
          <p:nvPr/>
        </p:nvSpPr>
        <p:spPr>
          <a:xfrm rot="21600000">
            <a:off x="9988240" y="1419438"/>
            <a:ext cx="1135651" cy="200055"/>
          </a:xfrm>
          <a:prstGeom prst="rect">
            <a:avLst/>
          </a:prstGeom>
          <a:noFill/>
          <a:ln>
            <a:noFill/>
          </a:ln>
        </p:spPr>
        <p:txBody>
          <a:bodyPr wrap="square" rtlCol="0">
            <a:spAutoFit/>
          </a:bodyPr>
          <a:lstStyle>
            <a:defPPr>
              <a:defRPr lang="en-US"/>
            </a:defPPr>
            <a:lvl1pPr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1pPr>
            <a:lvl2pPr marL="370130" indent="-137176"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2pPr>
            <a:lvl3pPr marL="741072" indent="-277598"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3pPr>
            <a:lvl4pPr marL="1112826" indent="-417208"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4pPr>
            <a:lvl5pPr marL="1484579" indent="-556007"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5pPr>
            <a:lvl6pPr marL="1168832"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6pPr>
            <a:lvl7pPr marL="1402598"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7pPr>
            <a:lvl8pPr marL="1636365"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8pPr>
            <a:lvl9pPr marL="1870131"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9pPr>
          </a:lstStyle>
          <a:p>
            <a:pPr algn="ctr"/>
            <a:r>
              <a:rPr lang="en-US" sz="700" dirty="0">
                <a:latin typeface="+mj-lt"/>
                <a:cs typeface="Arial" panose="020B0604020202020204" pitchFamily="34" charset="0"/>
              </a:rPr>
              <a:t>ASSY IN Z-DIRECTION</a:t>
            </a:r>
            <a:endParaRPr lang="en-US" sz="700" dirty="0"/>
          </a:p>
        </p:txBody>
      </p:sp>
      <p:sp>
        <p:nvSpPr>
          <p:cNvPr id="13" name="TextBox 20">
            <a:extLst>
              <a:ext uri="{FF2B5EF4-FFF2-40B4-BE49-F238E27FC236}">
                <a16:creationId xmlns:a16="http://schemas.microsoft.com/office/drawing/2014/main" id="{E027E4B6-A9B9-4B4E-445A-EAE8B5380FA7}"/>
              </a:ext>
            </a:extLst>
          </p:cNvPr>
          <p:cNvSpPr txBox="1"/>
          <p:nvPr/>
        </p:nvSpPr>
        <p:spPr>
          <a:xfrm>
            <a:off x="9706775" y="1396356"/>
            <a:ext cx="344841" cy="246221"/>
          </a:xfrm>
          <a:prstGeom prst="rect">
            <a:avLst/>
          </a:prstGeom>
          <a:solidFill>
            <a:srgbClr val="92D050"/>
          </a:solidFill>
        </p:spPr>
        <p:txBody>
          <a:bodyPr wrap="square" rtlCol="0">
            <a:spAutoFit/>
          </a:bodyPr>
          <a:lstStyle>
            <a:defPPr>
              <a:defRPr lang="en-US"/>
            </a:defPPr>
            <a:lvl1pPr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1pPr>
            <a:lvl2pPr marL="370130" indent="-137176"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2pPr>
            <a:lvl3pPr marL="741072" indent="-277598"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3pPr>
            <a:lvl4pPr marL="1112826" indent="-417208"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4pPr>
            <a:lvl5pPr marL="1484579" indent="-556007"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5pPr>
            <a:lvl6pPr marL="1168832"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6pPr>
            <a:lvl7pPr marL="1402598"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7pPr>
            <a:lvl8pPr marL="1636365"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8pPr>
            <a:lvl9pPr marL="1870131"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9pPr>
          </a:lstStyle>
          <a:p>
            <a:pPr algn="ctr"/>
            <a:r>
              <a:rPr lang="en-IN" sz="1000" dirty="0">
                <a:solidFill>
                  <a:schemeClr val="bg1"/>
                </a:solidFill>
                <a:ea typeface="Roboto Medium" panose="02000000000000000000" pitchFamily="2" charset="0"/>
                <a:cs typeface="Arial" panose="020B0604020202020204" pitchFamily="34" charset="0"/>
              </a:rPr>
              <a:t>3</a:t>
            </a:r>
          </a:p>
        </p:txBody>
      </p:sp>
      <p:pic>
        <p:nvPicPr>
          <p:cNvPr id="6" name="Picture 5">
            <a:extLst>
              <a:ext uri="{FF2B5EF4-FFF2-40B4-BE49-F238E27FC236}">
                <a16:creationId xmlns:a16="http://schemas.microsoft.com/office/drawing/2014/main" id="{6D14BB66-45D3-6808-EE85-685BD506A03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394385" y="3231252"/>
            <a:ext cx="1700463" cy="1402350"/>
          </a:xfrm>
          <a:prstGeom prst="rect">
            <a:avLst/>
          </a:prstGeom>
        </p:spPr>
      </p:pic>
      <p:pic>
        <p:nvPicPr>
          <p:cNvPr id="15" name="Picture 14">
            <a:extLst>
              <a:ext uri="{FF2B5EF4-FFF2-40B4-BE49-F238E27FC236}">
                <a16:creationId xmlns:a16="http://schemas.microsoft.com/office/drawing/2014/main" id="{725650ED-6777-B3A4-3C40-0AD22E9EC304}"/>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375854" y="429547"/>
            <a:ext cx="1737521" cy="1430716"/>
          </a:xfrm>
          <a:prstGeom prst="rect">
            <a:avLst/>
          </a:prstGeom>
        </p:spPr>
      </p:pic>
      <p:sp>
        <p:nvSpPr>
          <p:cNvPr id="16" name="TextBox 15">
            <a:extLst>
              <a:ext uri="{FF2B5EF4-FFF2-40B4-BE49-F238E27FC236}">
                <a16:creationId xmlns:a16="http://schemas.microsoft.com/office/drawing/2014/main" id="{E54F10E5-7D40-C215-7DC3-1EAAE1E7DD50}"/>
              </a:ext>
            </a:extLst>
          </p:cNvPr>
          <p:cNvSpPr txBox="1"/>
          <p:nvPr/>
        </p:nvSpPr>
        <p:spPr>
          <a:xfrm>
            <a:off x="8003102" y="1725612"/>
            <a:ext cx="483026" cy="246221"/>
          </a:xfrm>
          <a:prstGeom prst="rect">
            <a:avLst/>
          </a:prstGeom>
          <a:noFill/>
          <a:ln>
            <a:noFill/>
          </a:ln>
          <a:effectLst/>
        </p:spPr>
        <p:txBody>
          <a:bodyPr wrap="square" lIns="45720" tIns="45720" rIns="45720" bIns="45720" rtlCol="0" anchor="ctr" anchorCtr="0">
            <a:spAutoFit/>
          </a:bodyPr>
          <a:lstStyle>
            <a:defPPr>
              <a:defRPr lang="en-US"/>
            </a:defPPr>
            <a:lvl1pPr>
              <a:defRPr sz="800">
                <a:latin typeface="Calibri"/>
                <a:cs typeface="Calibri"/>
              </a:defRPr>
            </a:lvl1pPr>
            <a:lvl2pPr marL="742950" lvl="1" indent="-285750">
              <a:buFont typeface="Arial" panose="020B0604020202020204" pitchFamily="34" charset="0"/>
              <a:buChar char="•"/>
              <a:defRPr sz="1400">
                <a:latin typeface="Calibri" panose="020F0502020204030204" pitchFamily="34" charset="0"/>
                <a:cs typeface="Calibri" panose="020F0502020204030204" pitchFamily="34" charset="0"/>
              </a:defRPr>
            </a:lvl2p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1000" dirty="0">
                <a:latin typeface="DM Sans" pitchFamily="2" charset="0"/>
                <a:ea typeface="+mj-lt"/>
                <a:cs typeface="+mj-lt"/>
              </a:rPr>
              <a:t>Seal</a:t>
            </a:r>
          </a:p>
        </p:txBody>
      </p:sp>
      <p:sp>
        <p:nvSpPr>
          <p:cNvPr id="17" name="TextBox 16">
            <a:extLst>
              <a:ext uri="{FF2B5EF4-FFF2-40B4-BE49-F238E27FC236}">
                <a16:creationId xmlns:a16="http://schemas.microsoft.com/office/drawing/2014/main" id="{B2B7B15A-3978-AB1C-9E87-410375F96C63}"/>
              </a:ext>
            </a:extLst>
          </p:cNvPr>
          <p:cNvSpPr txBox="1"/>
          <p:nvPr/>
        </p:nvSpPr>
        <p:spPr>
          <a:xfrm>
            <a:off x="7785577" y="4633602"/>
            <a:ext cx="981054" cy="246221"/>
          </a:xfrm>
          <a:prstGeom prst="rect">
            <a:avLst/>
          </a:prstGeom>
          <a:noFill/>
          <a:ln>
            <a:noFill/>
          </a:ln>
          <a:effectLst/>
        </p:spPr>
        <p:txBody>
          <a:bodyPr wrap="square" lIns="45720" tIns="45720" rIns="45720" bIns="45720" rtlCol="0" anchor="ctr" anchorCtr="0">
            <a:spAutoFit/>
          </a:bodyPr>
          <a:lstStyle>
            <a:defPPr>
              <a:defRPr lang="en-US"/>
            </a:defPPr>
            <a:lvl1pPr>
              <a:defRPr sz="800">
                <a:latin typeface="Calibri"/>
                <a:cs typeface="Calibri"/>
              </a:defRPr>
            </a:lvl1pPr>
            <a:lvl2pPr marL="742950" lvl="1" indent="-285750">
              <a:buFont typeface="Arial" panose="020B0604020202020204" pitchFamily="34" charset="0"/>
              <a:buChar char="•"/>
              <a:defRPr sz="1400">
                <a:latin typeface="Calibri" panose="020F0502020204030204" pitchFamily="34" charset="0"/>
                <a:cs typeface="Calibri" panose="020F0502020204030204" pitchFamily="34" charset="0"/>
              </a:defRPr>
            </a:lvl2p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1000" dirty="0">
                <a:latin typeface="DM Sans" pitchFamily="2" charset="0"/>
                <a:ea typeface="+mj-lt"/>
                <a:cs typeface="+mj-lt"/>
              </a:rPr>
              <a:t>Main Moulding</a:t>
            </a:r>
          </a:p>
        </p:txBody>
      </p:sp>
      <p:pic>
        <p:nvPicPr>
          <p:cNvPr id="19" name="Picture 18">
            <a:extLst>
              <a:ext uri="{FF2B5EF4-FFF2-40B4-BE49-F238E27FC236}">
                <a16:creationId xmlns:a16="http://schemas.microsoft.com/office/drawing/2014/main" id="{38FD69EB-F7A9-BFA0-0E93-71648B1BE069}"/>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7153901" y="4724532"/>
            <a:ext cx="2352664" cy="1916765"/>
          </a:xfrm>
          <a:prstGeom prst="rect">
            <a:avLst/>
          </a:prstGeom>
        </p:spPr>
      </p:pic>
      <p:sp>
        <p:nvSpPr>
          <p:cNvPr id="20" name="TextBox 19">
            <a:extLst>
              <a:ext uri="{FF2B5EF4-FFF2-40B4-BE49-F238E27FC236}">
                <a16:creationId xmlns:a16="http://schemas.microsoft.com/office/drawing/2014/main" id="{03CF9C60-30BE-A578-A0D1-2351B6EC4C97}"/>
              </a:ext>
            </a:extLst>
          </p:cNvPr>
          <p:cNvSpPr txBox="1"/>
          <p:nvPr/>
        </p:nvSpPr>
        <p:spPr>
          <a:xfrm>
            <a:off x="8003102" y="6475256"/>
            <a:ext cx="483026" cy="246221"/>
          </a:xfrm>
          <a:prstGeom prst="rect">
            <a:avLst/>
          </a:prstGeom>
          <a:noFill/>
          <a:ln>
            <a:noFill/>
          </a:ln>
          <a:effectLst/>
        </p:spPr>
        <p:txBody>
          <a:bodyPr wrap="square" lIns="45720" tIns="45720" rIns="45720" bIns="45720" rtlCol="0" anchor="ctr" anchorCtr="0">
            <a:spAutoFit/>
          </a:bodyPr>
          <a:lstStyle>
            <a:defPPr>
              <a:defRPr lang="en-US"/>
            </a:defPPr>
            <a:lvl1pPr>
              <a:defRPr sz="800">
                <a:latin typeface="Calibri"/>
                <a:cs typeface="Calibri"/>
              </a:defRPr>
            </a:lvl1pPr>
            <a:lvl2pPr marL="742950" lvl="1" indent="-285750">
              <a:buFont typeface="Arial" panose="020B0604020202020204" pitchFamily="34" charset="0"/>
              <a:buChar char="•"/>
              <a:defRPr sz="1400">
                <a:latin typeface="Calibri" panose="020F0502020204030204" pitchFamily="34" charset="0"/>
                <a:cs typeface="Calibri" panose="020F0502020204030204" pitchFamily="34" charset="0"/>
              </a:defRPr>
            </a:lvl2p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1000" dirty="0">
                <a:latin typeface="DM Sans" pitchFamily="2" charset="0"/>
                <a:ea typeface="+mj-lt"/>
                <a:cs typeface="+mj-lt"/>
              </a:rPr>
              <a:t>Frunk</a:t>
            </a:r>
          </a:p>
        </p:txBody>
      </p:sp>
      <p:pic>
        <p:nvPicPr>
          <p:cNvPr id="3" name="Picture 2">
            <a:extLst>
              <a:ext uri="{FF2B5EF4-FFF2-40B4-BE49-F238E27FC236}">
                <a16:creationId xmlns:a16="http://schemas.microsoft.com/office/drawing/2014/main" id="{5D3D93F8-B080-8738-B158-A0D06B45CCFE}"/>
              </a:ext>
            </a:extLst>
          </p:cNvPr>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7319567" y="1860263"/>
            <a:ext cx="1775281" cy="1484839"/>
          </a:xfrm>
          <a:prstGeom prst="rect">
            <a:avLst/>
          </a:prstGeom>
        </p:spPr>
      </p:pic>
      <p:sp>
        <p:nvSpPr>
          <p:cNvPr id="22" name="Right Arrow 11">
            <a:extLst>
              <a:ext uri="{FF2B5EF4-FFF2-40B4-BE49-F238E27FC236}">
                <a16:creationId xmlns:a16="http://schemas.microsoft.com/office/drawing/2014/main" id="{FA5E0D2E-C0E4-C050-86A4-0CE5BBA4DD0C}"/>
              </a:ext>
            </a:extLst>
          </p:cNvPr>
          <p:cNvSpPr/>
          <p:nvPr/>
        </p:nvSpPr>
        <p:spPr>
          <a:xfrm rot="5400000">
            <a:off x="9205545" y="2501827"/>
            <a:ext cx="639092" cy="156087"/>
          </a:xfrm>
          <a:prstGeom prst="rightArrow">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sz="1892" kern="1200">
                <a:solidFill>
                  <a:schemeClr val="lt1"/>
                </a:solidFill>
                <a:latin typeface="+mn-lt"/>
                <a:ea typeface="+mn-ea"/>
                <a:cs typeface="+mn-cs"/>
              </a:defRPr>
            </a:lvl1pPr>
            <a:lvl2pPr marL="370130" indent="-137176" algn="l" rtl="0" eaLnBrk="0" fontAlgn="base" hangingPunct="0">
              <a:spcBef>
                <a:spcPct val="0"/>
              </a:spcBef>
              <a:spcAft>
                <a:spcPct val="0"/>
              </a:spcAft>
              <a:defRPr sz="1892" kern="1200">
                <a:solidFill>
                  <a:schemeClr val="lt1"/>
                </a:solidFill>
                <a:latin typeface="+mn-lt"/>
                <a:ea typeface="+mn-ea"/>
                <a:cs typeface="+mn-cs"/>
              </a:defRPr>
            </a:lvl2pPr>
            <a:lvl3pPr marL="741072" indent="-277598" algn="l" rtl="0" eaLnBrk="0" fontAlgn="base" hangingPunct="0">
              <a:spcBef>
                <a:spcPct val="0"/>
              </a:spcBef>
              <a:spcAft>
                <a:spcPct val="0"/>
              </a:spcAft>
              <a:defRPr sz="1892" kern="1200">
                <a:solidFill>
                  <a:schemeClr val="lt1"/>
                </a:solidFill>
                <a:latin typeface="+mn-lt"/>
                <a:ea typeface="+mn-ea"/>
                <a:cs typeface="+mn-cs"/>
              </a:defRPr>
            </a:lvl3pPr>
            <a:lvl4pPr marL="1112826" indent="-417208" algn="l" rtl="0" eaLnBrk="0" fontAlgn="base" hangingPunct="0">
              <a:spcBef>
                <a:spcPct val="0"/>
              </a:spcBef>
              <a:spcAft>
                <a:spcPct val="0"/>
              </a:spcAft>
              <a:defRPr sz="1892" kern="1200">
                <a:solidFill>
                  <a:schemeClr val="lt1"/>
                </a:solidFill>
                <a:latin typeface="+mn-lt"/>
                <a:ea typeface="+mn-ea"/>
                <a:cs typeface="+mn-cs"/>
              </a:defRPr>
            </a:lvl4pPr>
            <a:lvl5pPr marL="1484579" indent="-556007" algn="l" rtl="0" eaLnBrk="0" fontAlgn="base" hangingPunct="0">
              <a:spcBef>
                <a:spcPct val="0"/>
              </a:spcBef>
              <a:spcAft>
                <a:spcPct val="0"/>
              </a:spcAft>
              <a:defRPr sz="1892" kern="1200">
                <a:solidFill>
                  <a:schemeClr val="lt1"/>
                </a:solidFill>
                <a:latin typeface="+mn-lt"/>
                <a:ea typeface="+mn-ea"/>
                <a:cs typeface="+mn-cs"/>
              </a:defRPr>
            </a:lvl5pPr>
            <a:lvl6pPr marL="1168832" algn="l" defTabSz="467533" rtl="0" eaLnBrk="1" latinLnBrk="0" hangingPunct="1">
              <a:defRPr sz="1892" kern="1200">
                <a:solidFill>
                  <a:schemeClr val="lt1"/>
                </a:solidFill>
                <a:latin typeface="+mn-lt"/>
                <a:ea typeface="+mn-ea"/>
                <a:cs typeface="+mn-cs"/>
              </a:defRPr>
            </a:lvl6pPr>
            <a:lvl7pPr marL="1402598" algn="l" defTabSz="467533" rtl="0" eaLnBrk="1" latinLnBrk="0" hangingPunct="1">
              <a:defRPr sz="1892" kern="1200">
                <a:solidFill>
                  <a:schemeClr val="lt1"/>
                </a:solidFill>
                <a:latin typeface="+mn-lt"/>
                <a:ea typeface="+mn-ea"/>
                <a:cs typeface="+mn-cs"/>
              </a:defRPr>
            </a:lvl7pPr>
            <a:lvl8pPr marL="1636365" algn="l" defTabSz="467533" rtl="0" eaLnBrk="1" latinLnBrk="0" hangingPunct="1">
              <a:defRPr sz="1892" kern="1200">
                <a:solidFill>
                  <a:schemeClr val="lt1"/>
                </a:solidFill>
                <a:latin typeface="+mn-lt"/>
                <a:ea typeface="+mn-ea"/>
                <a:cs typeface="+mn-cs"/>
              </a:defRPr>
            </a:lvl8pPr>
            <a:lvl9pPr marL="1870131" algn="l" defTabSz="467533" rtl="0" eaLnBrk="1" latinLnBrk="0" hangingPunct="1">
              <a:defRPr sz="1892" kern="1200">
                <a:solidFill>
                  <a:schemeClr val="lt1"/>
                </a:solidFill>
                <a:latin typeface="+mn-lt"/>
                <a:ea typeface="+mn-ea"/>
                <a:cs typeface="+mn-cs"/>
              </a:defRPr>
            </a:lvl9pPr>
          </a:lstStyle>
          <a:p>
            <a:pPr algn="ctr"/>
            <a:endParaRPr lang="en-US" dirty="0"/>
          </a:p>
        </p:txBody>
      </p:sp>
      <p:sp>
        <p:nvSpPr>
          <p:cNvPr id="23" name="TextBox 12">
            <a:extLst>
              <a:ext uri="{FF2B5EF4-FFF2-40B4-BE49-F238E27FC236}">
                <a16:creationId xmlns:a16="http://schemas.microsoft.com/office/drawing/2014/main" id="{C136EEDB-EDAD-850E-E9D8-9F95B761D2FD}"/>
              </a:ext>
            </a:extLst>
          </p:cNvPr>
          <p:cNvSpPr txBox="1"/>
          <p:nvPr/>
        </p:nvSpPr>
        <p:spPr>
          <a:xfrm rot="21600000">
            <a:off x="10006766" y="2658607"/>
            <a:ext cx="1135651" cy="200055"/>
          </a:xfrm>
          <a:prstGeom prst="rect">
            <a:avLst/>
          </a:prstGeom>
          <a:noFill/>
          <a:ln>
            <a:noFill/>
          </a:ln>
        </p:spPr>
        <p:txBody>
          <a:bodyPr wrap="square" rtlCol="0">
            <a:spAutoFit/>
          </a:bodyPr>
          <a:lstStyle>
            <a:defPPr>
              <a:defRPr lang="en-US"/>
            </a:defPPr>
            <a:lvl1pPr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1pPr>
            <a:lvl2pPr marL="370130" indent="-137176"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2pPr>
            <a:lvl3pPr marL="741072" indent="-277598"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3pPr>
            <a:lvl4pPr marL="1112826" indent="-417208"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4pPr>
            <a:lvl5pPr marL="1484579" indent="-556007"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5pPr>
            <a:lvl6pPr marL="1168832"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6pPr>
            <a:lvl7pPr marL="1402598"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7pPr>
            <a:lvl8pPr marL="1636365"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8pPr>
            <a:lvl9pPr marL="1870131"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9pPr>
          </a:lstStyle>
          <a:p>
            <a:pPr algn="ctr"/>
            <a:r>
              <a:rPr lang="en-US" sz="700" dirty="0">
                <a:latin typeface="+mj-lt"/>
                <a:cs typeface="Arial" panose="020B0604020202020204" pitchFamily="34" charset="0"/>
              </a:rPr>
              <a:t>ASSY IN Z-DIRECTION</a:t>
            </a:r>
            <a:endParaRPr lang="en-US" sz="700" dirty="0"/>
          </a:p>
        </p:txBody>
      </p:sp>
      <p:sp>
        <p:nvSpPr>
          <p:cNvPr id="24" name="TextBox 20">
            <a:extLst>
              <a:ext uri="{FF2B5EF4-FFF2-40B4-BE49-F238E27FC236}">
                <a16:creationId xmlns:a16="http://schemas.microsoft.com/office/drawing/2014/main" id="{2D32342F-5519-A2EA-9799-5B3B0A17B917}"/>
              </a:ext>
            </a:extLst>
          </p:cNvPr>
          <p:cNvSpPr txBox="1"/>
          <p:nvPr/>
        </p:nvSpPr>
        <p:spPr>
          <a:xfrm>
            <a:off x="9725301" y="2644578"/>
            <a:ext cx="344841" cy="246221"/>
          </a:xfrm>
          <a:prstGeom prst="rect">
            <a:avLst/>
          </a:prstGeom>
          <a:solidFill>
            <a:srgbClr val="92D050"/>
          </a:solidFill>
        </p:spPr>
        <p:txBody>
          <a:bodyPr wrap="square" rtlCol="0">
            <a:spAutoFit/>
          </a:bodyPr>
          <a:lstStyle>
            <a:defPPr>
              <a:defRPr lang="en-US"/>
            </a:defPPr>
            <a:lvl1pPr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1pPr>
            <a:lvl2pPr marL="370130" indent="-137176"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2pPr>
            <a:lvl3pPr marL="741072" indent="-277598"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3pPr>
            <a:lvl4pPr marL="1112826" indent="-417208"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4pPr>
            <a:lvl5pPr marL="1484579" indent="-556007"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5pPr>
            <a:lvl6pPr marL="1168832"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6pPr>
            <a:lvl7pPr marL="1402598"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7pPr>
            <a:lvl8pPr marL="1636365"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8pPr>
            <a:lvl9pPr marL="1870131"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9pPr>
          </a:lstStyle>
          <a:p>
            <a:pPr algn="ctr"/>
            <a:r>
              <a:rPr lang="en-IN" sz="1000" dirty="0">
                <a:solidFill>
                  <a:schemeClr val="bg1"/>
                </a:solidFill>
                <a:ea typeface="Roboto Medium" panose="02000000000000000000" pitchFamily="2" charset="0"/>
                <a:cs typeface="Arial" panose="020B0604020202020204" pitchFamily="34" charset="0"/>
              </a:rPr>
              <a:t>2</a:t>
            </a:r>
          </a:p>
        </p:txBody>
      </p:sp>
      <p:sp>
        <p:nvSpPr>
          <p:cNvPr id="26" name="TextBox 25">
            <a:extLst>
              <a:ext uri="{FF2B5EF4-FFF2-40B4-BE49-F238E27FC236}">
                <a16:creationId xmlns:a16="http://schemas.microsoft.com/office/drawing/2014/main" id="{A6FBF1DC-2878-2593-7022-AE6C3D2D7DBF}"/>
              </a:ext>
            </a:extLst>
          </p:cNvPr>
          <p:cNvSpPr txBox="1"/>
          <p:nvPr/>
        </p:nvSpPr>
        <p:spPr>
          <a:xfrm>
            <a:off x="7799367" y="3160234"/>
            <a:ext cx="981054" cy="246221"/>
          </a:xfrm>
          <a:prstGeom prst="rect">
            <a:avLst/>
          </a:prstGeom>
          <a:noFill/>
          <a:ln>
            <a:noFill/>
          </a:ln>
          <a:effectLst/>
        </p:spPr>
        <p:txBody>
          <a:bodyPr wrap="square" lIns="45720" tIns="45720" rIns="45720" bIns="45720" rtlCol="0" anchor="ctr" anchorCtr="0">
            <a:spAutoFit/>
          </a:bodyPr>
          <a:lstStyle>
            <a:defPPr>
              <a:defRPr lang="en-US"/>
            </a:defPPr>
            <a:lvl1pPr>
              <a:defRPr sz="800">
                <a:latin typeface="Calibri"/>
                <a:cs typeface="Calibri"/>
              </a:defRPr>
            </a:lvl1pPr>
            <a:lvl2pPr marL="742950" lvl="1" indent="-285750">
              <a:buFont typeface="Arial" panose="020B0604020202020204" pitchFamily="34" charset="0"/>
              <a:buChar char="•"/>
              <a:defRPr sz="1400">
                <a:latin typeface="Calibri" panose="020F0502020204030204" pitchFamily="34" charset="0"/>
                <a:cs typeface="Calibri" panose="020F0502020204030204" pitchFamily="34" charset="0"/>
              </a:defRPr>
            </a:lvl2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000" dirty="0">
                <a:latin typeface="DM Sans" pitchFamily="2" charset="0"/>
                <a:ea typeface="+mj-lt"/>
                <a:cs typeface="+mj-lt"/>
              </a:rPr>
              <a:t>Carpet</a:t>
            </a:r>
          </a:p>
        </p:txBody>
      </p:sp>
      <p:sp>
        <p:nvSpPr>
          <p:cNvPr id="28" name="TextBox 6">
            <a:extLst>
              <a:ext uri="{FF2B5EF4-FFF2-40B4-BE49-F238E27FC236}">
                <a16:creationId xmlns:a16="http://schemas.microsoft.com/office/drawing/2014/main" id="{2574EAE9-C197-BE27-C829-9F4C08B4F823}"/>
              </a:ext>
            </a:extLst>
          </p:cNvPr>
          <p:cNvSpPr txBox="1"/>
          <p:nvPr/>
        </p:nvSpPr>
        <p:spPr>
          <a:xfrm>
            <a:off x="183471" y="5942675"/>
            <a:ext cx="3669679" cy="276999"/>
          </a:xfrm>
          <a:prstGeom prst="rect">
            <a:avLst/>
          </a:prstGeom>
          <a:noFill/>
          <a:ln w="19050">
            <a:solidFill>
              <a:srgbClr val="000000"/>
            </a:solidFill>
          </a:ln>
        </p:spPr>
        <p:txBody>
          <a:bodyPr wrap="square" rtlCol="0">
            <a:spAutoFit/>
          </a:bodyPr>
          <a:lstStyle>
            <a:defPPr>
              <a:defRPr lang="en-US"/>
            </a:defPPr>
            <a:lvl1pPr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1pPr>
            <a:lvl2pPr marL="370130" indent="-137176"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2pPr>
            <a:lvl3pPr marL="741072" indent="-277598"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3pPr>
            <a:lvl4pPr marL="1112826" indent="-417208"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4pPr>
            <a:lvl5pPr marL="1484579" indent="-556007"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5pPr>
            <a:lvl6pPr marL="1168832"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6pPr>
            <a:lvl7pPr marL="1402598"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7pPr>
            <a:lvl8pPr marL="1636365"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8pPr>
            <a:lvl9pPr marL="1870131"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9pPr>
          </a:lstStyle>
          <a:p>
            <a:pPr algn="ctr"/>
            <a:r>
              <a:rPr lang="en-US" sz="1200" dirty="0">
                <a:solidFill>
                  <a:schemeClr val="accent6">
                    <a:lumMod val="60000"/>
                    <a:lumOff val="40000"/>
                  </a:schemeClr>
                </a:solidFill>
                <a:latin typeface="+mj-lt"/>
                <a:cs typeface="Arial" panose="020B0604020202020204" pitchFamily="34" charset="0"/>
              </a:rPr>
              <a:t>FRUNK LOADED/ASSEMBLED IN Z-DIRECTION</a:t>
            </a:r>
            <a:endParaRPr lang="en-US" sz="1200" dirty="0">
              <a:solidFill>
                <a:schemeClr val="accent6">
                  <a:lumMod val="60000"/>
                  <a:lumOff val="40000"/>
                </a:schemeClr>
              </a:solidFill>
            </a:endParaRPr>
          </a:p>
        </p:txBody>
      </p:sp>
    </p:spTree>
    <p:extLst>
      <p:ext uri="{BB962C8B-B14F-4D97-AF65-F5344CB8AC3E}">
        <p14:creationId xmlns:p14="http://schemas.microsoft.com/office/powerpoint/2010/main" val="38964623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C3DE5A77-287F-8017-41E5-58224AE6B443}"/>
              </a:ext>
            </a:extLst>
          </p:cNvPr>
          <p:cNvSpPr>
            <a:spLocks noGrp="1"/>
          </p:cNvSpPr>
          <p:nvPr>
            <p:ph type="sldNum" sz="quarter" idx="10"/>
          </p:nvPr>
        </p:nvSpPr>
        <p:spPr>
          <a:xfrm>
            <a:off x="3" y="6356352"/>
            <a:ext cx="491300" cy="365125"/>
          </a:xfrm>
        </p:spPr>
        <p:txBody>
          <a:bodyPr/>
          <a:lstStyle/>
          <a:p>
            <a:fld id="{C4B1DB5C-CBD1-46F1-83D6-F5AA23577CB7}" type="slidenum">
              <a:rPr lang="en-GB" smtClean="0"/>
              <a:pPr/>
              <a:t>11</a:t>
            </a:fld>
            <a:endParaRPr lang="en-GB"/>
          </a:p>
        </p:txBody>
      </p:sp>
      <p:sp>
        <p:nvSpPr>
          <p:cNvPr id="54" name="Title 1"/>
          <p:cNvSpPr txBox="1">
            <a:spLocks/>
          </p:cNvSpPr>
          <p:nvPr/>
        </p:nvSpPr>
        <p:spPr>
          <a:xfrm>
            <a:off x="207579" y="726648"/>
            <a:ext cx="11776841" cy="585851"/>
          </a:xfrm>
          <a:prstGeom prst="rect">
            <a:avLst/>
          </a:prstGeom>
        </p:spPr>
        <p:txBody>
          <a:bodyPr vert="horz" lIns="121920" tIns="60960" rIns="121920" bIns="60960" rtlCol="0" anchor="t" anchorCtr="0">
            <a:noAutofit/>
          </a:bodyPr>
          <a:lstStyle>
            <a:lvl1pPr algn="l" rtl="0" eaLnBrk="0" fontAlgn="base" hangingPunct="0">
              <a:lnSpc>
                <a:spcPct val="90000"/>
              </a:lnSpc>
              <a:spcBef>
                <a:spcPct val="0"/>
              </a:spcBef>
              <a:spcAft>
                <a:spcPct val="0"/>
              </a:spcAft>
              <a:defRPr sz="2400" b="1" i="0" kern="1200" cap="all" baseline="0">
                <a:solidFill>
                  <a:srgbClr val="F79633"/>
                </a:solidFill>
                <a:latin typeface="Arial" charset="0"/>
                <a:ea typeface="Arial" charset="0"/>
                <a:cs typeface="Arial" charset="0"/>
              </a:defRPr>
            </a:lvl1pPr>
            <a:lvl2pPr algn="l" rtl="0" eaLnBrk="0" fontAlgn="base" hangingPunct="0">
              <a:lnSpc>
                <a:spcPct val="90000"/>
              </a:lnSpc>
              <a:spcBef>
                <a:spcPct val="0"/>
              </a:spcBef>
              <a:spcAft>
                <a:spcPct val="0"/>
              </a:spcAft>
              <a:defRPr sz="2250">
                <a:solidFill>
                  <a:srgbClr val="1B1D44"/>
                </a:solidFill>
                <a:latin typeface="Roboto" panose="02000000000000000000" pitchFamily="2" charset="0"/>
                <a:ea typeface="Roboto" panose="02000000000000000000" pitchFamily="2" charset="0"/>
                <a:cs typeface="Roboto" panose="02000000000000000000" pitchFamily="2" charset="0"/>
              </a:defRPr>
            </a:lvl2pPr>
            <a:lvl3pPr algn="l" rtl="0" eaLnBrk="0" fontAlgn="base" hangingPunct="0">
              <a:lnSpc>
                <a:spcPct val="90000"/>
              </a:lnSpc>
              <a:spcBef>
                <a:spcPct val="0"/>
              </a:spcBef>
              <a:spcAft>
                <a:spcPct val="0"/>
              </a:spcAft>
              <a:defRPr sz="2250">
                <a:solidFill>
                  <a:srgbClr val="1B1D44"/>
                </a:solidFill>
                <a:latin typeface="Roboto" panose="02000000000000000000" pitchFamily="2" charset="0"/>
                <a:ea typeface="Roboto" panose="02000000000000000000" pitchFamily="2" charset="0"/>
                <a:cs typeface="Roboto" panose="02000000000000000000" pitchFamily="2" charset="0"/>
              </a:defRPr>
            </a:lvl3pPr>
            <a:lvl4pPr algn="l" rtl="0" eaLnBrk="0" fontAlgn="base" hangingPunct="0">
              <a:lnSpc>
                <a:spcPct val="90000"/>
              </a:lnSpc>
              <a:spcBef>
                <a:spcPct val="0"/>
              </a:spcBef>
              <a:spcAft>
                <a:spcPct val="0"/>
              </a:spcAft>
              <a:defRPr sz="2250">
                <a:solidFill>
                  <a:srgbClr val="1B1D44"/>
                </a:solidFill>
                <a:latin typeface="Roboto" panose="02000000000000000000" pitchFamily="2" charset="0"/>
                <a:ea typeface="Roboto" panose="02000000000000000000" pitchFamily="2" charset="0"/>
                <a:cs typeface="Roboto" panose="02000000000000000000" pitchFamily="2" charset="0"/>
              </a:defRPr>
            </a:lvl4pPr>
            <a:lvl5pPr algn="l" rtl="0" eaLnBrk="0" fontAlgn="base" hangingPunct="0">
              <a:lnSpc>
                <a:spcPct val="90000"/>
              </a:lnSpc>
              <a:spcBef>
                <a:spcPct val="0"/>
              </a:spcBef>
              <a:spcAft>
                <a:spcPct val="0"/>
              </a:spcAft>
              <a:defRPr sz="2250">
                <a:solidFill>
                  <a:srgbClr val="1B1D44"/>
                </a:solidFill>
                <a:latin typeface="Roboto" panose="02000000000000000000" pitchFamily="2" charset="0"/>
                <a:ea typeface="Roboto" panose="02000000000000000000" pitchFamily="2" charset="0"/>
                <a:cs typeface="Roboto" panose="02000000000000000000" pitchFamily="2" charset="0"/>
              </a:defRPr>
            </a:lvl5pPr>
            <a:lvl6pPr marL="233778" algn="l" rtl="0" fontAlgn="base">
              <a:lnSpc>
                <a:spcPct val="90000"/>
              </a:lnSpc>
              <a:spcBef>
                <a:spcPct val="0"/>
              </a:spcBef>
              <a:spcAft>
                <a:spcPct val="0"/>
              </a:spcAft>
              <a:defRPr sz="2250">
                <a:solidFill>
                  <a:srgbClr val="1B1D44"/>
                </a:solidFill>
                <a:latin typeface="Roboto" panose="02000000000000000000" pitchFamily="2" charset="0"/>
                <a:ea typeface="Roboto" panose="02000000000000000000" pitchFamily="2" charset="0"/>
                <a:cs typeface="Roboto" panose="02000000000000000000" pitchFamily="2" charset="0"/>
              </a:defRPr>
            </a:lvl6pPr>
            <a:lvl7pPr marL="467558" algn="l" rtl="0" fontAlgn="base">
              <a:lnSpc>
                <a:spcPct val="90000"/>
              </a:lnSpc>
              <a:spcBef>
                <a:spcPct val="0"/>
              </a:spcBef>
              <a:spcAft>
                <a:spcPct val="0"/>
              </a:spcAft>
              <a:defRPr sz="2250">
                <a:solidFill>
                  <a:srgbClr val="1B1D44"/>
                </a:solidFill>
                <a:latin typeface="Roboto" panose="02000000000000000000" pitchFamily="2" charset="0"/>
                <a:ea typeface="Roboto" panose="02000000000000000000" pitchFamily="2" charset="0"/>
                <a:cs typeface="Roboto" panose="02000000000000000000" pitchFamily="2" charset="0"/>
              </a:defRPr>
            </a:lvl7pPr>
            <a:lvl8pPr marL="701333" algn="l" rtl="0" fontAlgn="base">
              <a:lnSpc>
                <a:spcPct val="90000"/>
              </a:lnSpc>
              <a:spcBef>
                <a:spcPct val="0"/>
              </a:spcBef>
              <a:spcAft>
                <a:spcPct val="0"/>
              </a:spcAft>
              <a:defRPr sz="2250">
                <a:solidFill>
                  <a:srgbClr val="1B1D44"/>
                </a:solidFill>
                <a:latin typeface="Roboto" panose="02000000000000000000" pitchFamily="2" charset="0"/>
                <a:ea typeface="Roboto" panose="02000000000000000000" pitchFamily="2" charset="0"/>
                <a:cs typeface="Roboto" panose="02000000000000000000" pitchFamily="2" charset="0"/>
              </a:defRPr>
            </a:lvl8pPr>
            <a:lvl9pPr marL="935114" algn="l" rtl="0" fontAlgn="base">
              <a:lnSpc>
                <a:spcPct val="90000"/>
              </a:lnSpc>
              <a:spcBef>
                <a:spcPct val="0"/>
              </a:spcBef>
              <a:spcAft>
                <a:spcPct val="0"/>
              </a:spcAft>
              <a:defRPr sz="2250">
                <a:solidFill>
                  <a:srgbClr val="1B1D44"/>
                </a:solidFill>
                <a:latin typeface="Roboto" panose="02000000000000000000" pitchFamily="2" charset="0"/>
                <a:ea typeface="Roboto" panose="02000000000000000000" pitchFamily="2" charset="0"/>
                <a:cs typeface="Roboto" panose="02000000000000000000" pitchFamily="2" charset="0"/>
              </a:defRPr>
            </a:lvl9pPr>
          </a:lstStyle>
          <a:p>
            <a:r>
              <a:rPr lang="en-US" sz="1800" dirty="0">
                <a:latin typeface="+mj-lt"/>
              </a:rPr>
              <a:t>ENGINEERING PACKAGING SECTIONS</a:t>
            </a:r>
            <a:endParaRPr lang="en-US" sz="1800" dirty="0">
              <a:solidFill>
                <a:srgbClr val="FF0000"/>
              </a:solidFill>
              <a:latin typeface="+mj-lt"/>
            </a:endParaRPr>
          </a:p>
        </p:txBody>
      </p:sp>
      <p:sp>
        <p:nvSpPr>
          <p:cNvPr id="3" name="TextBox 2">
            <a:extLst>
              <a:ext uri="{FF2B5EF4-FFF2-40B4-BE49-F238E27FC236}">
                <a16:creationId xmlns:a16="http://schemas.microsoft.com/office/drawing/2014/main" id="{61A2E05A-E8E0-3031-CE07-A5293E0FB1C4}"/>
              </a:ext>
            </a:extLst>
          </p:cNvPr>
          <p:cNvSpPr txBox="1"/>
          <p:nvPr/>
        </p:nvSpPr>
        <p:spPr>
          <a:xfrm>
            <a:off x="48829" y="6002697"/>
            <a:ext cx="5331496" cy="318100"/>
          </a:xfrm>
          <a:prstGeom prst="rect">
            <a:avLst/>
          </a:prstGeom>
          <a:solidFill>
            <a:srgbClr val="FFFF00"/>
          </a:solidFill>
          <a:ln w="3175">
            <a:solidFill>
              <a:srgbClr val="000000"/>
            </a:solidFill>
          </a:ln>
        </p:spPr>
        <p:txBody>
          <a:bodyPr wrap="square" rtlCol="0">
            <a:spAutoFit/>
          </a:bodyPr>
          <a:lstStyle/>
          <a:p>
            <a:r>
              <a:rPr lang="en-US" sz="1467" dirty="0">
                <a:solidFill>
                  <a:schemeClr val="accent6">
                    <a:lumMod val="50000"/>
                  </a:schemeClr>
                </a:solidFill>
                <a:ea typeface="Roboto Medium" panose="02000000000000000000" pitchFamily="2" charset="0"/>
                <a:cs typeface="Arial" panose="020B0604020202020204" pitchFamily="34" charset="0"/>
              </a:rPr>
              <a:t>For Fixation and Location strategy please refer next slides.</a:t>
            </a:r>
            <a:endParaRPr lang="en-US" sz="1467" dirty="0">
              <a:ea typeface="Roboto Medium" panose="02000000000000000000" pitchFamily="2" charset="0"/>
              <a:cs typeface="Arial" panose="020B0604020202020204" pitchFamily="34" charset="0"/>
            </a:endParaRPr>
          </a:p>
        </p:txBody>
      </p:sp>
      <p:pic>
        <p:nvPicPr>
          <p:cNvPr id="6" name="Picture 5">
            <a:extLst>
              <a:ext uri="{FF2B5EF4-FFF2-40B4-BE49-F238E27FC236}">
                <a16:creationId xmlns:a16="http://schemas.microsoft.com/office/drawing/2014/main" id="{5463D6DB-1CC6-549A-5153-6931AC937B1C}"/>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06938" y="1348339"/>
            <a:ext cx="5273387" cy="1989230"/>
          </a:xfrm>
          <a:prstGeom prst="rect">
            <a:avLst/>
          </a:prstGeom>
        </p:spPr>
      </p:pic>
      <p:grpSp>
        <p:nvGrpSpPr>
          <p:cNvPr id="8" name="Group 7">
            <a:extLst>
              <a:ext uri="{FF2B5EF4-FFF2-40B4-BE49-F238E27FC236}">
                <a16:creationId xmlns:a16="http://schemas.microsoft.com/office/drawing/2014/main" id="{5317A4CC-AD08-3409-F656-67FC93DA0EB9}"/>
              </a:ext>
            </a:extLst>
          </p:cNvPr>
          <p:cNvGrpSpPr/>
          <p:nvPr/>
        </p:nvGrpSpPr>
        <p:grpSpPr>
          <a:xfrm>
            <a:off x="5486283" y="2879610"/>
            <a:ext cx="2895152" cy="2172507"/>
            <a:chOff x="4236398" y="686556"/>
            <a:chExt cx="2687793" cy="1795720"/>
          </a:xfrm>
        </p:grpSpPr>
        <p:pic>
          <p:nvPicPr>
            <p:cNvPr id="13" name="Picture 12">
              <a:extLst>
                <a:ext uri="{FF2B5EF4-FFF2-40B4-BE49-F238E27FC236}">
                  <a16:creationId xmlns:a16="http://schemas.microsoft.com/office/drawing/2014/main" id="{A894B819-8A5E-C81B-EB89-9FDDF59C060C}"/>
                </a:ext>
              </a:extLst>
            </p:cNvPr>
            <p:cNvPicPr>
              <a:picLocks noChangeAspect="1"/>
            </p:cNvPicPr>
            <p:nvPr/>
          </p:nvPicPr>
          <p:blipFill rotWithShape="1">
            <a:blip r:embed="rId4">
              <a:extLst>
                <a:ext uri="{BEBA8EAE-BF5A-486C-A8C5-ECC9F3942E4B}">
                  <a14:imgProps xmlns:a14="http://schemas.microsoft.com/office/drawing/2010/main">
                    <a14:imgLayer r:embed="rId5">
                      <a14:imgEffect>
                        <a14:sharpenSoften amount="50000"/>
                      </a14:imgEffect>
                      <a14:imgEffect>
                        <a14:saturation sat="400000"/>
                      </a14:imgEffect>
                    </a14:imgLayer>
                  </a14:imgProps>
                </a:ext>
                <a:ext uri="{28A0092B-C50C-407E-A947-70E740481C1C}">
                  <a14:useLocalDpi xmlns:a14="http://schemas.microsoft.com/office/drawing/2010/main" val="0"/>
                </a:ext>
              </a:extLst>
            </a:blip>
            <a:srcRect l="11479" r="11479"/>
            <a:stretch/>
          </p:blipFill>
          <p:spPr>
            <a:xfrm>
              <a:off x="4236398" y="686556"/>
              <a:ext cx="2687793" cy="1795720"/>
            </a:xfrm>
            <a:prstGeom prst="rect">
              <a:avLst/>
            </a:prstGeom>
            <a:ln>
              <a:solidFill>
                <a:srgbClr val="000000"/>
              </a:solidFill>
            </a:ln>
          </p:spPr>
        </p:pic>
        <p:sp>
          <p:nvSpPr>
            <p:cNvPr id="14" name="TextBox 13">
              <a:extLst>
                <a:ext uri="{FF2B5EF4-FFF2-40B4-BE49-F238E27FC236}">
                  <a16:creationId xmlns:a16="http://schemas.microsoft.com/office/drawing/2014/main" id="{EE474D04-2882-F272-81C3-4BF86F8A8E50}"/>
                </a:ext>
              </a:extLst>
            </p:cNvPr>
            <p:cNvSpPr txBox="1"/>
            <p:nvPr/>
          </p:nvSpPr>
          <p:spPr>
            <a:xfrm>
              <a:off x="4279756" y="2123800"/>
              <a:ext cx="1242937" cy="279837"/>
            </a:xfrm>
            <a:prstGeom prst="rect">
              <a:avLst/>
            </a:prstGeom>
            <a:ln>
              <a:solidFill>
                <a:srgbClr val="000000"/>
              </a:solidFill>
            </a:ln>
          </p:spPr>
          <p:txBody>
            <a:bodyPr wrap="none" rtlCol="0">
              <a:spAutoFit/>
            </a:bodyPr>
            <a:lstStyle/>
            <a:p>
              <a:r>
                <a:rPr lang="en-US" sz="1600" dirty="0">
                  <a:solidFill>
                    <a:srgbClr val="000000"/>
                  </a:solidFill>
                  <a:ea typeface="Roboto Medium" panose="02000000000000000000" pitchFamily="2" charset="0"/>
                  <a:cs typeface="Arial" panose="020B0604020202020204" pitchFamily="34" charset="0"/>
                </a:rPr>
                <a:t>Section A-A</a:t>
              </a:r>
            </a:p>
          </p:txBody>
        </p:sp>
      </p:grpSp>
      <p:sp>
        <p:nvSpPr>
          <p:cNvPr id="9" name="Oval 8">
            <a:extLst>
              <a:ext uri="{FF2B5EF4-FFF2-40B4-BE49-F238E27FC236}">
                <a16:creationId xmlns:a16="http://schemas.microsoft.com/office/drawing/2014/main" id="{11B0D8C3-7DF9-0536-4228-9ECE130116BF}"/>
              </a:ext>
            </a:extLst>
          </p:cNvPr>
          <p:cNvSpPr/>
          <p:nvPr/>
        </p:nvSpPr>
        <p:spPr>
          <a:xfrm>
            <a:off x="7380189" y="4066147"/>
            <a:ext cx="583400" cy="84556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sp>
        <p:nvSpPr>
          <p:cNvPr id="10" name="TextBox 9">
            <a:extLst>
              <a:ext uri="{FF2B5EF4-FFF2-40B4-BE49-F238E27FC236}">
                <a16:creationId xmlns:a16="http://schemas.microsoft.com/office/drawing/2014/main" id="{1C7C036C-9C6F-F839-D54D-70A1A698A361}"/>
              </a:ext>
            </a:extLst>
          </p:cNvPr>
          <p:cNvSpPr txBox="1"/>
          <p:nvPr/>
        </p:nvSpPr>
        <p:spPr>
          <a:xfrm>
            <a:off x="5641418" y="2271789"/>
            <a:ext cx="2648761" cy="420756"/>
          </a:xfrm>
          <a:prstGeom prst="rect">
            <a:avLst/>
          </a:prstGeom>
        </p:spPr>
        <p:txBody>
          <a:bodyPr wrap="square" rtlCol="0">
            <a:spAutoFit/>
          </a:bodyPr>
          <a:lstStyle/>
          <a:p>
            <a:pPr algn="ctr"/>
            <a:r>
              <a:rPr lang="en-IN" sz="1067" dirty="0">
                <a:solidFill>
                  <a:srgbClr val="000000"/>
                </a:solidFill>
                <a:ea typeface="Roboto Medium" panose="02000000000000000000" pitchFamily="2" charset="0"/>
                <a:cs typeface="Arial" panose="020B0604020202020204" pitchFamily="34" charset="0"/>
              </a:rPr>
              <a:t>Highlighted area shows fixing with beautification panel.</a:t>
            </a:r>
            <a:r>
              <a:rPr lang="en-IN" sz="1067" dirty="0">
                <a:solidFill>
                  <a:srgbClr val="4B5258"/>
                </a:solidFill>
                <a:ea typeface="Roboto Medium" panose="02000000000000000000" pitchFamily="2" charset="0"/>
                <a:cs typeface="Arial" panose="020B0604020202020204" pitchFamily="34" charset="0"/>
              </a:rPr>
              <a:t> </a:t>
            </a:r>
            <a:endParaRPr lang="en-IN" sz="1067" dirty="0">
              <a:solidFill>
                <a:srgbClr val="000000"/>
              </a:solidFill>
              <a:ea typeface="Roboto Medium" panose="02000000000000000000" pitchFamily="2" charset="0"/>
              <a:cs typeface="Arial" panose="020B0604020202020204" pitchFamily="34" charset="0"/>
            </a:endParaRPr>
          </a:p>
        </p:txBody>
      </p:sp>
      <p:cxnSp>
        <p:nvCxnSpPr>
          <p:cNvPr id="12" name="Straight Arrow Connector 11">
            <a:extLst>
              <a:ext uri="{FF2B5EF4-FFF2-40B4-BE49-F238E27FC236}">
                <a16:creationId xmlns:a16="http://schemas.microsoft.com/office/drawing/2014/main" id="{15C2D24C-D5FF-A8C2-B928-6C4C8BCFD7AE}"/>
              </a:ext>
            </a:extLst>
          </p:cNvPr>
          <p:cNvCxnSpPr>
            <a:cxnSpLocks/>
            <a:stCxn id="9" idx="0"/>
            <a:endCxn id="10" idx="2"/>
          </p:cNvCxnSpPr>
          <p:nvPr/>
        </p:nvCxnSpPr>
        <p:spPr>
          <a:xfrm flipH="1" flipV="1">
            <a:off x="6965799" y="2692545"/>
            <a:ext cx="706090" cy="1373602"/>
          </a:xfrm>
          <a:prstGeom prst="straightConnector1">
            <a:avLst/>
          </a:prstGeom>
          <a:ln>
            <a:solidFill>
              <a:srgbClr val="000000"/>
            </a:solidFill>
            <a:tailEnd type="triangle"/>
          </a:ln>
        </p:spPr>
        <p:style>
          <a:lnRef idx="1">
            <a:schemeClr val="accent1"/>
          </a:lnRef>
          <a:fillRef idx="0">
            <a:schemeClr val="accent1"/>
          </a:fillRef>
          <a:effectRef idx="0">
            <a:schemeClr val="accent1"/>
          </a:effectRef>
          <a:fontRef idx="minor">
            <a:schemeClr val="tx1"/>
          </a:fontRef>
        </p:style>
      </p:cxnSp>
      <p:grpSp>
        <p:nvGrpSpPr>
          <p:cNvPr id="19" name="Group 18">
            <a:extLst>
              <a:ext uri="{FF2B5EF4-FFF2-40B4-BE49-F238E27FC236}">
                <a16:creationId xmlns:a16="http://schemas.microsoft.com/office/drawing/2014/main" id="{AE59128C-5FE8-FB09-6C1D-D965C34A2969}"/>
              </a:ext>
            </a:extLst>
          </p:cNvPr>
          <p:cNvGrpSpPr/>
          <p:nvPr/>
        </p:nvGrpSpPr>
        <p:grpSpPr>
          <a:xfrm>
            <a:off x="1923931" y="2181906"/>
            <a:ext cx="498395" cy="938916"/>
            <a:chOff x="1723273" y="1604497"/>
            <a:chExt cx="409313" cy="1088946"/>
          </a:xfrm>
        </p:grpSpPr>
        <p:grpSp>
          <p:nvGrpSpPr>
            <p:cNvPr id="20" name="Group 19">
              <a:extLst>
                <a:ext uri="{FF2B5EF4-FFF2-40B4-BE49-F238E27FC236}">
                  <a16:creationId xmlns:a16="http://schemas.microsoft.com/office/drawing/2014/main" id="{311C7EB5-7112-972F-FCCD-4C80EFC88DA8}"/>
                </a:ext>
              </a:extLst>
            </p:cNvPr>
            <p:cNvGrpSpPr/>
            <p:nvPr/>
          </p:nvGrpSpPr>
          <p:grpSpPr>
            <a:xfrm>
              <a:off x="1789686" y="1809750"/>
              <a:ext cx="342900" cy="720973"/>
              <a:chOff x="2216684" y="3181350"/>
              <a:chExt cx="609600" cy="1219200"/>
            </a:xfrm>
          </p:grpSpPr>
          <p:cxnSp>
            <p:nvCxnSpPr>
              <p:cNvPr id="23" name="Straight Connector 22">
                <a:extLst>
                  <a:ext uri="{FF2B5EF4-FFF2-40B4-BE49-F238E27FC236}">
                    <a16:creationId xmlns:a16="http://schemas.microsoft.com/office/drawing/2014/main" id="{F0160CEB-7CCC-3129-C0F0-246240915900}"/>
                  </a:ext>
                </a:extLst>
              </p:cNvPr>
              <p:cNvCxnSpPr/>
              <p:nvPr/>
            </p:nvCxnSpPr>
            <p:spPr>
              <a:xfrm>
                <a:off x="2819400" y="3181350"/>
                <a:ext cx="0" cy="12192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3928AB39-923F-92CE-3329-09BCDBAB8CF1}"/>
                  </a:ext>
                </a:extLst>
              </p:cNvPr>
              <p:cNvCxnSpPr/>
              <p:nvPr/>
            </p:nvCxnSpPr>
            <p:spPr>
              <a:xfrm>
                <a:off x="2241627" y="3249203"/>
                <a:ext cx="551335" cy="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C2A077B2-E7DB-ACB1-39E8-067ED6381D4D}"/>
                  </a:ext>
                </a:extLst>
              </p:cNvPr>
              <p:cNvCxnSpPr/>
              <p:nvPr/>
            </p:nvCxnSpPr>
            <p:spPr>
              <a:xfrm>
                <a:off x="2216684" y="4324349"/>
                <a:ext cx="609600"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21" name="TextBox 20">
              <a:extLst>
                <a:ext uri="{FF2B5EF4-FFF2-40B4-BE49-F238E27FC236}">
                  <a16:creationId xmlns:a16="http://schemas.microsoft.com/office/drawing/2014/main" id="{6B56A4CD-C599-338D-2183-967CE2DEA620}"/>
                </a:ext>
              </a:extLst>
            </p:cNvPr>
            <p:cNvSpPr txBox="1"/>
            <p:nvPr/>
          </p:nvSpPr>
          <p:spPr>
            <a:xfrm>
              <a:off x="1738068" y="1604497"/>
              <a:ext cx="271585" cy="186781"/>
            </a:xfrm>
            <a:prstGeom prst="rect">
              <a:avLst/>
            </a:prstGeom>
            <a:noFill/>
          </p:spPr>
          <p:txBody>
            <a:bodyPr wrap="square" rtlCol="0">
              <a:spAutoFit/>
            </a:bodyPr>
            <a:lstStyle/>
            <a:p>
              <a:r>
                <a:rPr lang="en-US" sz="933" b="1" dirty="0">
                  <a:solidFill>
                    <a:srgbClr val="000000"/>
                  </a:solidFill>
                  <a:ea typeface="Roboto Medium" panose="02000000000000000000" pitchFamily="2" charset="0"/>
                  <a:cs typeface="Arial" panose="020B0604020202020204" pitchFamily="34" charset="0"/>
                </a:rPr>
                <a:t>A</a:t>
              </a:r>
            </a:p>
          </p:txBody>
        </p:sp>
        <p:sp>
          <p:nvSpPr>
            <p:cNvPr id="22" name="TextBox 21">
              <a:extLst>
                <a:ext uri="{FF2B5EF4-FFF2-40B4-BE49-F238E27FC236}">
                  <a16:creationId xmlns:a16="http://schemas.microsoft.com/office/drawing/2014/main" id="{B4326D42-0164-518A-7B53-284B5C161F7A}"/>
                </a:ext>
              </a:extLst>
            </p:cNvPr>
            <p:cNvSpPr txBox="1"/>
            <p:nvPr/>
          </p:nvSpPr>
          <p:spPr>
            <a:xfrm>
              <a:off x="1723273" y="2506662"/>
              <a:ext cx="271585" cy="186781"/>
            </a:xfrm>
            <a:prstGeom prst="rect">
              <a:avLst/>
            </a:prstGeom>
            <a:noFill/>
          </p:spPr>
          <p:txBody>
            <a:bodyPr wrap="square" rtlCol="0">
              <a:spAutoFit/>
            </a:bodyPr>
            <a:lstStyle/>
            <a:p>
              <a:r>
                <a:rPr lang="en-US" sz="933" b="1" dirty="0">
                  <a:solidFill>
                    <a:srgbClr val="000000"/>
                  </a:solidFill>
                  <a:ea typeface="Roboto Medium" panose="02000000000000000000" pitchFamily="2" charset="0"/>
                  <a:cs typeface="Arial" panose="020B0604020202020204" pitchFamily="34" charset="0"/>
                </a:rPr>
                <a:t>A</a:t>
              </a:r>
            </a:p>
          </p:txBody>
        </p:sp>
      </p:grpSp>
      <p:pic>
        <p:nvPicPr>
          <p:cNvPr id="26" name="Picture 25">
            <a:extLst>
              <a:ext uri="{FF2B5EF4-FFF2-40B4-BE49-F238E27FC236}">
                <a16:creationId xmlns:a16="http://schemas.microsoft.com/office/drawing/2014/main" id="{6586E1C4-90EF-8613-53A5-10C3058E66A3}"/>
              </a:ext>
            </a:extLst>
          </p:cNvPr>
          <p:cNvPicPr>
            <a:picLocks noChangeAspect="1"/>
          </p:cNvPicPr>
          <p:nvPr/>
        </p:nvPicPr>
        <p:blipFill rotWithShape="1">
          <a:blip r:embed="rId6">
            <a:extLst>
              <a:ext uri="{BEBA8EAE-BF5A-486C-A8C5-ECC9F3942E4B}">
                <a14:imgProps xmlns:a14="http://schemas.microsoft.com/office/drawing/2010/main">
                  <a14:imgLayer r:embed="rId7">
                    <a14:imgEffect>
                      <a14:sharpenSoften amount="50000"/>
                    </a14:imgEffect>
                    <a14:imgEffect>
                      <a14:saturation sat="400000"/>
                    </a14:imgEffect>
                  </a14:imgLayer>
                </a14:imgProps>
              </a:ext>
              <a:ext uri="{28A0092B-C50C-407E-A947-70E740481C1C}">
                <a14:useLocalDpi xmlns:a14="http://schemas.microsoft.com/office/drawing/2010/main" val="0"/>
              </a:ext>
            </a:extLst>
          </a:blip>
          <a:srcRect l="1356" r="1356"/>
          <a:stretch/>
        </p:blipFill>
        <p:spPr>
          <a:xfrm>
            <a:off x="8551272" y="2879610"/>
            <a:ext cx="3149600" cy="2170976"/>
          </a:xfrm>
          <a:prstGeom prst="rect">
            <a:avLst/>
          </a:prstGeom>
          <a:ln w="9525">
            <a:solidFill>
              <a:srgbClr val="000000"/>
            </a:solidFill>
          </a:ln>
        </p:spPr>
      </p:pic>
      <p:sp>
        <p:nvSpPr>
          <p:cNvPr id="27" name="TextBox 26">
            <a:extLst>
              <a:ext uri="{FF2B5EF4-FFF2-40B4-BE49-F238E27FC236}">
                <a16:creationId xmlns:a16="http://schemas.microsoft.com/office/drawing/2014/main" id="{79888FA0-3DEC-7D0A-DF80-03406F4DF0A2}"/>
              </a:ext>
            </a:extLst>
          </p:cNvPr>
          <p:cNvSpPr txBox="1"/>
          <p:nvPr/>
        </p:nvSpPr>
        <p:spPr>
          <a:xfrm>
            <a:off x="8796692" y="2270258"/>
            <a:ext cx="2854993" cy="420756"/>
          </a:xfrm>
          <a:prstGeom prst="rect">
            <a:avLst/>
          </a:prstGeom>
        </p:spPr>
        <p:txBody>
          <a:bodyPr wrap="square" rtlCol="0">
            <a:spAutoFit/>
          </a:bodyPr>
          <a:lstStyle/>
          <a:p>
            <a:pPr algn="ctr"/>
            <a:r>
              <a:rPr lang="en-IN" sz="1067" dirty="0">
                <a:solidFill>
                  <a:srgbClr val="000000"/>
                </a:solidFill>
                <a:ea typeface="Roboto Medium" panose="02000000000000000000" pitchFamily="2" charset="0"/>
                <a:cs typeface="Arial" panose="020B0604020202020204" pitchFamily="34" charset="0"/>
              </a:rPr>
              <a:t>Highlighted area shows fixing with high voltage tray </a:t>
            </a:r>
          </a:p>
        </p:txBody>
      </p:sp>
      <p:grpSp>
        <p:nvGrpSpPr>
          <p:cNvPr id="28" name="Group 27">
            <a:extLst>
              <a:ext uri="{FF2B5EF4-FFF2-40B4-BE49-F238E27FC236}">
                <a16:creationId xmlns:a16="http://schemas.microsoft.com/office/drawing/2014/main" id="{ED4F49B3-DC49-FFC1-B5F5-2DA39E5C3455}"/>
              </a:ext>
            </a:extLst>
          </p:cNvPr>
          <p:cNvGrpSpPr/>
          <p:nvPr/>
        </p:nvGrpSpPr>
        <p:grpSpPr>
          <a:xfrm>
            <a:off x="2934828" y="2462545"/>
            <a:ext cx="496847" cy="884077"/>
            <a:chOff x="1724544" y="1631837"/>
            <a:chExt cx="408042" cy="1010150"/>
          </a:xfrm>
        </p:grpSpPr>
        <p:grpSp>
          <p:nvGrpSpPr>
            <p:cNvPr id="29" name="Group 28">
              <a:extLst>
                <a:ext uri="{FF2B5EF4-FFF2-40B4-BE49-F238E27FC236}">
                  <a16:creationId xmlns:a16="http://schemas.microsoft.com/office/drawing/2014/main" id="{8AB84F60-B057-27C7-8DD6-553B8F8AC5D4}"/>
                </a:ext>
              </a:extLst>
            </p:cNvPr>
            <p:cNvGrpSpPr/>
            <p:nvPr/>
          </p:nvGrpSpPr>
          <p:grpSpPr>
            <a:xfrm>
              <a:off x="1789686" y="1809750"/>
              <a:ext cx="342900" cy="720973"/>
              <a:chOff x="2216684" y="3181350"/>
              <a:chExt cx="609600" cy="1219200"/>
            </a:xfrm>
          </p:grpSpPr>
          <p:cxnSp>
            <p:nvCxnSpPr>
              <p:cNvPr id="32" name="Straight Connector 31">
                <a:extLst>
                  <a:ext uri="{FF2B5EF4-FFF2-40B4-BE49-F238E27FC236}">
                    <a16:creationId xmlns:a16="http://schemas.microsoft.com/office/drawing/2014/main" id="{717CCC4D-987B-3CE8-7D29-8997834EC592}"/>
                  </a:ext>
                </a:extLst>
              </p:cNvPr>
              <p:cNvCxnSpPr/>
              <p:nvPr/>
            </p:nvCxnSpPr>
            <p:spPr>
              <a:xfrm>
                <a:off x="2819400" y="3181350"/>
                <a:ext cx="0" cy="12192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2B6A94FC-A8C3-8576-2E01-36BB08CA727A}"/>
                  </a:ext>
                </a:extLst>
              </p:cNvPr>
              <p:cNvCxnSpPr/>
              <p:nvPr/>
            </p:nvCxnSpPr>
            <p:spPr>
              <a:xfrm>
                <a:off x="2241627" y="3249203"/>
                <a:ext cx="551335" cy="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4A0C737B-896C-3EA2-DA5B-7160048C2C46}"/>
                  </a:ext>
                </a:extLst>
              </p:cNvPr>
              <p:cNvCxnSpPr/>
              <p:nvPr/>
            </p:nvCxnSpPr>
            <p:spPr>
              <a:xfrm>
                <a:off x="2216684" y="4324349"/>
                <a:ext cx="609600"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30" name="TextBox 29">
              <a:extLst>
                <a:ext uri="{FF2B5EF4-FFF2-40B4-BE49-F238E27FC236}">
                  <a16:creationId xmlns:a16="http://schemas.microsoft.com/office/drawing/2014/main" id="{E03D56CA-BA4F-BFAD-55E9-B1E0FDE9B8F1}"/>
                </a:ext>
              </a:extLst>
            </p:cNvPr>
            <p:cNvSpPr txBox="1"/>
            <p:nvPr/>
          </p:nvSpPr>
          <p:spPr>
            <a:xfrm>
              <a:off x="1724544" y="1631837"/>
              <a:ext cx="271585" cy="186781"/>
            </a:xfrm>
            <a:prstGeom prst="rect">
              <a:avLst/>
            </a:prstGeom>
            <a:noFill/>
          </p:spPr>
          <p:txBody>
            <a:bodyPr wrap="square" rtlCol="0">
              <a:spAutoFit/>
            </a:bodyPr>
            <a:lstStyle/>
            <a:p>
              <a:r>
                <a:rPr lang="en-US" sz="933" b="1" dirty="0">
                  <a:solidFill>
                    <a:srgbClr val="000000"/>
                  </a:solidFill>
                  <a:ea typeface="Roboto Medium" panose="02000000000000000000" pitchFamily="2" charset="0"/>
                  <a:cs typeface="Arial" panose="020B0604020202020204" pitchFamily="34" charset="0"/>
                </a:rPr>
                <a:t>B</a:t>
              </a:r>
            </a:p>
          </p:txBody>
        </p:sp>
        <p:sp>
          <p:nvSpPr>
            <p:cNvPr id="31" name="TextBox 30">
              <a:extLst>
                <a:ext uri="{FF2B5EF4-FFF2-40B4-BE49-F238E27FC236}">
                  <a16:creationId xmlns:a16="http://schemas.microsoft.com/office/drawing/2014/main" id="{56D1611F-6C07-30E6-C40B-A01A892AAC04}"/>
                </a:ext>
              </a:extLst>
            </p:cNvPr>
            <p:cNvSpPr txBox="1"/>
            <p:nvPr/>
          </p:nvSpPr>
          <p:spPr>
            <a:xfrm>
              <a:off x="1725523" y="2455206"/>
              <a:ext cx="271585" cy="186781"/>
            </a:xfrm>
            <a:prstGeom prst="rect">
              <a:avLst/>
            </a:prstGeom>
            <a:noFill/>
          </p:spPr>
          <p:txBody>
            <a:bodyPr wrap="square" rtlCol="0">
              <a:spAutoFit/>
            </a:bodyPr>
            <a:lstStyle/>
            <a:p>
              <a:r>
                <a:rPr lang="en-US" sz="933" b="1" dirty="0">
                  <a:solidFill>
                    <a:srgbClr val="000000"/>
                  </a:solidFill>
                  <a:ea typeface="Roboto Medium" panose="02000000000000000000" pitchFamily="2" charset="0"/>
                  <a:cs typeface="Arial" panose="020B0604020202020204" pitchFamily="34" charset="0"/>
                </a:rPr>
                <a:t>B</a:t>
              </a:r>
            </a:p>
          </p:txBody>
        </p:sp>
      </p:grpSp>
      <p:sp>
        <p:nvSpPr>
          <p:cNvPr id="36" name="TextBox 35">
            <a:extLst>
              <a:ext uri="{FF2B5EF4-FFF2-40B4-BE49-F238E27FC236}">
                <a16:creationId xmlns:a16="http://schemas.microsoft.com/office/drawing/2014/main" id="{EC3E8896-60E1-1A3D-516B-FD4D01207F22}"/>
              </a:ext>
            </a:extLst>
          </p:cNvPr>
          <p:cNvSpPr txBox="1"/>
          <p:nvPr/>
        </p:nvSpPr>
        <p:spPr>
          <a:xfrm>
            <a:off x="8596537" y="4618424"/>
            <a:ext cx="1313180" cy="338554"/>
          </a:xfrm>
          <a:prstGeom prst="rect">
            <a:avLst/>
          </a:prstGeom>
          <a:ln>
            <a:solidFill>
              <a:srgbClr val="000000"/>
            </a:solidFill>
          </a:ln>
        </p:spPr>
        <p:txBody>
          <a:bodyPr wrap="none" rtlCol="0">
            <a:spAutoFit/>
          </a:bodyPr>
          <a:lstStyle/>
          <a:p>
            <a:r>
              <a:rPr lang="en-US" sz="1600" dirty="0">
                <a:solidFill>
                  <a:srgbClr val="000000"/>
                </a:solidFill>
                <a:ea typeface="Roboto Medium" panose="02000000000000000000" pitchFamily="2" charset="0"/>
                <a:cs typeface="Arial" panose="020B0604020202020204" pitchFamily="34" charset="0"/>
              </a:rPr>
              <a:t>Section B-B</a:t>
            </a:r>
          </a:p>
        </p:txBody>
      </p:sp>
      <p:sp>
        <p:nvSpPr>
          <p:cNvPr id="37" name="Oval 36">
            <a:extLst>
              <a:ext uri="{FF2B5EF4-FFF2-40B4-BE49-F238E27FC236}">
                <a16:creationId xmlns:a16="http://schemas.microsoft.com/office/drawing/2014/main" id="{60C941F3-96A2-D189-5697-7404F877DC13}"/>
              </a:ext>
            </a:extLst>
          </p:cNvPr>
          <p:cNvSpPr/>
          <p:nvPr/>
        </p:nvSpPr>
        <p:spPr>
          <a:xfrm>
            <a:off x="10142959" y="4035880"/>
            <a:ext cx="583400" cy="84556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cxnSp>
        <p:nvCxnSpPr>
          <p:cNvPr id="38" name="Straight Arrow Connector 37">
            <a:extLst>
              <a:ext uri="{FF2B5EF4-FFF2-40B4-BE49-F238E27FC236}">
                <a16:creationId xmlns:a16="http://schemas.microsoft.com/office/drawing/2014/main" id="{F5754C83-04EE-46BE-2EDD-454786FCC039}"/>
              </a:ext>
            </a:extLst>
          </p:cNvPr>
          <p:cNvCxnSpPr>
            <a:cxnSpLocks/>
            <a:stCxn id="37" idx="0"/>
            <a:endCxn id="27" idx="2"/>
          </p:cNvCxnSpPr>
          <p:nvPr/>
        </p:nvCxnSpPr>
        <p:spPr>
          <a:xfrm flipH="1" flipV="1">
            <a:off x="10224189" y="2691014"/>
            <a:ext cx="210470" cy="1344866"/>
          </a:xfrm>
          <a:prstGeom prst="straightConnector1">
            <a:avLst/>
          </a:prstGeom>
          <a:ln>
            <a:solidFill>
              <a:srgbClr val="000000"/>
            </a:solidFill>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CEE30EC2-C7B2-CBCB-ACEE-D1486EF44D79}"/>
              </a:ext>
            </a:extLst>
          </p:cNvPr>
          <p:cNvSpPr txBox="1"/>
          <p:nvPr/>
        </p:nvSpPr>
        <p:spPr>
          <a:xfrm>
            <a:off x="48830" y="3731027"/>
            <a:ext cx="5139879" cy="1846659"/>
          </a:xfrm>
          <a:prstGeom prst="rect">
            <a:avLst/>
          </a:prstGeom>
          <a:ln>
            <a:noFill/>
          </a:ln>
        </p:spPr>
        <p:txBody>
          <a:bodyPr wrap="square" lIns="121920" tIns="60960" rIns="121920" bIns="60960" rtlCol="0" anchor="t">
            <a:spAutoFit/>
          </a:bodyPr>
          <a:lstStyle/>
          <a:p>
            <a:pPr algn="just"/>
            <a:r>
              <a:rPr lang="en-US" sz="1400" b="1" dirty="0">
                <a:solidFill>
                  <a:schemeClr val="accent6">
                    <a:lumMod val="50000"/>
                  </a:schemeClr>
                </a:solidFill>
                <a:ea typeface="Roboto Medium" panose="02000000000000000000" pitchFamily="2" charset="0"/>
                <a:cs typeface="Arial" panose="020B0604020202020204" pitchFamily="34" charset="0"/>
              </a:rPr>
              <a:t>Frunk:</a:t>
            </a:r>
          </a:p>
          <a:p>
            <a:pPr marL="228594" indent="-228594" algn="just">
              <a:buFont typeface="Arial" panose="020B0604020202020204" pitchFamily="34" charset="0"/>
              <a:buChar char="•"/>
            </a:pPr>
            <a:r>
              <a:rPr lang="en-US" sz="1400" dirty="0">
                <a:solidFill>
                  <a:schemeClr val="accent6">
                    <a:lumMod val="50000"/>
                  </a:schemeClr>
                </a:solidFill>
                <a:ea typeface="Roboto Medium" panose="02000000000000000000" pitchFamily="2" charset="0"/>
                <a:cs typeface="Arial" panose="020B0604020202020204" pitchFamily="34" charset="0"/>
              </a:rPr>
              <a:t>Frunk is attached to beautification panel using 4x push in plastic pins. </a:t>
            </a:r>
          </a:p>
          <a:p>
            <a:pPr marL="228594" indent="-228594" algn="just">
              <a:buFont typeface="Arial" panose="020B0604020202020204" pitchFamily="34" charset="0"/>
              <a:buChar char="•"/>
            </a:pPr>
            <a:r>
              <a:rPr lang="en-US" sz="1400" dirty="0">
                <a:solidFill>
                  <a:schemeClr val="accent6">
                    <a:lumMod val="50000"/>
                  </a:schemeClr>
                </a:solidFill>
                <a:ea typeface="Roboto Medium" panose="02000000000000000000" pitchFamily="2" charset="0"/>
                <a:cs typeface="Arial" panose="020B0604020202020204" pitchFamily="34" charset="0"/>
              </a:rPr>
              <a:t>Cruciform locator features into front end carrier.</a:t>
            </a:r>
          </a:p>
          <a:p>
            <a:pPr marL="228594" indent="-228594" algn="just">
              <a:buFont typeface="Arial" panose="020B0604020202020204" pitchFamily="34" charset="0"/>
              <a:buChar char="•"/>
            </a:pPr>
            <a:r>
              <a:rPr lang="en-US" sz="1400" dirty="0">
                <a:solidFill>
                  <a:schemeClr val="accent6">
                    <a:lumMod val="50000"/>
                  </a:schemeClr>
                </a:solidFill>
                <a:ea typeface="Roboto Medium" panose="02000000000000000000" pitchFamily="2" charset="0"/>
                <a:cs typeface="Arial" panose="020B0604020202020204" pitchFamily="34" charset="0"/>
              </a:rPr>
              <a:t>Fixing with high voltage tray should be used at 3.2 Nm torque to avoid cracking of fixing. </a:t>
            </a:r>
          </a:p>
          <a:p>
            <a:pPr marL="228594" indent="-228594" algn="just">
              <a:buFont typeface="Arial" panose="020B0604020202020204" pitchFamily="34" charset="0"/>
              <a:buChar char="•"/>
            </a:pPr>
            <a:r>
              <a:rPr lang="en-US" sz="1400" dirty="0">
                <a:solidFill>
                  <a:schemeClr val="accent6">
                    <a:lumMod val="50000"/>
                  </a:schemeClr>
                </a:solidFill>
                <a:ea typeface="Roboto Medium" panose="02000000000000000000" pitchFamily="2" charset="0"/>
                <a:cs typeface="Arial" panose="020B0604020202020204" pitchFamily="34" charset="0"/>
              </a:rPr>
              <a:t>2x fixings from frunk moulding to upper mounting bracket.</a:t>
            </a:r>
          </a:p>
        </p:txBody>
      </p:sp>
    </p:spTree>
    <p:extLst>
      <p:ext uri="{BB962C8B-B14F-4D97-AF65-F5344CB8AC3E}">
        <p14:creationId xmlns:p14="http://schemas.microsoft.com/office/powerpoint/2010/main" val="7487217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7">
            <a:extLst>
              <a:ext uri="{FF2B5EF4-FFF2-40B4-BE49-F238E27FC236}">
                <a16:creationId xmlns:a16="http://schemas.microsoft.com/office/drawing/2014/main" id="{BFEF41AF-4706-E4E5-A9DF-4EF509C6D965}"/>
              </a:ext>
            </a:extLst>
          </p:cNvPr>
          <p:cNvSpPr txBox="1"/>
          <p:nvPr/>
        </p:nvSpPr>
        <p:spPr>
          <a:xfrm>
            <a:off x="171404" y="1194408"/>
            <a:ext cx="7245096" cy="2277547"/>
          </a:xfrm>
          <a:prstGeom prst="rect">
            <a:avLst/>
          </a:prstGeom>
        </p:spPr>
        <p:txBody>
          <a:bodyPr wrap="square" lIns="91440" tIns="45720" rIns="91440" bIns="45720" rtlCol="0" anchor="t">
            <a:spAutoFit/>
          </a:bodyPr>
          <a:lstStyle>
            <a:defPPr>
              <a:defRPr lang="en-US"/>
            </a:defPPr>
            <a:lvl1pPr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1pPr>
            <a:lvl2pPr marL="370130" indent="-137176"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2pPr>
            <a:lvl3pPr marL="741072" indent="-277598"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3pPr>
            <a:lvl4pPr marL="1112826" indent="-417208"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4pPr>
            <a:lvl5pPr marL="1484579" indent="-556007"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5pPr>
            <a:lvl6pPr marL="1168832"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6pPr>
            <a:lvl7pPr marL="1402598"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7pPr>
            <a:lvl8pPr marL="1636365"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8pPr>
            <a:lvl9pPr marL="1870131"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9pPr>
          </a:lstStyle>
          <a:p>
            <a:r>
              <a:rPr lang="en-US" sz="1400" b="1" dirty="0">
                <a:solidFill>
                  <a:schemeClr val="accent6">
                    <a:lumMod val="50000"/>
                  </a:schemeClr>
                </a:solidFill>
                <a:latin typeface="+mn-lt"/>
                <a:ea typeface="Roboto Medium" panose="02000000000000000000" pitchFamily="2" charset="0"/>
                <a:cs typeface="Arial" panose="020B0604020202020204" pitchFamily="34" charset="0"/>
              </a:rPr>
              <a:t>Frunk Fixations-</a:t>
            </a:r>
            <a:br>
              <a:rPr lang="en-US" sz="1400" b="1" dirty="0">
                <a:solidFill>
                  <a:schemeClr val="accent6">
                    <a:lumMod val="50000"/>
                  </a:schemeClr>
                </a:solidFill>
                <a:latin typeface="+mn-lt"/>
                <a:ea typeface="Roboto Medium" panose="02000000000000000000" pitchFamily="2" charset="0"/>
                <a:cs typeface="Arial" panose="020B0604020202020204" pitchFamily="34" charset="0"/>
              </a:rPr>
            </a:br>
            <a:r>
              <a:rPr lang="en-GB" sz="1400" dirty="0" err="1">
                <a:cs typeface="Arial" panose="020B0604020202020204" pitchFamily="34" charset="0"/>
              </a:rPr>
              <a:t>Snaploc</a:t>
            </a:r>
            <a:r>
              <a:rPr lang="en-GB" sz="1400" dirty="0">
                <a:cs typeface="Arial" panose="020B0604020202020204" pitchFamily="34" charset="0"/>
              </a:rPr>
              <a:t> Fixings provide the primary locator features into HV Tray acting as a 4w and 2w respectively</a:t>
            </a:r>
            <a:r>
              <a:rPr lang="en-US" sz="1400" dirty="0">
                <a:solidFill>
                  <a:schemeClr val="accent6">
                    <a:lumMod val="50000"/>
                  </a:schemeClr>
                </a:solidFill>
                <a:latin typeface="+mn-lt"/>
                <a:ea typeface="Roboto Medium" panose="02000000000000000000" pitchFamily="2" charset="0"/>
                <a:cs typeface="Arial" panose="020B0604020202020204" pitchFamily="34" charset="0"/>
              </a:rPr>
              <a:t>.</a:t>
            </a:r>
          </a:p>
          <a:p>
            <a:endParaRPr lang="en-US" sz="1400" b="1" dirty="0">
              <a:solidFill>
                <a:schemeClr val="accent6">
                  <a:lumMod val="50000"/>
                </a:schemeClr>
              </a:solidFill>
              <a:latin typeface="+mn-lt"/>
              <a:ea typeface="Roboto Medium" panose="02000000000000000000" pitchFamily="2" charset="0"/>
              <a:cs typeface="Arial" panose="020B0604020202020204" pitchFamily="34" charset="0"/>
            </a:endParaRPr>
          </a:p>
          <a:p>
            <a:r>
              <a:rPr lang="en-US" sz="1400" b="1" dirty="0">
                <a:solidFill>
                  <a:schemeClr val="accent6">
                    <a:lumMod val="50000"/>
                  </a:schemeClr>
                </a:solidFill>
                <a:latin typeface="+mn-lt"/>
                <a:ea typeface="Roboto Medium" panose="02000000000000000000" pitchFamily="2" charset="0"/>
                <a:cs typeface="Arial" panose="020B0604020202020204" pitchFamily="34" charset="0"/>
              </a:rPr>
              <a:t>Frunk assembles with </a:t>
            </a:r>
          </a:p>
          <a:p>
            <a:pPr marL="228600" indent="-228600">
              <a:buAutoNum type="alphaLcPeriod"/>
            </a:pPr>
            <a:r>
              <a:rPr lang="en-US" sz="1400" dirty="0">
                <a:solidFill>
                  <a:schemeClr val="accent6">
                    <a:lumMod val="50000"/>
                  </a:schemeClr>
                </a:solidFill>
                <a:latin typeface="+mn-lt"/>
                <a:ea typeface="Roboto Medium" panose="02000000000000000000" pitchFamily="2" charset="0"/>
                <a:cs typeface="Arial" panose="020B0604020202020204" pitchFamily="34" charset="0"/>
              </a:rPr>
              <a:t>Front End carrier</a:t>
            </a:r>
          </a:p>
          <a:p>
            <a:pPr marL="228600" indent="-228600">
              <a:buAutoNum type="alphaLcPeriod"/>
            </a:pPr>
            <a:r>
              <a:rPr lang="en-US" sz="1400" dirty="0">
                <a:solidFill>
                  <a:schemeClr val="accent6">
                    <a:lumMod val="50000"/>
                  </a:schemeClr>
                </a:solidFill>
                <a:latin typeface="+mn-lt"/>
                <a:ea typeface="Roboto Medium" panose="02000000000000000000" pitchFamily="2" charset="0"/>
                <a:cs typeface="Arial" panose="020B0604020202020204" pitchFamily="34" charset="0"/>
              </a:rPr>
              <a:t>Beautification panel</a:t>
            </a:r>
          </a:p>
          <a:p>
            <a:pPr marL="228600" indent="-228600">
              <a:buAutoNum type="alphaLcPeriod"/>
            </a:pPr>
            <a:r>
              <a:rPr lang="en-US" sz="1400" dirty="0">
                <a:solidFill>
                  <a:schemeClr val="accent6">
                    <a:lumMod val="50000"/>
                  </a:schemeClr>
                </a:solidFill>
                <a:latin typeface="+mn-lt"/>
                <a:ea typeface="Roboto Medium" panose="02000000000000000000" pitchFamily="2" charset="0"/>
                <a:cs typeface="Arial" panose="020B0604020202020204" pitchFamily="34" charset="0"/>
              </a:rPr>
              <a:t>High Voltage tray</a:t>
            </a:r>
          </a:p>
          <a:p>
            <a:endParaRPr lang="en-US" sz="1000" dirty="0">
              <a:solidFill>
                <a:schemeClr val="accent6">
                  <a:lumMod val="50000"/>
                </a:schemeClr>
              </a:solidFill>
              <a:ea typeface="Roboto Medium" panose="02000000000000000000" pitchFamily="2" charset="0"/>
              <a:cs typeface="Arial" panose="020B0604020202020204" pitchFamily="34" charset="0"/>
            </a:endParaRPr>
          </a:p>
          <a:p>
            <a:endParaRPr lang="en-US" sz="1000" dirty="0">
              <a:solidFill>
                <a:schemeClr val="accent6">
                  <a:lumMod val="50000"/>
                </a:schemeClr>
              </a:solidFill>
              <a:ea typeface="Roboto Medium" panose="02000000000000000000" pitchFamily="2" charset="0"/>
              <a:cs typeface="Arial" panose="020B0604020202020204" pitchFamily="34" charset="0"/>
            </a:endParaRPr>
          </a:p>
          <a:p>
            <a:pPr marL="228600" indent="-228600">
              <a:buAutoNum type="alphaLcPeriod"/>
            </a:pPr>
            <a:endParaRPr lang="en-US" sz="1000" dirty="0">
              <a:solidFill>
                <a:schemeClr val="accent6">
                  <a:lumMod val="50000"/>
                </a:schemeClr>
              </a:solidFill>
              <a:ea typeface="Roboto Medium" panose="02000000000000000000" pitchFamily="2" charset="0"/>
              <a:cs typeface="Arial" panose="020B0604020202020204" pitchFamily="34" charset="0"/>
            </a:endParaRPr>
          </a:p>
        </p:txBody>
      </p:sp>
      <p:sp>
        <p:nvSpPr>
          <p:cNvPr id="5" name="Slide Number Placeholder 2">
            <a:extLst>
              <a:ext uri="{FF2B5EF4-FFF2-40B4-BE49-F238E27FC236}">
                <a16:creationId xmlns:a16="http://schemas.microsoft.com/office/drawing/2014/main" id="{C3DE5A77-287F-8017-41E5-58224AE6B443}"/>
              </a:ext>
            </a:extLst>
          </p:cNvPr>
          <p:cNvSpPr>
            <a:spLocks noGrp="1"/>
          </p:cNvSpPr>
          <p:nvPr>
            <p:ph type="sldNum" sz="quarter" idx="10"/>
          </p:nvPr>
        </p:nvSpPr>
        <p:spPr>
          <a:xfrm>
            <a:off x="3" y="6356352"/>
            <a:ext cx="491300" cy="365125"/>
          </a:xfrm>
        </p:spPr>
        <p:txBody>
          <a:bodyPr/>
          <a:lstStyle/>
          <a:p>
            <a:fld id="{C4B1DB5C-CBD1-46F1-83D6-F5AA23577CB7}" type="slidenum">
              <a:rPr lang="en-GB" smtClean="0"/>
              <a:pPr/>
              <a:t>12</a:t>
            </a:fld>
            <a:endParaRPr lang="en-GB"/>
          </a:p>
        </p:txBody>
      </p:sp>
      <p:sp>
        <p:nvSpPr>
          <p:cNvPr id="3" name="Title 1">
            <a:extLst>
              <a:ext uri="{FF2B5EF4-FFF2-40B4-BE49-F238E27FC236}">
                <a16:creationId xmlns:a16="http://schemas.microsoft.com/office/drawing/2014/main" id="{B0E55190-319D-95C8-B315-6FA7753B0156}"/>
              </a:ext>
            </a:extLst>
          </p:cNvPr>
          <p:cNvSpPr txBox="1">
            <a:spLocks/>
          </p:cNvSpPr>
          <p:nvPr/>
        </p:nvSpPr>
        <p:spPr>
          <a:xfrm>
            <a:off x="183471" y="776825"/>
            <a:ext cx="9144000" cy="439388"/>
          </a:xfrm>
          <a:prstGeom prst="rect">
            <a:avLst/>
          </a:prstGeom>
        </p:spPr>
        <p:txBody>
          <a:bodyPr vert="horz" lIns="91440" tIns="45720" rIns="91440" bIns="45720" rtlCol="0" anchor="t" anchorCtr="0">
            <a:noAutofit/>
          </a:bodyPr>
          <a:lstStyle>
            <a:defPPr>
              <a:defRPr lang="en-US"/>
            </a:defPPr>
            <a:lvl1pPr algn="l" rtl="0" eaLnBrk="0" fontAlgn="base" hangingPunct="0">
              <a:lnSpc>
                <a:spcPct val="90000"/>
              </a:lnSpc>
              <a:spcBef>
                <a:spcPct val="0"/>
              </a:spcBef>
              <a:spcAft>
                <a:spcPct val="0"/>
              </a:spcAft>
              <a:defRPr sz="2400" b="1" i="0" kern="1200" cap="all" baseline="0">
                <a:solidFill>
                  <a:srgbClr val="F79633"/>
                </a:solidFill>
                <a:latin typeface="Arial" charset="0"/>
                <a:ea typeface="Arial" charset="0"/>
                <a:cs typeface="Arial" charset="0"/>
              </a:defRPr>
            </a:lvl1pPr>
            <a:lvl2pPr marL="370130" indent="-137176" algn="l" rtl="0" eaLnBrk="0" fontAlgn="base" hangingPunct="0">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2pPr>
            <a:lvl3pPr marL="741072" indent="-277598" algn="l" rtl="0" eaLnBrk="0" fontAlgn="base" hangingPunct="0">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3pPr>
            <a:lvl4pPr marL="1112826" indent="-417208" algn="l" rtl="0" eaLnBrk="0" fontAlgn="base" hangingPunct="0">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4pPr>
            <a:lvl5pPr marL="1484579" indent="-556007" algn="l" rtl="0" eaLnBrk="0" fontAlgn="base" hangingPunct="0">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5pPr>
            <a:lvl6pPr marL="233778" algn="l" defTabSz="467533" rtl="0" eaLnBrk="1" fontAlgn="base" latinLnBrk="0" hangingPunct="1">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6pPr>
            <a:lvl7pPr marL="467558" algn="l" defTabSz="467533" rtl="0" eaLnBrk="1" fontAlgn="base" latinLnBrk="0" hangingPunct="1">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7pPr>
            <a:lvl8pPr marL="701333" algn="l" defTabSz="467533" rtl="0" eaLnBrk="1" fontAlgn="base" latinLnBrk="0" hangingPunct="1">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8pPr>
            <a:lvl9pPr marL="935114" algn="l" defTabSz="467533" rtl="0" eaLnBrk="1" fontAlgn="base" latinLnBrk="0" hangingPunct="1">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9pPr>
          </a:lstStyle>
          <a:p>
            <a:r>
              <a:rPr lang="en-US" sz="1800" dirty="0">
                <a:latin typeface="+mj-lt"/>
              </a:rPr>
              <a:t>Location &amp; fixation strategy</a:t>
            </a:r>
            <a:endParaRPr lang="en-US" sz="1800" dirty="0">
              <a:solidFill>
                <a:srgbClr val="FF0000"/>
              </a:solidFill>
              <a:latin typeface="+mj-lt"/>
            </a:endParaRPr>
          </a:p>
        </p:txBody>
      </p:sp>
      <p:grpSp>
        <p:nvGrpSpPr>
          <p:cNvPr id="14" name="Group 13">
            <a:extLst>
              <a:ext uri="{FF2B5EF4-FFF2-40B4-BE49-F238E27FC236}">
                <a16:creationId xmlns:a16="http://schemas.microsoft.com/office/drawing/2014/main" id="{D3324577-D67E-FD99-E6A9-5DB3C98DF169}"/>
              </a:ext>
            </a:extLst>
          </p:cNvPr>
          <p:cNvGrpSpPr/>
          <p:nvPr/>
        </p:nvGrpSpPr>
        <p:grpSpPr>
          <a:xfrm>
            <a:off x="7689061" y="80121"/>
            <a:ext cx="3407730" cy="2880779"/>
            <a:chOff x="6467258" y="1549868"/>
            <a:chExt cx="5588466" cy="4547947"/>
          </a:xfrm>
        </p:grpSpPr>
        <p:pic>
          <p:nvPicPr>
            <p:cNvPr id="81" name="Picture 80">
              <a:extLst>
                <a:ext uri="{FF2B5EF4-FFF2-40B4-BE49-F238E27FC236}">
                  <a16:creationId xmlns:a16="http://schemas.microsoft.com/office/drawing/2014/main" id="{2313F2CF-4C1F-A7F6-7492-1521C1087A05}"/>
                </a:ext>
              </a:extLst>
            </p:cNvPr>
            <p:cNvPicPr>
              <a:picLocks noChangeAspect="1"/>
            </p:cNvPicPr>
            <p:nvPr/>
          </p:nvPicPr>
          <p:blipFill>
            <a:blip r:embed="rId3">
              <a:extLst>
                <a:ext uri="{28A0092B-C50C-407E-A947-70E740481C1C}">
                  <a14:useLocalDpi xmlns:a14="http://schemas.microsoft.com/office/drawing/2010/main" val="0"/>
                </a:ext>
              </a:extLst>
            </a:blip>
            <a:srcRect t="6580"/>
            <a:stretch>
              <a:fillRect/>
            </a:stretch>
          </p:blipFill>
          <p:spPr>
            <a:xfrm>
              <a:off x="7416500" y="1549868"/>
              <a:ext cx="4203965" cy="3213270"/>
            </a:xfrm>
            <a:prstGeom prst="rect">
              <a:avLst/>
            </a:prstGeom>
          </p:spPr>
        </p:pic>
        <p:pic>
          <p:nvPicPr>
            <p:cNvPr id="79" name="Picture 78">
              <a:extLst>
                <a:ext uri="{FF2B5EF4-FFF2-40B4-BE49-F238E27FC236}">
                  <a16:creationId xmlns:a16="http://schemas.microsoft.com/office/drawing/2014/main" id="{01AD1925-E638-1CF5-3B51-DC796B6B205D}"/>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6467258" y="2118228"/>
              <a:ext cx="5588466" cy="3451218"/>
            </a:xfrm>
            <a:prstGeom prst="rect">
              <a:avLst/>
            </a:prstGeom>
          </p:spPr>
        </p:pic>
        <p:cxnSp>
          <p:nvCxnSpPr>
            <p:cNvPr id="16" name="Straight Connector 15">
              <a:extLst>
                <a:ext uri="{FF2B5EF4-FFF2-40B4-BE49-F238E27FC236}">
                  <a16:creationId xmlns:a16="http://schemas.microsoft.com/office/drawing/2014/main" id="{00000000-0008-0000-0500-000038000000}"/>
                </a:ext>
              </a:extLst>
            </p:cNvPr>
            <p:cNvCxnSpPr>
              <a:cxnSpLocks/>
              <a:stCxn id="38" idx="0"/>
            </p:cNvCxnSpPr>
            <p:nvPr/>
          </p:nvCxnSpPr>
          <p:spPr>
            <a:xfrm flipH="1" flipV="1">
              <a:off x="7857871" y="3065459"/>
              <a:ext cx="1137167" cy="2643641"/>
            </a:xfrm>
            <a:prstGeom prst="line">
              <a:avLst/>
            </a:prstGeom>
            <a:ln>
              <a:solidFill>
                <a:srgbClr val="FF0000"/>
              </a:solidFill>
              <a:tailEnd type="ova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0000000-0008-0000-0500-000039000000}"/>
                </a:ext>
              </a:extLst>
            </p:cNvPr>
            <p:cNvCxnSpPr>
              <a:cxnSpLocks/>
              <a:stCxn id="38" idx="0"/>
            </p:cNvCxnSpPr>
            <p:nvPr/>
          </p:nvCxnSpPr>
          <p:spPr>
            <a:xfrm flipH="1" flipV="1">
              <a:off x="8396591" y="3510513"/>
              <a:ext cx="598448" cy="2198587"/>
            </a:xfrm>
            <a:prstGeom prst="line">
              <a:avLst/>
            </a:prstGeom>
            <a:ln>
              <a:solidFill>
                <a:srgbClr val="FF0000"/>
              </a:solidFill>
              <a:tailEnd type="ova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0000000-0008-0000-0500-00003C000000}"/>
                </a:ext>
              </a:extLst>
            </p:cNvPr>
            <p:cNvCxnSpPr>
              <a:cxnSpLocks/>
              <a:stCxn id="38" idx="0"/>
            </p:cNvCxnSpPr>
            <p:nvPr/>
          </p:nvCxnSpPr>
          <p:spPr>
            <a:xfrm flipV="1">
              <a:off x="8995039" y="3956119"/>
              <a:ext cx="159110" cy="1752982"/>
            </a:xfrm>
            <a:prstGeom prst="line">
              <a:avLst/>
            </a:prstGeom>
            <a:ln>
              <a:solidFill>
                <a:srgbClr val="FF0000"/>
              </a:solidFill>
              <a:tailEnd type="ova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00000000-0008-0000-0500-00003F000000}"/>
                </a:ext>
              </a:extLst>
            </p:cNvPr>
            <p:cNvCxnSpPr>
              <a:cxnSpLocks/>
              <a:stCxn id="38" idx="0"/>
            </p:cNvCxnSpPr>
            <p:nvPr/>
          </p:nvCxnSpPr>
          <p:spPr>
            <a:xfrm flipV="1">
              <a:off x="8995039" y="4256312"/>
              <a:ext cx="901845" cy="1452788"/>
            </a:xfrm>
            <a:prstGeom prst="line">
              <a:avLst/>
            </a:prstGeom>
            <a:ln>
              <a:solidFill>
                <a:srgbClr val="FF0000"/>
              </a:solidFill>
              <a:tailEnd type="ova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DA688EC0-EE80-1B3A-21A1-26681715C482}"/>
                </a:ext>
              </a:extLst>
            </p:cNvPr>
            <p:cNvSpPr txBox="1"/>
            <p:nvPr/>
          </p:nvSpPr>
          <p:spPr>
            <a:xfrm>
              <a:off x="7251785" y="5709101"/>
              <a:ext cx="3486507" cy="388714"/>
            </a:xfrm>
            <a:prstGeom prst="rect">
              <a:avLst/>
            </a:prstGeom>
            <a:noFill/>
            <a:ln>
              <a:solidFill>
                <a:schemeClr val="tx1">
                  <a:lumMod val="65000"/>
                  <a:lumOff val="35000"/>
                </a:schemeClr>
              </a:solidFill>
            </a:ln>
            <a:effectLst/>
          </p:spPr>
          <p:txBody>
            <a:bodyPr wrap="square" lIns="45720" tIns="45720" rIns="45720" bIns="45720" rtlCol="0" anchor="ctr" anchorCtr="0">
              <a:spAutoFit/>
            </a:bodyPr>
            <a:lstStyle>
              <a:defPPr>
                <a:defRPr lang="en-US"/>
              </a:defPPr>
              <a:lvl1pPr>
                <a:defRPr sz="800">
                  <a:latin typeface="Calibri"/>
                  <a:cs typeface="Calibri"/>
                </a:defRPr>
              </a:lvl1pPr>
              <a:lvl2pPr marL="742950" lvl="1" indent="-285750">
                <a:buFont typeface="Arial" panose="020B0604020202020204" pitchFamily="34" charset="0"/>
                <a:buChar char="•"/>
                <a:defRPr sz="1400">
                  <a:latin typeface="Calibri" panose="020F0502020204030204" pitchFamily="34" charset="0"/>
                  <a:cs typeface="Calibri" panose="020F0502020204030204" pitchFamily="34" charset="0"/>
                </a:defRPr>
              </a:lvl2p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1000" dirty="0">
                  <a:latin typeface="DM Sans" pitchFamily="2" charset="0"/>
                  <a:ea typeface="+mj-lt"/>
                  <a:cs typeface="+mj-lt"/>
                </a:rPr>
                <a:t>4 fixings into beautification panel</a:t>
              </a:r>
            </a:p>
          </p:txBody>
        </p:sp>
      </p:grpSp>
      <p:grpSp>
        <p:nvGrpSpPr>
          <p:cNvPr id="4" name="Group 3">
            <a:extLst>
              <a:ext uri="{FF2B5EF4-FFF2-40B4-BE49-F238E27FC236}">
                <a16:creationId xmlns:a16="http://schemas.microsoft.com/office/drawing/2014/main" id="{348A5721-93E8-56B2-BA39-37DB9CBFE8E1}"/>
              </a:ext>
            </a:extLst>
          </p:cNvPr>
          <p:cNvGrpSpPr/>
          <p:nvPr/>
        </p:nvGrpSpPr>
        <p:grpSpPr>
          <a:xfrm>
            <a:off x="290918" y="3621650"/>
            <a:ext cx="2874296" cy="1855512"/>
            <a:chOff x="290918" y="3621650"/>
            <a:chExt cx="2874296" cy="1855512"/>
          </a:xfrm>
        </p:grpSpPr>
        <p:pic>
          <p:nvPicPr>
            <p:cNvPr id="6" name="Picture 5">
              <a:extLst>
                <a:ext uri="{FF2B5EF4-FFF2-40B4-BE49-F238E27FC236}">
                  <a16:creationId xmlns:a16="http://schemas.microsoft.com/office/drawing/2014/main" id="{16D2CAAA-488D-F313-017F-E02167001CFC}"/>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1372926" y="3621650"/>
              <a:ext cx="638868" cy="663440"/>
            </a:xfrm>
            <a:prstGeom prst="rect">
              <a:avLst/>
            </a:prstGeom>
          </p:spPr>
        </p:pic>
        <p:sp>
          <p:nvSpPr>
            <p:cNvPr id="7" name="Rectangle 6">
              <a:extLst>
                <a:ext uri="{FF2B5EF4-FFF2-40B4-BE49-F238E27FC236}">
                  <a16:creationId xmlns:a16="http://schemas.microsoft.com/office/drawing/2014/main" id="{C9C36D7D-A7A0-3C06-DA36-5CC29C32E691}"/>
                </a:ext>
              </a:extLst>
            </p:cNvPr>
            <p:cNvSpPr/>
            <p:nvPr/>
          </p:nvSpPr>
          <p:spPr>
            <a:xfrm>
              <a:off x="1116185" y="4291343"/>
              <a:ext cx="1152350" cy="338554"/>
            </a:xfrm>
            <a:prstGeom prst="rect">
              <a:avLst/>
            </a:prstGeom>
            <a:noFill/>
            <a:ln>
              <a:noFill/>
            </a:ln>
          </p:spPr>
          <p:txBody>
            <a:bodyPr wrap="square" rtlCol="0">
              <a:spAutoFit/>
            </a:bodyPr>
            <a:lstStyle>
              <a:defPPr>
                <a:defRPr lang="en-US"/>
              </a:defPPr>
              <a:lvl1pPr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1pPr>
              <a:lvl2pPr marL="370130" indent="-137176"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2pPr>
              <a:lvl3pPr marL="741072" indent="-277598"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3pPr>
              <a:lvl4pPr marL="1112826" indent="-417208"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4pPr>
              <a:lvl5pPr marL="1484579" indent="-556007"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5pPr>
              <a:lvl6pPr marL="1168832"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6pPr>
              <a:lvl7pPr marL="1402598"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7pPr>
              <a:lvl8pPr marL="1636365"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8pPr>
              <a:lvl9pPr marL="1870131"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9pPr>
            </a:lstStyle>
            <a:p>
              <a:pPr algn="ctr"/>
              <a:r>
                <a:rPr lang="en-US" sz="800" dirty="0">
                  <a:latin typeface="+mj-lt"/>
                  <a:ea typeface="Roboto Medium" panose="02000000000000000000" pitchFamily="2" charset="0"/>
                  <a:cs typeface="Arial" panose="020B0604020202020204" pitchFamily="34" charset="0"/>
                </a:rPr>
                <a:t>SCREW&amp;WSHR M6X20 HX PIL8</a:t>
              </a:r>
            </a:p>
          </p:txBody>
        </p:sp>
        <p:sp>
          <p:nvSpPr>
            <p:cNvPr id="21" name="Title 1">
              <a:extLst>
                <a:ext uri="{FF2B5EF4-FFF2-40B4-BE49-F238E27FC236}">
                  <a16:creationId xmlns:a16="http://schemas.microsoft.com/office/drawing/2014/main" id="{2BD82FA0-8C7F-4D19-8E73-03CE47B3A6AC}"/>
                </a:ext>
              </a:extLst>
            </p:cNvPr>
            <p:cNvSpPr txBox="1">
              <a:spLocks/>
            </p:cNvSpPr>
            <p:nvPr/>
          </p:nvSpPr>
          <p:spPr>
            <a:xfrm>
              <a:off x="290918" y="4904230"/>
              <a:ext cx="2874296" cy="572932"/>
            </a:xfrm>
            <a:prstGeom prst="rect">
              <a:avLst/>
            </a:prstGeom>
            <a:ln>
              <a:solidFill>
                <a:srgbClr val="00B050"/>
              </a:solidFill>
            </a:ln>
          </p:spPr>
          <p:style>
            <a:lnRef idx="2">
              <a:schemeClr val="accent6"/>
            </a:lnRef>
            <a:fillRef idx="1">
              <a:schemeClr val="lt1"/>
            </a:fillRef>
            <a:effectRef idx="0">
              <a:schemeClr val="accent6"/>
            </a:effectRef>
            <a:fontRef idx="minor">
              <a:schemeClr val="dk1"/>
            </a:fontRef>
          </p:style>
          <p:txBody>
            <a:bodyPr vert="horz" lIns="91440" tIns="45720" rIns="91440" bIns="45720" rtlCol="0" anchor="t" anchorCtr="0">
              <a:noAutofit/>
            </a:bodyPr>
            <a:lstStyle>
              <a:defPPr>
                <a:defRPr lang="en-US"/>
              </a:defPPr>
              <a:lvl1pPr algn="l" rtl="0" eaLnBrk="0" fontAlgn="base" hangingPunct="0">
                <a:lnSpc>
                  <a:spcPct val="90000"/>
                </a:lnSpc>
                <a:spcBef>
                  <a:spcPct val="0"/>
                </a:spcBef>
                <a:spcAft>
                  <a:spcPct val="0"/>
                </a:spcAft>
                <a:defRPr sz="1800" b="1" i="0" kern="1200" cap="all" baseline="0">
                  <a:solidFill>
                    <a:srgbClr val="F79633"/>
                  </a:solidFill>
                  <a:latin typeface="Arial" charset="0"/>
                  <a:ea typeface="Arial" charset="0"/>
                  <a:cs typeface="Arial" charset="0"/>
                </a:defRPr>
              </a:lvl1pPr>
              <a:lvl2pPr marL="370130" indent="-137176" algn="l" rtl="0" eaLnBrk="0" fontAlgn="base" hangingPunct="0">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2pPr>
              <a:lvl3pPr marL="741072" indent="-277598" algn="l" rtl="0" eaLnBrk="0" fontAlgn="base" hangingPunct="0">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3pPr>
              <a:lvl4pPr marL="1112826" indent="-417208" algn="l" rtl="0" eaLnBrk="0" fontAlgn="base" hangingPunct="0">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4pPr>
              <a:lvl5pPr marL="1484579" indent="-556007" algn="l" rtl="0" eaLnBrk="0" fontAlgn="base" hangingPunct="0">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5pPr>
              <a:lvl6pPr marL="233778" algn="l" defTabSz="467533" rtl="0" eaLnBrk="1" fontAlgn="base" latinLnBrk="0" hangingPunct="1">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6pPr>
              <a:lvl7pPr marL="467558" algn="l" defTabSz="467533" rtl="0" eaLnBrk="1" fontAlgn="base" latinLnBrk="0" hangingPunct="1">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7pPr>
              <a:lvl8pPr marL="701333" algn="l" defTabSz="467533" rtl="0" eaLnBrk="1" fontAlgn="base" latinLnBrk="0" hangingPunct="1">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8pPr>
              <a:lvl9pPr marL="935114" algn="l" defTabSz="467533" rtl="0" eaLnBrk="1" fontAlgn="base" latinLnBrk="0" hangingPunct="1">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9pPr>
            </a:lstStyle>
            <a:p>
              <a:pPr algn="ctr"/>
              <a:r>
                <a:rPr lang="en-IN" sz="900" b="0" dirty="0">
                  <a:solidFill>
                    <a:srgbClr val="000000"/>
                  </a:solidFill>
                  <a:latin typeface="Arial"/>
                  <a:cs typeface="Arial"/>
                </a:rPr>
                <a:t>1. </a:t>
              </a:r>
              <a:r>
                <a:rPr lang="en-US" sz="900" dirty="0">
                  <a:ea typeface="Roboto Medium" panose="02000000000000000000" pitchFamily="2" charset="0"/>
                  <a:cs typeface="Arial" panose="020B0604020202020204" pitchFamily="34" charset="0"/>
                </a:rPr>
                <a:t>SCREW&amp;WSHR M6X20 HX PIL8</a:t>
              </a:r>
            </a:p>
            <a:p>
              <a:pPr algn="ctr"/>
              <a:br>
                <a:rPr lang="en-US" sz="900" dirty="0">
                  <a:ea typeface="Roboto Medium" panose="02000000000000000000" pitchFamily="2" charset="0"/>
                  <a:cs typeface="Arial" panose="020B0604020202020204" pitchFamily="34" charset="0"/>
                </a:rPr>
              </a:br>
              <a:r>
                <a:rPr lang="en-US" sz="900" b="0" dirty="0">
                  <a:solidFill>
                    <a:srgbClr val="000000"/>
                  </a:solidFill>
                  <a:ea typeface="Roboto Medium" panose="02000000000000000000" pitchFamily="2" charset="0"/>
                  <a:cs typeface="Arial" panose="020B0604020202020204" pitchFamily="34" charset="0"/>
                </a:rPr>
                <a:t>Four positive screws with washer fixed with BEAUTIFICATION PANEL.</a:t>
              </a:r>
              <a:endParaRPr lang="en-US" sz="900" dirty="0">
                <a:ea typeface="Roboto Medium" panose="02000000000000000000" pitchFamily="2" charset="0"/>
                <a:cs typeface="Arial" panose="020B0604020202020204" pitchFamily="34" charset="0"/>
              </a:endParaRPr>
            </a:p>
          </p:txBody>
        </p:sp>
      </p:grpSp>
      <p:grpSp>
        <p:nvGrpSpPr>
          <p:cNvPr id="8" name="Group 7">
            <a:extLst>
              <a:ext uri="{FF2B5EF4-FFF2-40B4-BE49-F238E27FC236}">
                <a16:creationId xmlns:a16="http://schemas.microsoft.com/office/drawing/2014/main" id="{940862E1-9D06-A1F8-446F-346881C4BEB3}"/>
              </a:ext>
            </a:extLst>
          </p:cNvPr>
          <p:cNvGrpSpPr/>
          <p:nvPr/>
        </p:nvGrpSpPr>
        <p:grpSpPr>
          <a:xfrm>
            <a:off x="3286977" y="3483851"/>
            <a:ext cx="2874296" cy="1993311"/>
            <a:chOff x="245653" y="2795790"/>
            <a:chExt cx="2874296" cy="1993311"/>
          </a:xfrm>
        </p:grpSpPr>
        <p:pic>
          <p:nvPicPr>
            <p:cNvPr id="9" name="Picture 8">
              <a:extLst>
                <a:ext uri="{FF2B5EF4-FFF2-40B4-BE49-F238E27FC236}">
                  <a16:creationId xmlns:a16="http://schemas.microsoft.com/office/drawing/2014/main" id="{3E99908A-EEFB-E4B0-9C95-F6A141C6A89C}"/>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501114" y="2795790"/>
              <a:ext cx="812724" cy="801888"/>
            </a:xfrm>
            <a:prstGeom prst="rect">
              <a:avLst/>
            </a:prstGeom>
          </p:spPr>
        </p:pic>
        <p:sp>
          <p:nvSpPr>
            <p:cNvPr id="10" name="Rectangle 9">
              <a:extLst>
                <a:ext uri="{FF2B5EF4-FFF2-40B4-BE49-F238E27FC236}">
                  <a16:creationId xmlns:a16="http://schemas.microsoft.com/office/drawing/2014/main" id="{FD73737B-A5BB-529F-5251-527033AAEE63}"/>
                </a:ext>
              </a:extLst>
            </p:cNvPr>
            <p:cNvSpPr/>
            <p:nvPr/>
          </p:nvSpPr>
          <p:spPr>
            <a:xfrm>
              <a:off x="351929" y="3597678"/>
              <a:ext cx="1152350" cy="338554"/>
            </a:xfrm>
            <a:prstGeom prst="rect">
              <a:avLst/>
            </a:prstGeom>
            <a:noFill/>
            <a:ln>
              <a:noFill/>
            </a:ln>
          </p:spPr>
          <p:txBody>
            <a:bodyPr wrap="square" rtlCol="0">
              <a:spAutoFit/>
            </a:bodyPr>
            <a:lstStyle>
              <a:defPPr>
                <a:defRPr lang="en-US"/>
              </a:defPPr>
              <a:lvl1pPr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1pPr>
              <a:lvl2pPr marL="370130" indent="-137176"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2pPr>
              <a:lvl3pPr marL="741072" indent="-277598"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3pPr>
              <a:lvl4pPr marL="1112826" indent="-417208"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4pPr>
              <a:lvl5pPr marL="1484579" indent="-556007"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5pPr>
              <a:lvl6pPr marL="1168832"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6pPr>
              <a:lvl7pPr marL="1402598"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7pPr>
              <a:lvl8pPr marL="1636365"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8pPr>
              <a:lvl9pPr marL="1870131"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9pPr>
            </a:lstStyle>
            <a:p>
              <a:pPr algn="ctr"/>
              <a:r>
                <a:rPr lang="en-US" sz="800" dirty="0">
                  <a:latin typeface="+mj-lt"/>
                  <a:ea typeface="Roboto Medium" panose="02000000000000000000" pitchFamily="2" charset="0"/>
                  <a:cs typeface="Arial" panose="020B0604020202020204" pitchFamily="34" charset="0"/>
                </a:rPr>
                <a:t>Knee Screwed Dowel</a:t>
              </a:r>
            </a:p>
          </p:txBody>
        </p:sp>
        <p:sp>
          <p:nvSpPr>
            <p:cNvPr id="11" name="Title 1">
              <a:extLst>
                <a:ext uri="{FF2B5EF4-FFF2-40B4-BE49-F238E27FC236}">
                  <a16:creationId xmlns:a16="http://schemas.microsoft.com/office/drawing/2014/main" id="{BC064ABD-4295-6B2F-645D-6643C0B19FF3}"/>
                </a:ext>
              </a:extLst>
            </p:cNvPr>
            <p:cNvSpPr txBox="1">
              <a:spLocks/>
            </p:cNvSpPr>
            <p:nvPr/>
          </p:nvSpPr>
          <p:spPr>
            <a:xfrm>
              <a:off x="245653" y="4216169"/>
              <a:ext cx="2874296" cy="572932"/>
            </a:xfrm>
            <a:prstGeom prst="rect">
              <a:avLst/>
            </a:prstGeom>
            <a:ln>
              <a:solidFill>
                <a:srgbClr val="00B050"/>
              </a:solidFill>
            </a:ln>
          </p:spPr>
          <p:style>
            <a:lnRef idx="2">
              <a:schemeClr val="accent6"/>
            </a:lnRef>
            <a:fillRef idx="1">
              <a:schemeClr val="lt1"/>
            </a:fillRef>
            <a:effectRef idx="0">
              <a:schemeClr val="accent6"/>
            </a:effectRef>
            <a:fontRef idx="minor">
              <a:schemeClr val="dk1"/>
            </a:fontRef>
          </p:style>
          <p:txBody>
            <a:bodyPr vert="horz" lIns="91440" tIns="45720" rIns="91440" bIns="45720" rtlCol="0" anchor="t" anchorCtr="0">
              <a:noAutofit/>
            </a:bodyPr>
            <a:lstStyle>
              <a:defPPr>
                <a:defRPr lang="en-US"/>
              </a:defPPr>
              <a:lvl1pPr algn="l" rtl="0" eaLnBrk="0" fontAlgn="base" hangingPunct="0">
                <a:lnSpc>
                  <a:spcPct val="90000"/>
                </a:lnSpc>
                <a:spcBef>
                  <a:spcPct val="0"/>
                </a:spcBef>
                <a:spcAft>
                  <a:spcPct val="0"/>
                </a:spcAft>
                <a:defRPr sz="1800" b="1" i="0" kern="1200" cap="all" baseline="0">
                  <a:solidFill>
                    <a:srgbClr val="F79633"/>
                  </a:solidFill>
                  <a:latin typeface="Arial" charset="0"/>
                  <a:ea typeface="Arial" charset="0"/>
                  <a:cs typeface="Arial" charset="0"/>
                </a:defRPr>
              </a:lvl1pPr>
              <a:lvl2pPr marL="370130" indent="-137176" algn="l" rtl="0" eaLnBrk="0" fontAlgn="base" hangingPunct="0">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2pPr>
              <a:lvl3pPr marL="741072" indent="-277598" algn="l" rtl="0" eaLnBrk="0" fontAlgn="base" hangingPunct="0">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3pPr>
              <a:lvl4pPr marL="1112826" indent="-417208" algn="l" rtl="0" eaLnBrk="0" fontAlgn="base" hangingPunct="0">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4pPr>
              <a:lvl5pPr marL="1484579" indent="-556007" algn="l" rtl="0" eaLnBrk="0" fontAlgn="base" hangingPunct="0">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5pPr>
              <a:lvl6pPr marL="233778" algn="l" defTabSz="467533" rtl="0" eaLnBrk="1" fontAlgn="base" latinLnBrk="0" hangingPunct="1">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6pPr>
              <a:lvl7pPr marL="467558" algn="l" defTabSz="467533" rtl="0" eaLnBrk="1" fontAlgn="base" latinLnBrk="0" hangingPunct="1">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7pPr>
              <a:lvl8pPr marL="701333" algn="l" defTabSz="467533" rtl="0" eaLnBrk="1" fontAlgn="base" latinLnBrk="0" hangingPunct="1">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8pPr>
              <a:lvl9pPr marL="935114" algn="l" defTabSz="467533" rtl="0" eaLnBrk="1" fontAlgn="base" latinLnBrk="0" hangingPunct="1">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9pPr>
            </a:lstStyle>
            <a:p>
              <a:pPr algn="ctr"/>
              <a:r>
                <a:rPr lang="en-IN" sz="900" b="0" dirty="0">
                  <a:solidFill>
                    <a:srgbClr val="000000"/>
                  </a:solidFill>
                  <a:latin typeface="Arial"/>
                  <a:cs typeface="Arial"/>
                </a:rPr>
                <a:t>2. </a:t>
              </a:r>
              <a:r>
                <a:rPr lang="en-US" sz="900" dirty="0">
                  <a:ea typeface="Roboto Medium" panose="02000000000000000000" pitchFamily="2" charset="0"/>
                  <a:cs typeface="Arial" panose="020B0604020202020204" pitchFamily="34" charset="0"/>
                </a:rPr>
                <a:t>Knee screwed Dowel</a:t>
              </a:r>
            </a:p>
            <a:p>
              <a:pPr algn="ctr"/>
              <a:endParaRPr lang="en-US" sz="900" dirty="0">
                <a:ea typeface="Roboto Medium" panose="02000000000000000000" pitchFamily="2" charset="0"/>
                <a:cs typeface="Arial" panose="020B0604020202020204" pitchFamily="34" charset="0"/>
              </a:endParaRPr>
            </a:p>
            <a:p>
              <a:pPr algn="ctr"/>
              <a:r>
                <a:rPr lang="en-US" sz="900" b="0" dirty="0">
                  <a:solidFill>
                    <a:srgbClr val="000000"/>
                  </a:solidFill>
                  <a:ea typeface="Roboto Medium" panose="02000000000000000000" pitchFamily="2" charset="0"/>
                  <a:cs typeface="Arial" panose="020B0604020202020204" pitchFamily="34" charset="0"/>
                </a:rPr>
                <a:t>TWO screws fixed with High voltage tray</a:t>
              </a:r>
              <a:endParaRPr lang="en-US" sz="900" dirty="0">
                <a:ea typeface="Roboto Medium" panose="02000000000000000000" pitchFamily="2" charset="0"/>
                <a:cs typeface="Arial" panose="020B0604020202020204" pitchFamily="34" charset="0"/>
              </a:endParaRPr>
            </a:p>
          </p:txBody>
        </p:sp>
        <p:pic>
          <p:nvPicPr>
            <p:cNvPr id="12" name="Picture 11">
              <a:extLst>
                <a:ext uri="{FF2B5EF4-FFF2-40B4-BE49-F238E27FC236}">
                  <a16:creationId xmlns:a16="http://schemas.microsoft.com/office/drawing/2014/main" id="{8AFB2EB2-6E51-CA3C-181B-703F400D90C0}"/>
                </a:ext>
              </a:extLst>
            </p:cNvPr>
            <p:cNvPicPr>
              <a:picLocks noChangeAspect="1"/>
            </p:cNvPicPr>
            <p:nvPr/>
          </p:nvPicPr>
          <p:blipFill>
            <a:blip r:embed="rId7"/>
            <a:stretch>
              <a:fillRect/>
            </a:stretch>
          </p:blipFill>
          <p:spPr>
            <a:xfrm>
              <a:off x="1946495" y="2825824"/>
              <a:ext cx="620278" cy="741819"/>
            </a:xfrm>
            <a:prstGeom prst="rect">
              <a:avLst/>
            </a:prstGeom>
          </p:spPr>
        </p:pic>
        <p:sp>
          <p:nvSpPr>
            <p:cNvPr id="13" name="Rectangle 12">
              <a:extLst>
                <a:ext uri="{FF2B5EF4-FFF2-40B4-BE49-F238E27FC236}">
                  <a16:creationId xmlns:a16="http://schemas.microsoft.com/office/drawing/2014/main" id="{976A693D-3183-1917-7026-E4DCF3441B37}"/>
                </a:ext>
              </a:extLst>
            </p:cNvPr>
            <p:cNvSpPr/>
            <p:nvPr/>
          </p:nvSpPr>
          <p:spPr>
            <a:xfrm>
              <a:off x="1626543" y="3597678"/>
              <a:ext cx="1152350" cy="215444"/>
            </a:xfrm>
            <a:prstGeom prst="rect">
              <a:avLst/>
            </a:prstGeom>
            <a:noFill/>
            <a:ln>
              <a:noFill/>
            </a:ln>
          </p:spPr>
          <p:txBody>
            <a:bodyPr wrap="square" rtlCol="0">
              <a:spAutoFit/>
            </a:bodyPr>
            <a:lstStyle>
              <a:defPPr>
                <a:defRPr lang="en-US"/>
              </a:defPPr>
              <a:lvl1pPr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1pPr>
              <a:lvl2pPr marL="370130" indent="-137176"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2pPr>
              <a:lvl3pPr marL="741072" indent="-277598"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3pPr>
              <a:lvl4pPr marL="1112826" indent="-417208"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4pPr>
              <a:lvl5pPr marL="1484579" indent="-556007"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5pPr>
              <a:lvl6pPr marL="1168832"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6pPr>
              <a:lvl7pPr marL="1402598"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7pPr>
              <a:lvl8pPr marL="1636365"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8pPr>
              <a:lvl9pPr marL="1870131"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9pPr>
            </a:lstStyle>
            <a:p>
              <a:pPr algn="ctr"/>
              <a:r>
                <a:rPr lang="en-US" sz="800" dirty="0">
                  <a:latin typeface="+mj-lt"/>
                  <a:ea typeface="Roboto Medium" panose="02000000000000000000" pitchFamily="2" charset="0"/>
                  <a:cs typeface="Arial" panose="020B0604020202020204" pitchFamily="34" charset="0"/>
                </a:rPr>
                <a:t>Rubber Coupling</a:t>
              </a:r>
            </a:p>
          </p:txBody>
        </p:sp>
      </p:grpSp>
      <p:grpSp>
        <p:nvGrpSpPr>
          <p:cNvPr id="24" name="Group 23">
            <a:extLst>
              <a:ext uri="{FF2B5EF4-FFF2-40B4-BE49-F238E27FC236}">
                <a16:creationId xmlns:a16="http://schemas.microsoft.com/office/drawing/2014/main" id="{7168B9AF-537B-3720-75EB-D0C6B7508D51}"/>
              </a:ext>
            </a:extLst>
          </p:cNvPr>
          <p:cNvGrpSpPr/>
          <p:nvPr/>
        </p:nvGrpSpPr>
        <p:grpSpPr>
          <a:xfrm>
            <a:off x="6993607" y="3020995"/>
            <a:ext cx="4426523" cy="3735061"/>
            <a:chOff x="6538732" y="1644659"/>
            <a:chExt cx="4745792" cy="3998383"/>
          </a:xfrm>
        </p:grpSpPr>
        <p:pic>
          <p:nvPicPr>
            <p:cNvPr id="67" name="Picture 66">
              <a:extLst>
                <a:ext uri="{FF2B5EF4-FFF2-40B4-BE49-F238E27FC236}">
                  <a16:creationId xmlns:a16="http://schemas.microsoft.com/office/drawing/2014/main" id="{D9EE34F7-4308-E2CE-7FC9-CA2BC7D3AC79}"/>
                </a:ext>
              </a:extLst>
            </p:cNvPr>
            <p:cNvPicPr>
              <a:picLocks noChangeAspect="1"/>
            </p:cNvPicPr>
            <p:nvPr/>
          </p:nvPicPr>
          <p:blipFill>
            <a:blip r:embed="rId8">
              <a:clrChange>
                <a:clrFrom>
                  <a:srgbClr val="FFFFFF"/>
                </a:clrFrom>
                <a:clrTo>
                  <a:srgbClr val="FFFFFF">
                    <a:alpha val="0"/>
                  </a:srgbClr>
                </a:clrTo>
              </a:clrChange>
            </a:blip>
            <a:stretch>
              <a:fillRect/>
            </a:stretch>
          </p:blipFill>
          <p:spPr>
            <a:xfrm rot="16200000">
              <a:off x="7572469" y="838821"/>
              <a:ext cx="2678318" cy="4745792"/>
            </a:xfrm>
            <a:prstGeom prst="rect">
              <a:avLst/>
            </a:prstGeom>
          </p:spPr>
        </p:pic>
        <p:cxnSp>
          <p:nvCxnSpPr>
            <p:cNvPr id="40" name="Straight Connector 39">
              <a:extLst>
                <a:ext uri="{FF2B5EF4-FFF2-40B4-BE49-F238E27FC236}">
                  <a16:creationId xmlns:a16="http://schemas.microsoft.com/office/drawing/2014/main" id="{06446A40-AC3B-2ABE-6243-51E8AFEB06FE}"/>
                </a:ext>
              </a:extLst>
            </p:cNvPr>
            <p:cNvCxnSpPr>
              <a:cxnSpLocks/>
              <a:stCxn id="47" idx="0"/>
            </p:cNvCxnSpPr>
            <p:nvPr/>
          </p:nvCxnSpPr>
          <p:spPr>
            <a:xfrm flipH="1" flipV="1">
              <a:off x="8314098" y="4064142"/>
              <a:ext cx="835427" cy="600024"/>
            </a:xfrm>
            <a:prstGeom prst="line">
              <a:avLst/>
            </a:prstGeom>
            <a:ln>
              <a:solidFill>
                <a:srgbClr val="FF0000"/>
              </a:solidFill>
              <a:tailEnd type="ova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18A84C92-6E1F-4C4F-8765-FEAADCF5EA31}"/>
                </a:ext>
              </a:extLst>
            </p:cNvPr>
            <p:cNvCxnSpPr>
              <a:cxnSpLocks/>
              <a:stCxn id="47" idx="0"/>
            </p:cNvCxnSpPr>
            <p:nvPr/>
          </p:nvCxnSpPr>
          <p:spPr>
            <a:xfrm flipV="1">
              <a:off x="9149525" y="4190031"/>
              <a:ext cx="1083228" cy="474135"/>
            </a:xfrm>
            <a:prstGeom prst="line">
              <a:avLst/>
            </a:prstGeom>
            <a:ln>
              <a:solidFill>
                <a:srgbClr val="FF0000"/>
              </a:solidFill>
              <a:tailEnd type="oval"/>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2BF9D800-33F7-AD18-B2CC-1AAE1F3ED78D}"/>
                </a:ext>
              </a:extLst>
            </p:cNvPr>
            <p:cNvSpPr txBox="1"/>
            <p:nvPr/>
          </p:nvSpPr>
          <p:spPr>
            <a:xfrm>
              <a:off x="8049697" y="4664166"/>
              <a:ext cx="2199656" cy="263580"/>
            </a:xfrm>
            <a:prstGeom prst="rect">
              <a:avLst/>
            </a:prstGeom>
            <a:noFill/>
            <a:ln>
              <a:solidFill>
                <a:schemeClr val="tx1">
                  <a:lumMod val="65000"/>
                  <a:lumOff val="35000"/>
                </a:schemeClr>
              </a:solidFill>
            </a:ln>
            <a:effectLst/>
          </p:spPr>
          <p:txBody>
            <a:bodyPr wrap="square" lIns="45720" tIns="45720" rIns="45720" bIns="45720" rtlCol="0" anchor="ctr" anchorCtr="0">
              <a:spAutoFit/>
            </a:bodyPr>
            <a:lstStyle>
              <a:defPPr>
                <a:defRPr lang="en-US"/>
              </a:defPPr>
              <a:lvl1pPr>
                <a:defRPr sz="800">
                  <a:latin typeface="Calibri"/>
                  <a:cs typeface="Calibri"/>
                </a:defRPr>
              </a:lvl1pPr>
              <a:lvl2pPr marL="742950" lvl="1" indent="-285750">
                <a:buFont typeface="Arial" panose="020B0604020202020204" pitchFamily="34" charset="0"/>
                <a:buChar char="•"/>
                <a:defRPr sz="1400">
                  <a:latin typeface="Calibri" panose="020F0502020204030204" pitchFamily="34" charset="0"/>
                  <a:cs typeface="Calibri" panose="020F0502020204030204" pitchFamily="34" charset="0"/>
                </a:defRPr>
              </a:lvl2p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1000" dirty="0">
                  <a:latin typeface="DM Sans" pitchFamily="2" charset="0"/>
                  <a:ea typeface="+mj-lt"/>
                  <a:cs typeface="+mj-lt"/>
                </a:rPr>
                <a:t>2 Snaploc fixings into HV tray</a:t>
              </a:r>
            </a:p>
          </p:txBody>
        </p:sp>
        <p:cxnSp>
          <p:nvCxnSpPr>
            <p:cNvPr id="51" name="Straight Connector 50">
              <a:extLst>
                <a:ext uri="{FF2B5EF4-FFF2-40B4-BE49-F238E27FC236}">
                  <a16:creationId xmlns:a16="http://schemas.microsoft.com/office/drawing/2014/main" id="{C60E6DF8-685F-F271-A37E-AFB5E60479A5}"/>
                </a:ext>
              </a:extLst>
            </p:cNvPr>
            <p:cNvCxnSpPr>
              <a:cxnSpLocks/>
              <a:stCxn id="58" idx="2"/>
            </p:cNvCxnSpPr>
            <p:nvPr/>
          </p:nvCxnSpPr>
          <p:spPr>
            <a:xfrm flipH="1">
              <a:off x="7613784" y="1908239"/>
              <a:ext cx="1323125" cy="765218"/>
            </a:xfrm>
            <a:prstGeom prst="line">
              <a:avLst/>
            </a:prstGeom>
            <a:ln>
              <a:solidFill>
                <a:srgbClr val="FF0000"/>
              </a:solidFill>
              <a:tailEnd type="ova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192B3BFE-0B3E-8EE8-FB00-D7162CB688E4}"/>
                </a:ext>
              </a:extLst>
            </p:cNvPr>
            <p:cNvCxnSpPr>
              <a:cxnSpLocks/>
              <a:stCxn id="58" idx="2"/>
            </p:cNvCxnSpPr>
            <p:nvPr/>
          </p:nvCxnSpPr>
          <p:spPr>
            <a:xfrm>
              <a:off x="8936909" y="1908239"/>
              <a:ext cx="1323124" cy="765218"/>
            </a:xfrm>
            <a:prstGeom prst="line">
              <a:avLst/>
            </a:prstGeom>
            <a:ln>
              <a:solidFill>
                <a:srgbClr val="FF0000"/>
              </a:solidFill>
              <a:tailEnd type="oval"/>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335C7EF7-5D28-E15E-CB15-D888048F49ED}"/>
                </a:ext>
              </a:extLst>
            </p:cNvPr>
            <p:cNvSpPr txBox="1"/>
            <p:nvPr/>
          </p:nvSpPr>
          <p:spPr>
            <a:xfrm>
              <a:off x="7613784" y="1644659"/>
              <a:ext cx="2646249" cy="263580"/>
            </a:xfrm>
            <a:prstGeom prst="rect">
              <a:avLst/>
            </a:prstGeom>
            <a:noFill/>
            <a:ln>
              <a:solidFill>
                <a:schemeClr val="tx1">
                  <a:lumMod val="65000"/>
                  <a:lumOff val="35000"/>
                </a:schemeClr>
              </a:solidFill>
            </a:ln>
            <a:effectLst/>
          </p:spPr>
          <p:txBody>
            <a:bodyPr wrap="square" lIns="45720" tIns="45720" rIns="45720" bIns="45720" rtlCol="0" anchor="ctr" anchorCtr="0">
              <a:spAutoFit/>
            </a:bodyPr>
            <a:lstStyle>
              <a:defPPr>
                <a:defRPr lang="en-US"/>
              </a:defPPr>
              <a:lvl1pPr>
                <a:defRPr sz="800">
                  <a:latin typeface="Calibri"/>
                  <a:cs typeface="Calibri"/>
                </a:defRPr>
              </a:lvl1pPr>
              <a:lvl2pPr marL="742950" lvl="1" indent="-285750">
                <a:buFont typeface="Arial" panose="020B0604020202020204" pitchFamily="34" charset="0"/>
                <a:buChar char="•"/>
                <a:defRPr sz="1400">
                  <a:latin typeface="Calibri" panose="020F0502020204030204" pitchFamily="34" charset="0"/>
                  <a:cs typeface="Calibri" panose="020F0502020204030204" pitchFamily="34" charset="0"/>
                </a:defRPr>
              </a:lvl2p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1000" dirty="0">
                  <a:latin typeface="DM Sans" pitchFamily="2" charset="0"/>
                  <a:ea typeface="+mj-lt"/>
                  <a:cs typeface="+mj-lt"/>
                </a:rPr>
                <a:t>2 fixings into upper mounting bracket</a:t>
              </a:r>
            </a:p>
          </p:txBody>
        </p:sp>
        <p:sp>
          <p:nvSpPr>
            <p:cNvPr id="61" name="TextBox 47">
              <a:extLst>
                <a:ext uri="{FF2B5EF4-FFF2-40B4-BE49-F238E27FC236}">
                  <a16:creationId xmlns:a16="http://schemas.microsoft.com/office/drawing/2014/main" id="{00000000-0008-0000-0500-000030000000}"/>
                </a:ext>
              </a:extLst>
            </p:cNvPr>
            <p:cNvSpPr txBox="1"/>
            <p:nvPr/>
          </p:nvSpPr>
          <p:spPr>
            <a:xfrm>
              <a:off x="7496058" y="5002486"/>
              <a:ext cx="2964656" cy="640556"/>
            </a:xfrm>
            <a:prstGeom prst="rect">
              <a:avLst/>
            </a:prstGeom>
            <a:gradFill flip="none" rotWithShape="1">
              <a:gsLst>
                <a:gs pos="0">
                  <a:srgbClr val="FF7C80">
                    <a:tint val="66000"/>
                    <a:satMod val="160000"/>
                  </a:srgbClr>
                </a:gs>
                <a:gs pos="50000">
                  <a:srgbClr val="FF7C80">
                    <a:tint val="44500"/>
                    <a:satMod val="160000"/>
                  </a:srgbClr>
                </a:gs>
                <a:gs pos="100000">
                  <a:srgbClr val="FF7C80">
                    <a:tint val="23500"/>
                    <a:satMod val="160000"/>
                  </a:srgbClr>
                </a:gs>
              </a:gsLst>
              <a:lin ang="5400000" scaled="1"/>
              <a:tileRect/>
            </a:gradFill>
            <a:ln w="9525" cmpd="sng">
              <a:solidFill>
                <a:srgbClr val="FF0000"/>
              </a:solid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GB" sz="1100" dirty="0">
                  <a:cs typeface="Arial" panose="020B0604020202020204" pitchFamily="34" charset="0"/>
                </a:rPr>
                <a:t>Snaploc Fixings provide the primary locator features into HV Tray</a:t>
              </a:r>
              <a:r>
                <a:rPr lang="en-GB" sz="1100" baseline="0" dirty="0">
                  <a:cs typeface="Arial" panose="020B0604020202020204" pitchFamily="34" charset="0"/>
                </a:rPr>
                <a:t> acting as a 4w and 2w respectively</a:t>
              </a:r>
              <a:endParaRPr lang="en-GB" sz="1100" dirty="0">
                <a:cs typeface="Arial" panose="020B0604020202020204" pitchFamily="34" charset="0"/>
              </a:endParaRPr>
            </a:p>
          </p:txBody>
        </p:sp>
      </p:grpSp>
    </p:spTree>
    <p:extLst>
      <p:ext uri="{BB962C8B-B14F-4D97-AF65-F5344CB8AC3E}">
        <p14:creationId xmlns:p14="http://schemas.microsoft.com/office/powerpoint/2010/main" val="9013115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C3DE5A77-287F-8017-41E5-58224AE6B443}"/>
              </a:ext>
            </a:extLst>
          </p:cNvPr>
          <p:cNvSpPr>
            <a:spLocks noGrp="1"/>
          </p:cNvSpPr>
          <p:nvPr>
            <p:ph type="sldNum" sz="quarter" idx="10"/>
          </p:nvPr>
        </p:nvSpPr>
        <p:spPr>
          <a:xfrm>
            <a:off x="3" y="6356352"/>
            <a:ext cx="491300" cy="365125"/>
          </a:xfrm>
        </p:spPr>
        <p:txBody>
          <a:bodyPr/>
          <a:lstStyle/>
          <a:p>
            <a:fld id="{C4B1DB5C-CBD1-46F1-83D6-F5AA23577CB7}" type="slidenum">
              <a:rPr lang="en-GB" smtClean="0"/>
              <a:pPr/>
              <a:t>13</a:t>
            </a:fld>
            <a:endParaRPr lang="en-GB"/>
          </a:p>
        </p:txBody>
      </p:sp>
      <p:sp>
        <p:nvSpPr>
          <p:cNvPr id="3" name="Title 1">
            <a:extLst>
              <a:ext uri="{FF2B5EF4-FFF2-40B4-BE49-F238E27FC236}">
                <a16:creationId xmlns:a16="http://schemas.microsoft.com/office/drawing/2014/main" id="{B0E55190-319D-95C8-B315-6FA7753B0156}"/>
              </a:ext>
            </a:extLst>
          </p:cNvPr>
          <p:cNvSpPr txBox="1">
            <a:spLocks/>
          </p:cNvSpPr>
          <p:nvPr/>
        </p:nvSpPr>
        <p:spPr>
          <a:xfrm>
            <a:off x="183471" y="776825"/>
            <a:ext cx="9144000" cy="439388"/>
          </a:xfrm>
          <a:prstGeom prst="rect">
            <a:avLst/>
          </a:prstGeom>
        </p:spPr>
        <p:txBody>
          <a:bodyPr vert="horz" lIns="91440" tIns="45720" rIns="91440" bIns="45720" rtlCol="0" anchor="t" anchorCtr="0">
            <a:noAutofit/>
          </a:bodyPr>
          <a:lstStyle>
            <a:defPPr>
              <a:defRPr lang="en-US"/>
            </a:defPPr>
            <a:lvl1pPr algn="l" rtl="0" eaLnBrk="0" fontAlgn="base" hangingPunct="0">
              <a:lnSpc>
                <a:spcPct val="90000"/>
              </a:lnSpc>
              <a:spcBef>
                <a:spcPct val="0"/>
              </a:spcBef>
              <a:spcAft>
                <a:spcPct val="0"/>
              </a:spcAft>
              <a:defRPr sz="2400" b="1" i="0" kern="1200" cap="all" baseline="0">
                <a:solidFill>
                  <a:srgbClr val="F79633"/>
                </a:solidFill>
                <a:latin typeface="Arial" charset="0"/>
                <a:ea typeface="Arial" charset="0"/>
                <a:cs typeface="Arial" charset="0"/>
              </a:defRPr>
            </a:lvl1pPr>
            <a:lvl2pPr marL="370130" indent="-137176" algn="l" rtl="0" eaLnBrk="0" fontAlgn="base" hangingPunct="0">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2pPr>
            <a:lvl3pPr marL="741072" indent="-277598" algn="l" rtl="0" eaLnBrk="0" fontAlgn="base" hangingPunct="0">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3pPr>
            <a:lvl4pPr marL="1112826" indent="-417208" algn="l" rtl="0" eaLnBrk="0" fontAlgn="base" hangingPunct="0">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4pPr>
            <a:lvl5pPr marL="1484579" indent="-556007" algn="l" rtl="0" eaLnBrk="0" fontAlgn="base" hangingPunct="0">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5pPr>
            <a:lvl6pPr marL="233778" algn="l" defTabSz="467533" rtl="0" eaLnBrk="1" fontAlgn="base" latinLnBrk="0" hangingPunct="1">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6pPr>
            <a:lvl7pPr marL="467558" algn="l" defTabSz="467533" rtl="0" eaLnBrk="1" fontAlgn="base" latinLnBrk="0" hangingPunct="1">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7pPr>
            <a:lvl8pPr marL="701333" algn="l" defTabSz="467533" rtl="0" eaLnBrk="1" fontAlgn="base" latinLnBrk="0" hangingPunct="1">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8pPr>
            <a:lvl9pPr marL="935114" algn="l" defTabSz="467533" rtl="0" eaLnBrk="1" fontAlgn="base" latinLnBrk="0" hangingPunct="1">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9pPr>
          </a:lstStyle>
          <a:p>
            <a:r>
              <a:rPr lang="en-US" sz="1800" dirty="0">
                <a:latin typeface="+mj-lt"/>
              </a:rPr>
              <a:t>Location &amp; fixation strategy</a:t>
            </a:r>
            <a:endParaRPr lang="en-US" sz="1800" dirty="0">
              <a:solidFill>
                <a:srgbClr val="FF0000"/>
              </a:solidFill>
              <a:latin typeface="+mj-lt"/>
            </a:endParaRPr>
          </a:p>
        </p:txBody>
      </p:sp>
      <p:sp>
        <p:nvSpPr>
          <p:cNvPr id="35" name="TextBox 101">
            <a:extLst>
              <a:ext uri="{FF2B5EF4-FFF2-40B4-BE49-F238E27FC236}">
                <a16:creationId xmlns:a16="http://schemas.microsoft.com/office/drawing/2014/main" id="{00000000-0008-0000-0500-000066000000}"/>
              </a:ext>
            </a:extLst>
          </p:cNvPr>
          <p:cNvSpPr txBox="1"/>
          <p:nvPr/>
        </p:nvSpPr>
        <p:spPr>
          <a:xfrm rot="1968689">
            <a:off x="4187609" y="2618781"/>
            <a:ext cx="3014332" cy="549981"/>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GB" sz="1100" dirty="0">
                <a:solidFill>
                  <a:schemeClr val="bg1"/>
                </a:solidFill>
                <a:cs typeface="Arial" panose="020B0604020202020204" pitchFamily="34" charset="0"/>
              </a:rPr>
              <a:t>2 x M06x20.0 bolts</a:t>
            </a:r>
            <a:r>
              <a:rPr lang="en-GB" sz="1100" baseline="0" dirty="0">
                <a:solidFill>
                  <a:schemeClr val="bg1"/>
                </a:solidFill>
                <a:cs typeface="Arial" panose="020B0604020202020204" pitchFamily="34" charset="0"/>
              </a:rPr>
              <a:t> fixing Frunk Moulding to Upper Mounting Bracket</a:t>
            </a:r>
            <a:endParaRPr lang="en-GB" sz="1100" dirty="0">
              <a:solidFill>
                <a:schemeClr val="bg1"/>
              </a:solidFill>
              <a:cs typeface="Arial" panose="020B0604020202020204" pitchFamily="34" charset="0"/>
            </a:endParaRPr>
          </a:p>
        </p:txBody>
      </p:sp>
      <p:sp>
        <p:nvSpPr>
          <p:cNvPr id="41" name="TextBox 102">
            <a:extLst>
              <a:ext uri="{FF2B5EF4-FFF2-40B4-BE49-F238E27FC236}">
                <a16:creationId xmlns:a16="http://schemas.microsoft.com/office/drawing/2014/main" id="{00000000-0008-0000-0500-000067000000}"/>
              </a:ext>
            </a:extLst>
          </p:cNvPr>
          <p:cNvSpPr txBox="1"/>
          <p:nvPr/>
        </p:nvSpPr>
        <p:spPr>
          <a:xfrm rot="19487587">
            <a:off x="2408220" y="3109779"/>
            <a:ext cx="2939768" cy="546318"/>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GB" sz="1100" dirty="0">
                <a:solidFill>
                  <a:schemeClr val="bg1"/>
                </a:solidFill>
                <a:cs typeface="Arial" panose="020B0604020202020204" pitchFamily="34" charset="0"/>
              </a:rPr>
              <a:t>2 x Bollhoff</a:t>
            </a:r>
            <a:r>
              <a:rPr lang="en-GB" sz="1100" baseline="0" dirty="0">
                <a:solidFill>
                  <a:schemeClr val="bg1"/>
                </a:solidFill>
                <a:cs typeface="Arial" panose="020B0604020202020204" pitchFamily="34" charset="0"/>
              </a:rPr>
              <a:t> Snaploc fixings fixing Frunk Moulding to High Voltage Tray</a:t>
            </a:r>
            <a:endParaRPr lang="en-GB" sz="1100" dirty="0">
              <a:solidFill>
                <a:schemeClr val="bg1"/>
              </a:solidFill>
              <a:cs typeface="Arial" panose="020B0604020202020204" pitchFamily="34" charset="0"/>
            </a:endParaRPr>
          </a:p>
        </p:txBody>
      </p:sp>
      <p:cxnSp>
        <p:nvCxnSpPr>
          <p:cNvPr id="43" name="Straight Connector 42">
            <a:extLst>
              <a:ext uri="{FF2B5EF4-FFF2-40B4-BE49-F238E27FC236}">
                <a16:creationId xmlns:a16="http://schemas.microsoft.com/office/drawing/2014/main" id="{00000000-0008-0000-0500-000068000000}"/>
              </a:ext>
            </a:extLst>
          </p:cNvPr>
          <p:cNvCxnSpPr>
            <a:cxnSpLocks/>
          </p:cNvCxnSpPr>
          <p:nvPr/>
        </p:nvCxnSpPr>
        <p:spPr>
          <a:xfrm>
            <a:off x="3280911" y="4001704"/>
            <a:ext cx="0" cy="469511"/>
          </a:xfrm>
          <a:prstGeom prst="line">
            <a:avLst/>
          </a:prstGeom>
          <a:ln w="19050">
            <a:solidFill>
              <a:srgbClr val="FF0000"/>
            </a:solidFill>
            <a:prstDash val="dash"/>
            <a:tailEnd type="stealth"/>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D0A6B4A8-3E8F-999D-DE11-C0112FBA33A8}"/>
              </a:ext>
            </a:extLst>
          </p:cNvPr>
          <p:cNvCxnSpPr>
            <a:cxnSpLocks/>
          </p:cNvCxnSpPr>
          <p:nvPr/>
        </p:nvCxnSpPr>
        <p:spPr>
          <a:xfrm>
            <a:off x="4447300" y="3150678"/>
            <a:ext cx="0" cy="322792"/>
          </a:xfrm>
          <a:prstGeom prst="line">
            <a:avLst/>
          </a:prstGeom>
          <a:ln w="19050">
            <a:solidFill>
              <a:srgbClr val="FF0000"/>
            </a:solidFill>
            <a:prstDash val="dash"/>
            <a:tailEnd type="stealth"/>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705C9A65-5E67-29BD-7090-5C8DC36A0616}"/>
              </a:ext>
            </a:extLst>
          </p:cNvPr>
          <p:cNvSpPr/>
          <p:nvPr/>
        </p:nvSpPr>
        <p:spPr>
          <a:xfrm>
            <a:off x="8111905" y="1296857"/>
            <a:ext cx="3478928" cy="4770537"/>
          </a:xfrm>
          <a:prstGeom prst="rect">
            <a:avLst/>
          </a:prstGeom>
          <a:ln>
            <a:noFill/>
          </a:ln>
        </p:spPr>
        <p:txBody>
          <a:bodyPr wrap="square" lIns="91440" tIns="45720" rIns="91440" bIns="45720" rtlCol="0" anchor="t">
            <a:spAutoFit/>
          </a:bodyPr>
          <a:lstStyle>
            <a:defPPr>
              <a:defRPr lang="en-US"/>
            </a:defPPr>
            <a:lvl1pPr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1pPr>
            <a:lvl2pPr marL="370130" indent="-137176"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2pPr>
            <a:lvl3pPr marL="741072" indent="-277598"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3pPr>
            <a:lvl4pPr marL="1112826" indent="-417208"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4pPr>
            <a:lvl5pPr marL="1484579" indent="-556007"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5pPr>
            <a:lvl6pPr marL="1168832"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6pPr>
            <a:lvl7pPr marL="1402598"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7pPr>
            <a:lvl8pPr marL="1636365"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8pPr>
            <a:lvl9pPr marL="1870131"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9pPr>
          </a:lstStyle>
          <a:p>
            <a:pPr marL="171450" indent="-171450" algn="just">
              <a:buFont typeface="Arial" panose="020B0604020202020204" pitchFamily="34" charset="0"/>
              <a:buChar char="•"/>
            </a:pPr>
            <a:r>
              <a:rPr lang="en-US" sz="1400" dirty="0">
                <a:solidFill>
                  <a:schemeClr val="accent6">
                    <a:lumMod val="50000"/>
                  </a:schemeClr>
                </a:solidFill>
                <a:latin typeface="+mn-lt"/>
                <a:ea typeface="Roboto Medium" panose="02000000000000000000" pitchFamily="2" charset="0"/>
                <a:cs typeface="Arial" panose="020B0604020202020204" pitchFamily="34" charset="0"/>
              </a:rPr>
              <a:t>It should meet 3-2-1 principle.</a:t>
            </a:r>
          </a:p>
          <a:p>
            <a:pPr marL="171450" indent="-171450" algn="just">
              <a:buFont typeface="Arial" panose="020B0604020202020204" pitchFamily="34" charset="0"/>
              <a:buChar char="•"/>
            </a:pPr>
            <a:endParaRPr lang="en-US" sz="1400" dirty="0">
              <a:solidFill>
                <a:schemeClr val="accent6">
                  <a:lumMod val="50000"/>
                </a:schemeClr>
              </a:solidFill>
              <a:latin typeface="+mn-lt"/>
              <a:ea typeface="Roboto Medium" panose="02000000000000000000" pitchFamily="2" charset="0"/>
              <a:cs typeface="Arial" panose="020B0604020202020204" pitchFamily="34" charset="0"/>
            </a:endParaRPr>
          </a:p>
          <a:p>
            <a:pPr marL="171450" indent="-171450" algn="just">
              <a:buFont typeface="Arial" panose="020B0604020202020204" pitchFamily="34" charset="0"/>
              <a:buChar char="•"/>
            </a:pPr>
            <a:r>
              <a:rPr lang="en-US" sz="1400" dirty="0">
                <a:solidFill>
                  <a:schemeClr val="accent6">
                    <a:lumMod val="50000"/>
                  </a:schemeClr>
                </a:solidFill>
                <a:latin typeface="+mn-lt"/>
                <a:ea typeface="Roboto Medium" panose="02000000000000000000" pitchFamily="2" charset="0"/>
                <a:cs typeface="Arial" panose="020B0604020202020204" pitchFamily="34" charset="0"/>
              </a:rPr>
              <a:t>Use similar fasteners at all places if possible. </a:t>
            </a:r>
          </a:p>
          <a:p>
            <a:pPr marL="171450" indent="-171450" algn="just">
              <a:buFont typeface="Arial" panose="020B0604020202020204" pitchFamily="34" charset="0"/>
              <a:buChar char="•"/>
            </a:pPr>
            <a:endParaRPr lang="en-US" sz="1400" dirty="0">
              <a:solidFill>
                <a:schemeClr val="accent6">
                  <a:lumMod val="50000"/>
                </a:schemeClr>
              </a:solidFill>
              <a:latin typeface="+mn-lt"/>
              <a:ea typeface="Roboto Medium" panose="02000000000000000000" pitchFamily="2" charset="0"/>
              <a:cs typeface="Arial" panose="020B0604020202020204" pitchFamily="34" charset="0"/>
            </a:endParaRPr>
          </a:p>
          <a:p>
            <a:pPr marL="171450" indent="-171450" algn="just">
              <a:buFont typeface="Arial" panose="020B0604020202020204" pitchFamily="34" charset="0"/>
              <a:buChar char="•"/>
            </a:pPr>
            <a:r>
              <a:rPr lang="en-US" sz="1400" dirty="0">
                <a:solidFill>
                  <a:schemeClr val="accent6">
                    <a:lumMod val="50000"/>
                  </a:schemeClr>
                </a:solidFill>
                <a:latin typeface="+mn-lt"/>
                <a:ea typeface="Roboto Medium" panose="02000000000000000000" pitchFamily="2" charset="0"/>
                <a:cs typeface="Arial" panose="020B0604020202020204" pitchFamily="34" charset="0"/>
              </a:rPr>
              <a:t>Use  standard fasteners at all places.</a:t>
            </a:r>
          </a:p>
          <a:p>
            <a:pPr marL="171450" indent="-171450" algn="just">
              <a:buFont typeface="Arial" panose="020B0604020202020204" pitchFamily="34" charset="0"/>
              <a:buChar char="•"/>
            </a:pPr>
            <a:endParaRPr lang="en-US" sz="1400" dirty="0">
              <a:solidFill>
                <a:schemeClr val="accent6">
                  <a:lumMod val="50000"/>
                </a:schemeClr>
              </a:solidFill>
              <a:latin typeface="+mn-lt"/>
              <a:ea typeface="Roboto Medium" panose="02000000000000000000" pitchFamily="2" charset="0"/>
              <a:cs typeface="Arial" panose="020B0604020202020204" pitchFamily="34" charset="0"/>
            </a:endParaRPr>
          </a:p>
          <a:p>
            <a:pPr marL="171450" indent="-171450" algn="just">
              <a:buFont typeface="Arial" panose="020B0604020202020204" pitchFamily="34" charset="0"/>
              <a:buChar char="•"/>
            </a:pPr>
            <a:r>
              <a:rPr lang="en-US" sz="1400" dirty="0">
                <a:solidFill>
                  <a:schemeClr val="accent6">
                    <a:lumMod val="50000"/>
                  </a:schemeClr>
                </a:solidFill>
                <a:latin typeface="+mn-lt"/>
                <a:ea typeface="Roboto Medium" panose="02000000000000000000" pitchFamily="2" charset="0"/>
                <a:cs typeface="Arial" panose="020B0604020202020204" pitchFamily="34" charset="0"/>
              </a:rPr>
              <a:t>Based on part size, 2 locators are added.</a:t>
            </a:r>
          </a:p>
          <a:p>
            <a:pPr marL="171450" indent="-171450" algn="just">
              <a:buFont typeface="Arial" panose="020B0604020202020204" pitchFamily="34" charset="0"/>
              <a:buChar char="•"/>
            </a:pPr>
            <a:endParaRPr lang="en-US" sz="1400" dirty="0">
              <a:solidFill>
                <a:schemeClr val="accent6">
                  <a:lumMod val="50000"/>
                </a:schemeClr>
              </a:solidFill>
              <a:latin typeface="+mn-lt"/>
              <a:ea typeface="+mn-lt"/>
              <a:cs typeface="+mn-lt"/>
            </a:endParaRPr>
          </a:p>
          <a:p>
            <a:pPr marL="171450" indent="-171450" algn="just">
              <a:buFont typeface="Arial" panose="020B0604020202020204" pitchFamily="34" charset="0"/>
              <a:buChar char="•"/>
            </a:pPr>
            <a:r>
              <a:rPr lang="en-US" sz="1400" dirty="0">
                <a:solidFill>
                  <a:schemeClr val="accent6">
                    <a:lumMod val="50000"/>
                  </a:schemeClr>
                </a:solidFill>
                <a:latin typeface="+mn-lt"/>
                <a:ea typeface="Roboto Medium" panose="02000000000000000000" pitchFamily="2" charset="0"/>
                <a:cs typeface="Arial" panose="020B0604020202020204" pitchFamily="34" charset="0"/>
              </a:rPr>
              <a:t>Ensure that all holes and fixings are correctly aligned.</a:t>
            </a:r>
          </a:p>
          <a:p>
            <a:pPr marL="171450" indent="-171450" algn="just">
              <a:buFont typeface="Arial" panose="020B0604020202020204" pitchFamily="34" charset="0"/>
              <a:buChar char="•"/>
            </a:pPr>
            <a:endParaRPr lang="en-US" sz="1400" dirty="0">
              <a:solidFill>
                <a:schemeClr val="accent6">
                  <a:lumMod val="50000"/>
                </a:schemeClr>
              </a:solidFill>
              <a:latin typeface="+mn-lt"/>
              <a:ea typeface="Roboto Medium" panose="02000000000000000000" pitchFamily="2" charset="0"/>
              <a:cs typeface="Arial" panose="020B0604020202020204" pitchFamily="34" charset="0"/>
            </a:endParaRPr>
          </a:p>
          <a:p>
            <a:pPr marL="171450" indent="-171450" algn="just">
              <a:buFont typeface="Arial" panose="020B0604020202020204" pitchFamily="34" charset="0"/>
              <a:buChar char="•"/>
            </a:pPr>
            <a:r>
              <a:rPr lang="en-US" sz="1400" dirty="0">
                <a:solidFill>
                  <a:schemeClr val="accent6">
                    <a:lumMod val="50000"/>
                  </a:schemeClr>
                </a:solidFill>
                <a:latin typeface="+mn-lt"/>
                <a:ea typeface="Roboto Medium" panose="02000000000000000000" pitchFamily="2" charset="0"/>
                <a:cs typeface="Arial" panose="020B0604020202020204" pitchFamily="34" charset="0"/>
              </a:rPr>
              <a:t>Ensure that the correct hole size is in place for each fixing, accounting for material and thickness.</a:t>
            </a:r>
          </a:p>
          <a:p>
            <a:pPr marL="171450" indent="-171450" algn="just">
              <a:buFont typeface="Arial" panose="020B0604020202020204" pitchFamily="34" charset="0"/>
              <a:buChar char="•"/>
            </a:pPr>
            <a:endParaRPr lang="en-US" sz="1400" dirty="0">
              <a:solidFill>
                <a:schemeClr val="accent6">
                  <a:lumMod val="50000"/>
                </a:schemeClr>
              </a:solidFill>
              <a:latin typeface="+mn-lt"/>
              <a:ea typeface="Roboto Medium" panose="02000000000000000000" pitchFamily="2" charset="0"/>
              <a:cs typeface="Arial" panose="020B0604020202020204" pitchFamily="34" charset="0"/>
            </a:endParaRPr>
          </a:p>
          <a:p>
            <a:pPr marL="171450" indent="-171450" algn="just">
              <a:buFont typeface="Arial" panose="020B0604020202020204" pitchFamily="34" charset="0"/>
              <a:buChar char="•"/>
            </a:pPr>
            <a:r>
              <a:rPr lang="en-US" sz="1400" dirty="0">
                <a:solidFill>
                  <a:schemeClr val="accent6">
                    <a:lumMod val="50000"/>
                  </a:schemeClr>
                </a:solidFill>
                <a:latin typeface="+mn-lt"/>
                <a:ea typeface="Roboto Medium" panose="02000000000000000000" pitchFamily="2" charset="0"/>
                <a:cs typeface="Arial" panose="020B0604020202020204" pitchFamily="34" charset="0"/>
              </a:rPr>
              <a:t>Ensure that the correct torque is listed for the fixing and material combination.</a:t>
            </a:r>
          </a:p>
          <a:p>
            <a:pPr marL="171450" indent="-171450" algn="just">
              <a:buFont typeface="Arial" panose="020B0604020202020204" pitchFamily="34" charset="0"/>
              <a:buChar char="•"/>
            </a:pPr>
            <a:endParaRPr lang="en-US" sz="1400" dirty="0">
              <a:solidFill>
                <a:schemeClr val="accent6">
                  <a:lumMod val="50000"/>
                </a:schemeClr>
              </a:solidFill>
              <a:latin typeface="+mn-lt"/>
              <a:ea typeface="Roboto Medium" panose="02000000000000000000" pitchFamily="2" charset="0"/>
              <a:cs typeface="Arial" panose="020B0604020202020204" pitchFamily="34" charset="0"/>
            </a:endParaRPr>
          </a:p>
        </p:txBody>
      </p:sp>
      <p:grpSp>
        <p:nvGrpSpPr>
          <p:cNvPr id="4" name="Group 3">
            <a:extLst>
              <a:ext uri="{FF2B5EF4-FFF2-40B4-BE49-F238E27FC236}">
                <a16:creationId xmlns:a16="http://schemas.microsoft.com/office/drawing/2014/main" id="{9CA123D3-FB3B-44CA-9E21-050C440CEC3F}"/>
              </a:ext>
            </a:extLst>
          </p:cNvPr>
          <p:cNvGrpSpPr/>
          <p:nvPr/>
        </p:nvGrpSpPr>
        <p:grpSpPr>
          <a:xfrm>
            <a:off x="1478629" y="1306820"/>
            <a:ext cx="5396477" cy="4958924"/>
            <a:chOff x="1478629" y="1306820"/>
            <a:chExt cx="5396477" cy="4958924"/>
          </a:xfrm>
        </p:grpSpPr>
        <p:pic>
          <p:nvPicPr>
            <p:cNvPr id="37" name="Picture 36">
              <a:extLst>
                <a:ext uri="{FF2B5EF4-FFF2-40B4-BE49-F238E27FC236}">
                  <a16:creationId xmlns:a16="http://schemas.microsoft.com/office/drawing/2014/main" id="{72DBC5A2-53AC-A851-AE9B-5C9C594A0204}"/>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478629" y="1306820"/>
              <a:ext cx="5396477" cy="4958924"/>
            </a:xfrm>
            <a:prstGeom prst="rect">
              <a:avLst/>
            </a:prstGeom>
          </p:spPr>
        </p:pic>
        <p:pic>
          <p:nvPicPr>
            <p:cNvPr id="1028" name="Picture 4">
              <a:extLst>
                <a:ext uri="{FF2B5EF4-FFF2-40B4-BE49-F238E27FC236}">
                  <a16:creationId xmlns:a16="http://schemas.microsoft.com/office/drawing/2014/main" id="{393C7E69-877E-F468-8EFA-C25E8A7B5C6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58492" t="57170" r="23675" b="21031"/>
            <a:stretch>
              <a:fillRect/>
            </a:stretch>
          </p:blipFill>
          <p:spPr bwMode="auto">
            <a:xfrm>
              <a:off x="2154160" y="3586691"/>
              <a:ext cx="250684" cy="399247"/>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548553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92AFD697-EF8F-4873-DFAC-DBA9577F2889}"/>
              </a:ext>
            </a:extLst>
          </p:cNvPr>
          <p:cNvPicPr>
            <a:picLocks noChangeAspect="1"/>
          </p:cNvPicPr>
          <p:nvPr/>
        </p:nvPicPr>
        <p:blipFill>
          <a:blip r:embed="rId3"/>
          <a:stretch>
            <a:fillRect/>
          </a:stretch>
        </p:blipFill>
        <p:spPr>
          <a:xfrm>
            <a:off x="376950" y="1357243"/>
            <a:ext cx="5453051" cy="3205704"/>
          </a:xfrm>
          <a:prstGeom prst="rect">
            <a:avLst/>
          </a:prstGeom>
        </p:spPr>
      </p:pic>
      <p:sp>
        <p:nvSpPr>
          <p:cNvPr id="5" name="Slide Number Placeholder 2">
            <a:extLst>
              <a:ext uri="{FF2B5EF4-FFF2-40B4-BE49-F238E27FC236}">
                <a16:creationId xmlns:a16="http://schemas.microsoft.com/office/drawing/2014/main" id="{C3DE5A77-287F-8017-41E5-58224AE6B443}"/>
              </a:ext>
            </a:extLst>
          </p:cNvPr>
          <p:cNvSpPr>
            <a:spLocks noGrp="1"/>
          </p:cNvSpPr>
          <p:nvPr>
            <p:ph type="sldNum" sz="quarter" idx="10"/>
          </p:nvPr>
        </p:nvSpPr>
        <p:spPr>
          <a:xfrm>
            <a:off x="3" y="6356352"/>
            <a:ext cx="491300" cy="365125"/>
          </a:xfrm>
        </p:spPr>
        <p:txBody>
          <a:bodyPr/>
          <a:lstStyle/>
          <a:p>
            <a:fld id="{C4B1DB5C-CBD1-46F1-83D6-F5AA23577CB7}" type="slidenum">
              <a:rPr lang="en-GB" smtClean="0"/>
              <a:pPr/>
              <a:t>14</a:t>
            </a:fld>
            <a:endParaRPr lang="en-GB"/>
          </a:p>
        </p:txBody>
      </p:sp>
      <p:sp>
        <p:nvSpPr>
          <p:cNvPr id="3" name="Title 1">
            <a:extLst>
              <a:ext uri="{FF2B5EF4-FFF2-40B4-BE49-F238E27FC236}">
                <a16:creationId xmlns:a16="http://schemas.microsoft.com/office/drawing/2014/main" id="{B0E55190-319D-95C8-B315-6FA7753B0156}"/>
              </a:ext>
            </a:extLst>
          </p:cNvPr>
          <p:cNvSpPr txBox="1">
            <a:spLocks/>
          </p:cNvSpPr>
          <p:nvPr/>
        </p:nvSpPr>
        <p:spPr>
          <a:xfrm>
            <a:off x="183471" y="776825"/>
            <a:ext cx="9144000" cy="439388"/>
          </a:xfrm>
          <a:prstGeom prst="rect">
            <a:avLst/>
          </a:prstGeom>
        </p:spPr>
        <p:txBody>
          <a:bodyPr vert="horz" lIns="91440" tIns="45720" rIns="91440" bIns="45720" rtlCol="0" anchor="t" anchorCtr="0">
            <a:noAutofit/>
          </a:bodyPr>
          <a:lstStyle>
            <a:defPPr>
              <a:defRPr lang="en-US"/>
            </a:defPPr>
            <a:lvl1pPr algn="l" rtl="0" eaLnBrk="0" fontAlgn="base" hangingPunct="0">
              <a:lnSpc>
                <a:spcPct val="90000"/>
              </a:lnSpc>
              <a:spcBef>
                <a:spcPct val="0"/>
              </a:spcBef>
              <a:spcAft>
                <a:spcPct val="0"/>
              </a:spcAft>
              <a:defRPr sz="2400" b="1" i="0" kern="1200" cap="all" baseline="0">
                <a:solidFill>
                  <a:srgbClr val="F79633"/>
                </a:solidFill>
                <a:latin typeface="Arial" charset="0"/>
                <a:ea typeface="Arial" charset="0"/>
                <a:cs typeface="Arial" charset="0"/>
              </a:defRPr>
            </a:lvl1pPr>
            <a:lvl2pPr marL="370130" indent="-137176" algn="l" rtl="0" eaLnBrk="0" fontAlgn="base" hangingPunct="0">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2pPr>
            <a:lvl3pPr marL="741072" indent="-277598" algn="l" rtl="0" eaLnBrk="0" fontAlgn="base" hangingPunct="0">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3pPr>
            <a:lvl4pPr marL="1112826" indent="-417208" algn="l" rtl="0" eaLnBrk="0" fontAlgn="base" hangingPunct="0">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4pPr>
            <a:lvl5pPr marL="1484579" indent="-556007" algn="l" rtl="0" eaLnBrk="0" fontAlgn="base" hangingPunct="0">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5pPr>
            <a:lvl6pPr marL="233778" algn="l" defTabSz="467533" rtl="0" eaLnBrk="1" fontAlgn="base" latinLnBrk="0" hangingPunct="1">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6pPr>
            <a:lvl7pPr marL="467558" algn="l" defTabSz="467533" rtl="0" eaLnBrk="1" fontAlgn="base" latinLnBrk="0" hangingPunct="1">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7pPr>
            <a:lvl8pPr marL="701333" algn="l" defTabSz="467533" rtl="0" eaLnBrk="1" fontAlgn="base" latinLnBrk="0" hangingPunct="1">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8pPr>
            <a:lvl9pPr marL="935114" algn="l" defTabSz="467533" rtl="0" eaLnBrk="1" fontAlgn="base" latinLnBrk="0" hangingPunct="1">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9pPr>
          </a:lstStyle>
          <a:p>
            <a:r>
              <a:rPr lang="en-US" sz="1800" dirty="0">
                <a:latin typeface="+mj-lt"/>
              </a:rPr>
              <a:t>Location &amp; fixation strategy (jaguar I pace ev400 2019)</a:t>
            </a:r>
          </a:p>
          <a:p>
            <a:endParaRPr lang="en-US" sz="1800" dirty="0">
              <a:solidFill>
                <a:srgbClr val="FF0000"/>
              </a:solidFill>
            </a:endParaRPr>
          </a:p>
        </p:txBody>
      </p:sp>
      <p:sp>
        <p:nvSpPr>
          <p:cNvPr id="12" name="Oval 11">
            <a:extLst>
              <a:ext uri="{FF2B5EF4-FFF2-40B4-BE49-F238E27FC236}">
                <a16:creationId xmlns:a16="http://schemas.microsoft.com/office/drawing/2014/main" id="{F1C11290-045E-1BAE-1910-931573911E64}"/>
              </a:ext>
            </a:extLst>
          </p:cNvPr>
          <p:cNvSpPr/>
          <p:nvPr/>
        </p:nvSpPr>
        <p:spPr>
          <a:xfrm>
            <a:off x="4902236" y="2513239"/>
            <a:ext cx="452673" cy="452674"/>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2ACB78C1-7F9A-9917-9484-089D0A59FE10}"/>
              </a:ext>
            </a:extLst>
          </p:cNvPr>
          <p:cNvSpPr/>
          <p:nvPr/>
        </p:nvSpPr>
        <p:spPr>
          <a:xfrm>
            <a:off x="793443" y="2537691"/>
            <a:ext cx="452673" cy="452674"/>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14">
            <a:extLst>
              <a:ext uri="{FF2B5EF4-FFF2-40B4-BE49-F238E27FC236}">
                <a16:creationId xmlns:a16="http://schemas.microsoft.com/office/drawing/2014/main" id="{335F775F-7F86-5692-4FFB-A4E9F1A5E429}"/>
              </a:ext>
            </a:extLst>
          </p:cNvPr>
          <p:cNvCxnSpPr>
            <a:cxnSpLocks/>
            <a:stCxn id="12" idx="5"/>
            <a:endCxn id="26" idx="1"/>
          </p:cNvCxnSpPr>
          <p:nvPr/>
        </p:nvCxnSpPr>
        <p:spPr>
          <a:xfrm>
            <a:off x="5288617" y="2899620"/>
            <a:ext cx="2089957" cy="1905301"/>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DB6FFCD9-CC18-D41C-BED9-F5656C202430}"/>
              </a:ext>
            </a:extLst>
          </p:cNvPr>
          <p:cNvCxnSpPr>
            <a:cxnSpLocks/>
            <a:stCxn id="13" idx="5"/>
            <a:endCxn id="26" idx="1"/>
          </p:cNvCxnSpPr>
          <p:nvPr/>
        </p:nvCxnSpPr>
        <p:spPr>
          <a:xfrm>
            <a:off x="1179824" y="2924072"/>
            <a:ext cx="6198750" cy="1880849"/>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5E272AE7-3FB0-11A4-8F59-96424A4C2E39}"/>
              </a:ext>
            </a:extLst>
          </p:cNvPr>
          <p:cNvPicPr>
            <a:picLocks noChangeAspect="1"/>
          </p:cNvPicPr>
          <p:nvPr/>
        </p:nvPicPr>
        <p:blipFill>
          <a:blip r:embed="rId4"/>
          <a:stretch>
            <a:fillRect/>
          </a:stretch>
        </p:blipFill>
        <p:spPr>
          <a:xfrm>
            <a:off x="7378574" y="3412370"/>
            <a:ext cx="4059237" cy="2785101"/>
          </a:xfrm>
          <a:prstGeom prst="rect">
            <a:avLst/>
          </a:prstGeom>
        </p:spPr>
      </p:pic>
      <p:sp>
        <p:nvSpPr>
          <p:cNvPr id="6" name="Oval 5">
            <a:extLst>
              <a:ext uri="{FF2B5EF4-FFF2-40B4-BE49-F238E27FC236}">
                <a16:creationId xmlns:a16="http://schemas.microsoft.com/office/drawing/2014/main" id="{616619E6-4990-E242-FD88-D371BD9F9B47}"/>
              </a:ext>
            </a:extLst>
          </p:cNvPr>
          <p:cNvSpPr/>
          <p:nvPr/>
        </p:nvSpPr>
        <p:spPr>
          <a:xfrm>
            <a:off x="2877138" y="1886578"/>
            <a:ext cx="452673" cy="452674"/>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0801855A-8B54-F368-1299-B694F3C98A70}"/>
              </a:ext>
            </a:extLst>
          </p:cNvPr>
          <p:cNvPicPr>
            <a:picLocks noChangeAspect="1"/>
          </p:cNvPicPr>
          <p:nvPr/>
        </p:nvPicPr>
        <p:blipFill>
          <a:blip r:embed="rId5"/>
          <a:stretch>
            <a:fillRect/>
          </a:stretch>
        </p:blipFill>
        <p:spPr>
          <a:xfrm>
            <a:off x="3055849" y="2112915"/>
            <a:ext cx="95250" cy="95250"/>
          </a:xfrm>
          <a:prstGeom prst="rect">
            <a:avLst/>
          </a:prstGeom>
        </p:spPr>
      </p:pic>
      <p:sp>
        <p:nvSpPr>
          <p:cNvPr id="9" name="TextBox 8">
            <a:extLst>
              <a:ext uri="{FF2B5EF4-FFF2-40B4-BE49-F238E27FC236}">
                <a16:creationId xmlns:a16="http://schemas.microsoft.com/office/drawing/2014/main" id="{49AFF1D9-64C1-3E3D-92C8-5FA8CAA1B5DD}"/>
              </a:ext>
            </a:extLst>
          </p:cNvPr>
          <p:cNvSpPr txBox="1"/>
          <p:nvPr/>
        </p:nvSpPr>
        <p:spPr>
          <a:xfrm>
            <a:off x="2576470" y="1563570"/>
            <a:ext cx="1149257" cy="261610"/>
          </a:xfrm>
          <a:prstGeom prst="rect">
            <a:avLst/>
          </a:prstGeom>
          <a:noFill/>
        </p:spPr>
        <p:txBody>
          <a:bodyPr wrap="square">
            <a:spAutoFit/>
          </a:bodyPr>
          <a:lstStyle>
            <a:defPPr>
              <a:defRPr lang="en-US"/>
            </a:defPPr>
            <a:lvl1pPr>
              <a:defRPr sz="1100" b="1">
                <a:latin typeface="Calibri" panose="020F0502020204030204" pitchFamily="34" charset="0"/>
              </a:defRPr>
            </a:lvl1pPr>
          </a:lstStyle>
          <a:p>
            <a:r>
              <a:rPr lang="en-US" dirty="0">
                <a:solidFill>
                  <a:schemeClr val="accent2"/>
                </a:solidFill>
                <a:latin typeface="+mn-lt"/>
              </a:rPr>
              <a:t>4 way Locator</a:t>
            </a:r>
          </a:p>
        </p:txBody>
      </p:sp>
      <p:sp>
        <p:nvSpPr>
          <p:cNvPr id="10" name="TextBox 9">
            <a:extLst>
              <a:ext uri="{FF2B5EF4-FFF2-40B4-BE49-F238E27FC236}">
                <a16:creationId xmlns:a16="http://schemas.microsoft.com/office/drawing/2014/main" id="{41879F35-F1C0-2D47-583F-BFD37B80D5C8}"/>
              </a:ext>
            </a:extLst>
          </p:cNvPr>
          <p:cNvSpPr txBox="1"/>
          <p:nvPr/>
        </p:nvSpPr>
        <p:spPr>
          <a:xfrm>
            <a:off x="4852226" y="2112915"/>
            <a:ext cx="750853" cy="430887"/>
          </a:xfrm>
          <a:prstGeom prst="rect">
            <a:avLst/>
          </a:prstGeom>
          <a:noFill/>
        </p:spPr>
        <p:txBody>
          <a:bodyPr wrap="square">
            <a:spAutoFit/>
          </a:bodyPr>
          <a:lstStyle/>
          <a:p>
            <a:pPr algn="ctr"/>
            <a:r>
              <a:rPr lang="en-US" sz="1100" b="1" dirty="0">
                <a:solidFill>
                  <a:schemeClr val="accent2"/>
                </a:solidFill>
              </a:rPr>
              <a:t>2 way Locator</a:t>
            </a:r>
          </a:p>
        </p:txBody>
      </p:sp>
      <p:sp>
        <p:nvSpPr>
          <p:cNvPr id="11" name="TextBox 10">
            <a:extLst>
              <a:ext uri="{FF2B5EF4-FFF2-40B4-BE49-F238E27FC236}">
                <a16:creationId xmlns:a16="http://schemas.microsoft.com/office/drawing/2014/main" id="{3DD2DF34-C194-B580-45E2-511604B7B106}"/>
              </a:ext>
            </a:extLst>
          </p:cNvPr>
          <p:cNvSpPr txBox="1"/>
          <p:nvPr/>
        </p:nvSpPr>
        <p:spPr>
          <a:xfrm>
            <a:off x="373685" y="2108778"/>
            <a:ext cx="949599" cy="430887"/>
          </a:xfrm>
          <a:prstGeom prst="rect">
            <a:avLst/>
          </a:prstGeom>
          <a:noFill/>
        </p:spPr>
        <p:txBody>
          <a:bodyPr wrap="square">
            <a:spAutoFit/>
          </a:bodyPr>
          <a:lstStyle/>
          <a:p>
            <a:pPr algn="ctr"/>
            <a:r>
              <a:rPr lang="en-US" sz="1100" b="1" i="0" u="none" strike="noStrike" dirty="0">
                <a:solidFill>
                  <a:schemeClr val="accent2"/>
                </a:solidFill>
                <a:effectLst/>
              </a:rPr>
              <a:t>2 way Locator</a:t>
            </a:r>
            <a:endParaRPr lang="en-US" sz="1100" b="1" dirty="0">
              <a:solidFill>
                <a:schemeClr val="accent2"/>
              </a:solidFill>
            </a:endParaRPr>
          </a:p>
        </p:txBody>
      </p:sp>
    </p:spTree>
    <p:extLst>
      <p:ext uri="{BB962C8B-B14F-4D97-AF65-F5344CB8AC3E}">
        <p14:creationId xmlns:p14="http://schemas.microsoft.com/office/powerpoint/2010/main" val="27963486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C3DE5A77-287F-8017-41E5-58224AE6B443}"/>
              </a:ext>
            </a:extLst>
          </p:cNvPr>
          <p:cNvSpPr>
            <a:spLocks noGrp="1"/>
          </p:cNvSpPr>
          <p:nvPr>
            <p:ph type="sldNum" sz="quarter" idx="10"/>
          </p:nvPr>
        </p:nvSpPr>
        <p:spPr>
          <a:xfrm>
            <a:off x="3" y="6356352"/>
            <a:ext cx="491300" cy="365125"/>
          </a:xfrm>
        </p:spPr>
        <p:txBody>
          <a:bodyPr/>
          <a:lstStyle/>
          <a:p>
            <a:fld id="{C4B1DB5C-CBD1-46F1-83D6-F5AA23577CB7}" type="slidenum">
              <a:rPr lang="en-GB" smtClean="0"/>
              <a:pPr/>
              <a:t>15</a:t>
            </a:fld>
            <a:endParaRPr lang="en-GB"/>
          </a:p>
        </p:txBody>
      </p:sp>
      <p:sp>
        <p:nvSpPr>
          <p:cNvPr id="3" name="Title 1">
            <a:extLst>
              <a:ext uri="{FF2B5EF4-FFF2-40B4-BE49-F238E27FC236}">
                <a16:creationId xmlns:a16="http://schemas.microsoft.com/office/drawing/2014/main" id="{B0E55190-319D-95C8-B315-6FA7753B0156}"/>
              </a:ext>
            </a:extLst>
          </p:cNvPr>
          <p:cNvSpPr txBox="1">
            <a:spLocks/>
          </p:cNvSpPr>
          <p:nvPr/>
        </p:nvSpPr>
        <p:spPr>
          <a:xfrm>
            <a:off x="183471" y="776825"/>
            <a:ext cx="9144000" cy="439388"/>
          </a:xfrm>
          <a:prstGeom prst="rect">
            <a:avLst/>
          </a:prstGeom>
        </p:spPr>
        <p:txBody>
          <a:bodyPr vert="horz" lIns="91440" tIns="45720" rIns="91440" bIns="45720" rtlCol="0" anchor="t" anchorCtr="0">
            <a:noAutofit/>
          </a:bodyPr>
          <a:lstStyle>
            <a:defPPr>
              <a:defRPr lang="en-US"/>
            </a:defPPr>
            <a:lvl1pPr algn="l" rtl="0" eaLnBrk="0" fontAlgn="base" hangingPunct="0">
              <a:lnSpc>
                <a:spcPct val="90000"/>
              </a:lnSpc>
              <a:spcBef>
                <a:spcPct val="0"/>
              </a:spcBef>
              <a:spcAft>
                <a:spcPct val="0"/>
              </a:spcAft>
              <a:defRPr sz="2400" b="1" i="0" kern="1200" cap="all" baseline="0">
                <a:solidFill>
                  <a:srgbClr val="F79633"/>
                </a:solidFill>
                <a:latin typeface="Arial" charset="0"/>
                <a:ea typeface="Arial" charset="0"/>
                <a:cs typeface="Arial" charset="0"/>
              </a:defRPr>
            </a:lvl1pPr>
            <a:lvl2pPr marL="370130" indent="-137176" algn="l" rtl="0" eaLnBrk="0" fontAlgn="base" hangingPunct="0">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2pPr>
            <a:lvl3pPr marL="741072" indent="-277598" algn="l" rtl="0" eaLnBrk="0" fontAlgn="base" hangingPunct="0">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3pPr>
            <a:lvl4pPr marL="1112826" indent="-417208" algn="l" rtl="0" eaLnBrk="0" fontAlgn="base" hangingPunct="0">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4pPr>
            <a:lvl5pPr marL="1484579" indent="-556007" algn="l" rtl="0" eaLnBrk="0" fontAlgn="base" hangingPunct="0">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5pPr>
            <a:lvl6pPr marL="233778" algn="l" defTabSz="467533" rtl="0" eaLnBrk="1" fontAlgn="base" latinLnBrk="0" hangingPunct="1">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6pPr>
            <a:lvl7pPr marL="467558" algn="l" defTabSz="467533" rtl="0" eaLnBrk="1" fontAlgn="base" latinLnBrk="0" hangingPunct="1">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7pPr>
            <a:lvl8pPr marL="701333" algn="l" defTabSz="467533" rtl="0" eaLnBrk="1" fontAlgn="base" latinLnBrk="0" hangingPunct="1">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8pPr>
            <a:lvl9pPr marL="935114" algn="l" defTabSz="467533" rtl="0" eaLnBrk="1" fontAlgn="base" latinLnBrk="0" hangingPunct="1">
              <a:lnSpc>
                <a:spcPct val="90000"/>
              </a:lnSpc>
              <a:spcBef>
                <a:spcPct val="0"/>
              </a:spcBef>
              <a:spcAft>
                <a:spcPct val="0"/>
              </a:spcAft>
              <a:defRPr sz="2250" kern="1200">
                <a:solidFill>
                  <a:srgbClr val="1B1D44"/>
                </a:solidFill>
                <a:latin typeface="Roboto" panose="02000000000000000000" pitchFamily="2" charset="0"/>
                <a:ea typeface="Roboto" panose="02000000000000000000" pitchFamily="2" charset="0"/>
                <a:cs typeface="Roboto" panose="02000000000000000000" pitchFamily="2" charset="0"/>
              </a:defRPr>
            </a:lvl9pPr>
          </a:lstStyle>
          <a:p>
            <a:r>
              <a:rPr lang="en-US" sz="1800" dirty="0">
                <a:latin typeface="+mj-lt"/>
              </a:rPr>
              <a:t>Frunk Storage items</a:t>
            </a:r>
            <a:endParaRPr lang="en-US" sz="1800" dirty="0">
              <a:solidFill>
                <a:srgbClr val="FF0000"/>
              </a:solidFill>
              <a:latin typeface="+mj-lt"/>
            </a:endParaRPr>
          </a:p>
        </p:txBody>
      </p:sp>
      <p:sp>
        <p:nvSpPr>
          <p:cNvPr id="7" name="TextBox 110">
            <a:extLst>
              <a:ext uri="{FF2B5EF4-FFF2-40B4-BE49-F238E27FC236}">
                <a16:creationId xmlns:a16="http://schemas.microsoft.com/office/drawing/2014/main" id="{00000000-0008-0000-0600-00006F000000}"/>
              </a:ext>
            </a:extLst>
          </p:cNvPr>
          <p:cNvSpPr txBox="1"/>
          <p:nvPr/>
        </p:nvSpPr>
        <p:spPr>
          <a:xfrm>
            <a:off x="245653" y="5585869"/>
            <a:ext cx="7685184" cy="584775"/>
          </a:xfrm>
          <a:prstGeom prst="rect">
            <a:avLst/>
          </a:prstGeom>
          <a:solidFill>
            <a:schemeClr val="lt1"/>
          </a:solidFill>
          <a:ln w="9525" cmpd="sng">
            <a:solidFill>
              <a:srgbClr val="FF0000"/>
            </a:solidFill>
          </a:ln>
        </p:spPr>
        <p:style>
          <a:lnRef idx="0">
            <a:scrgbClr r="0" g="0" b="0"/>
          </a:lnRef>
          <a:fillRef idx="0">
            <a:scrgbClr r="0" g="0" b="0"/>
          </a:fillRef>
          <a:effectRef idx="0">
            <a:scrgbClr r="0" g="0" b="0"/>
          </a:effectRef>
          <a:fontRef idx="minor">
            <a:schemeClr val="dk1"/>
          </a:fontRef>
        </p:style>
        <p:txBody>
          <a:bodyPr wrap="square" rtlCol="0" anchor="t">
            <a:spAutoFit/>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GB" sz="1600" dirty="0">
                <a:solidFill>
                  <a:schemeClr val="dk1"/>
                </a:solidFill>
                <a:effectLst/>
                <a:latin typeface="+mn-lt"/>
                <a:ea typeface="+mn-ea"/>
                <a:cs typeface="+mn-cs"/>
              </a:rPr>
              <a:t>This</a:t>
            </a:r>
            <a:r>
              <a:rPr lang="en-GB" sz="1600" baseline="0" dirty="0">
                <a:solidFill>
                  <a:schemeClr val="dk1"/>
                </a:solidFill>
                <a:effectLst/>
                <a:latin typeface="+mn-lt"/>
                <a:ea typeface="+mn-ea"/>
                <a:cs typeface="+mn-cs"/>
              </a:rPr>
              <a:t> is a guideline.</a:t>
            </a:r>
          </a:p>
          <a:p>
            <a:r>
              <a:rPr lang="en-GB" sz="1600" baseline="0" dirty="0">
                <a:solidFill>
                  <a:schemeClr val="dk1"/>
                </a:solidFill>
                <a:effectLst/>
                <a:latin typeface="+mn-lt"/>
                <a:ea typeface="+mn-ea"/>
                <a:cs typeface="+mn-cs"/>
              </a:rPr>
              <a:t>Programme team to advise what items to be stowed in a particular vehicle</a:t>
            </a:r>
            <a:endParaRPr lang="en-GB" sz="1600" dirty="0">
              <a:solidFill>
                <a:schemeClr val="dk1"/>
              </a:solidFill>
              <a:effectLst/>
              <a:latin typeface="+mn-lt"/>
              <a:ea typeface="+mn-ea"/>
              <a:cs typeface="+mn-cs"/>
            </a:endParaRPr>
          </a:p>
        </p:txBody>
      </p:sp>
      <p:grpSp>
        <p:nvGrpSpPr>
          <p:cNvPr id="6" name="Group 5">
            <a:extLst>
              <a:ext uri="{FF2B5EF4-FFF2-40B4-BE49-F238E27FC236}">
                <a16:creationId xmlns:a16="http://schemas.microsoft.com/office/drawing/2014/main" id="{C71526B0-394B-B111-A144-EAA4670A1A88}"/>
              </a:ext>
            </a:extLst>
          </p:cNvPr>
          <p:cNvGrpSpPr/>
          <p:nvPr/>
        </p:nvGrpSpPr>
        <p:grpSpPr>
          <a:xfrm>
            <a:off x="171404" y="1339261"/>
            <a:ext cx="3662989" cy="4185762"/>
            <a:chOff x="171404" y="1339261"/>
            <a:chExt cx="3662989" cy="4185762"/>
          </a:xfrm>
        </p:grpSpPr>
        <p:sp>
          <p:nvSpPr>
            <p:cNvPr id="4" name="TextBox 17">
              <a:extLst>
                <a:ext uri="{FF2B5EF4-FFF2-40B4-BE49-F238E27FC236}">
                  <a16:creationId xmlns:a16="http://schemas.microsoft.com/office/drawing/2014/main" id="{3C3D23BB-7D7F-2082-9F5A-6FDB4FA3CD86}"/>
                </a:ext>
              </a:extLst>
            </p:cNvPr>
            <p:cNvSpPr txBox="1"/>
            <p:nvPr/>
          </p:nvSpPr>
          <p:spPr>
            <a:xfrm>
              <a:off x="171404" y="1339261"/>
              <a:ext cx="2494431" cy="307777"/>
            </a:xfrm>
            <a:prstGeom prst="rect">
              <a:avLst/>
            </a:prstGeom>
          </p:spPr>
          <p:txBody>
            <a:bodyPr wrap="square" lIns="91440" tIns="45720" rIns="91440" bIns="45720" rtlCol="0" anchor="t">
              <a:spAutoFit/>
            </a:bodyPr>
            <a:lstStyle>
              <a:defPPr>
                <a:defRPr lang="en-US"/>
              </a:defPPr>
              <a:lvl1pPr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1pPr>
              <a:lvl2pPr marL="370130" indent="-137176"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2pPr>
              <a:lvl3pPr marL="741072" indent="-277598"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3pPr>
              <a:lvl4pPr marL="1112826" indent="-417208"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4pPr>
              <a:lvl5pPr marL="1484579" indent="-556007"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5pPr>
              <a:lvl6pPr marL="1168832"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6pPr>
              <a:lvl7pPr marL="1402598"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7pPr>
              <a:lvl8pPr marL="1636365"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8pPr>
              <a:lvl9pPr marL="1870131"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9pPr>
            </a:lstStyle>
            <a:p>
              <a:r>
                <a:rPr lang="en-US" sz="1400" b="1" dirty="0">
                  <a:solidFill>
                    <a:schemeClr val="accent6">
                      <a:lumMod val="50000"/>
                    </a:schemeClr>
                  </a:solidFill>
                  <a:latin typeface="+mn-lt"/>
                  <a:ea typeface="Roboto Medium" panose="02000000000000000000" pitchFamily="2" charset="0"/>
                  <a:cs typeface="Arial" panose="020B0604020202020204" pitchFamily="34" charset="0"/>
                </a:rPr>
                <a:t>A. Low Usage Frunk Items</a:t>
              </a:r>
              <a:endParaRPr lang="en-US" sz="1000" dirty="0">
                <a:solidFill>
                  <a:schemeClr val="accent6">
                    <a:lumMod val="50000"/>
                  </a:schemeClr>
                </a:solidFill>
                <a:ea typeface="Roboto Medium" panose="02000000000000000000" pitchFamily="2" charset="0"/>
                <a:cs typeface="Arial" panose="020B0604020202020204" pitchFamily="34" charset="0"/>
              </a:endParaRPr>
            </a:p>
          </p:txBody>
        </p:sp>
        <p:sp>
          <p:nvSpPr>
            <p:cNvPr id="8" name="TextBox 17">
              <a:extLst>
                <a:ext uri="{FF2B5EF4-FFF2-40B4-BE49-F238E27FC236}">
                  <a16:creationId xmlns:a16="http://schemas.microsoft.com/office/drawing/2014/main" id="{22AB28CB-BC10-6F6E-644C-3857C0D8487D}"/>
                </a:ext>
              </a:extLst>
            </p:cNvPr>
            <p:cNvSpPr txBox="1"/>
            <p:nvPr/>
          </p:nvSpPr>
          <p:spPr>
            <a:xfrm>
              <a:off x="171404" y="1647038"/>
              <a:ext cx="3004163" cy="3877985"/>
            </a:xfrm>
            <a:prstGeom prst="rect">
              <a:avLst/>
            </a:prstGeom>
          </p:spPr>
          <p:txBody>
            <a:bodyPr wrap="square" lIns="91440" tIns="45720" rIns="91440" bIns="45720" rtlCol="0" anchor="t">
              <a:spAutoFit/>
            </a:bodyPr>
            <a:lstStyle>
              <a:defPPr>
                <a:defRPr lang="en-US"/>
              </a:defPPr>
              <a:lvl1pPr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1pPr>
              <a:lvl2pPr marL="370130" indent="-137176"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2pPr>
              <a:lvl3pPr marL="741072" indent="-277598"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3pPr>
              <a:lvl4pPr marL="1112826" indent="-417208"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4pPr>
              <a:lvl5pPr marL="1484579" indent="-556007"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5pPr>
              <a:lvl6pPr marL="1168832"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6pPr>
              <a:lvl7pPr marL="1402598"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7pPr>
              <a:lvl8pPr marL="1636365"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8pPr>
              <a:lvl9pPr marL="1870131"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9pPr>
            </a:lstStyle>
            <a:p>
              <a:pPr marL="285750" indent="-285750">
                <a:buFont typeface="Arial" panose="020B0604020202020204" pitchFamily="34" charset="0"/>
                <a:buChar char="•"/>
              </a:pPr>
              <a:r>
                <a:rPr lang="en-US" sz="1400" dirty="0">
                  <a:solidFill>
                    <a:schemeClr val="accent6">
                      <a:lumMod val="50000"/>
                    </a:schemeClr>
                  </a:solidFill>
                  <a:latin typeface="+mn-lt"/>
                  <a:ea typeface="Roboto Medium" panose="02000000000000000000" pitchFamily="2" charset="0"/>
                  <a:cs typeface="Arial" panose="020B0604020202020204" pitchFamily="34" charset="0"/>
                </a:rPr>
                <a:t>Charging cables- Unwound as well as wound.</a:t>
              </a:r>
            </a:p>
            <a:p>
              <a:pPr marL="285750" indent="-285750">
                <a:buFont typeface="Arial" panose="020B0604020202020204" pitchFamily="34" charset="0"/>
                <a:buChar char="•"/>
              </a:pPr>
              <a:r>
                <a:rPr lang="en-US" sz="1400" dirty="0">
                  <a:solidFill>
                    <a:schemeClr val="accent6">
                      <a:lumMod val="50000"/>
                    </a:schemeClr>
                  </a:solidFill>
                  <a:latin typeface="+mn-lt"/>
                  <a:ea typeface="Roboto Medium" panose="02000000000000000000" pitchFamily="2" charset="0"/>
                  <a:cs typeface="Arial" panose="020B0604020202020204" pitchFamily="34" charset="0"/>
                </a:rPr>
                <a:t>Emergency kit e.g., High Vis, Warning triangle, First aid kit etc.</a:t>
              </a:r>
            </a:p>
            <a:p>
              <a:pPr marL="285750" indent="-285750">
                <a:buFont typeface="Arial" panose="020B0604020202020204" pitchFamily="34" charset="0"/>
                <a:buChar char="•"/>
              </a:pPr>
              <a:r>
                <a:rPr lang="en-US" sz="1400" dirty="0">
                  <a:solidFill>
                    <a:schemeClr val="accent6">
                      <a:lumMod val="50000"/>
                    </a:schemeClr>
                  </a:solidFill>
                  <a:latin typeface="+mn-lt"/>
                  <a:ea typeface="Roboto Medium" panose="02000000000000000000" pitchFamily="2" charset="0"/>
                  <a:cs typeface="Arial" panose="020B0604020202020204" pitchFamily="34" charset="0"/>
                </a:rPr>
                <a:t>Maintenance items e.g., De-icer, Wiper fluid etc.</a:t>
              </a:r>
            </a:p>
            <a:p>
              <a:pPr marL="285750" indent="-285750">
                <a:buFont typeface="Arial" panose="020B0604020202020204" pitchFamily="34" charset="0"/>
                <a:buChar char="•"/>
              </a:pPr>
              <a:r>
                <a:rPr lang="en-US" sz="1400" dirty="0">
                  <a:solidFill>
                    <a:schemeClr val="accent6">
                      <a:lumMod val="50000"/>
                    </a:schemeClr>
                  </a:solidFill>
                  <a:latin typeface="+mn-lt"/>
                  <a:ea typeface="Roboto Medium" panose="02000000000000000000" pitchFamily="2" charset="0"/>
                  <a:cs typeface="Arial" panose="020B0604020202020204" pitchFamily="34" charset="0"/>
                </a:rPr>
                <a:t>Towing eye and tow rope</a:t>
              </a:r>
            </a:p>
            <a:p>
              <a:pPr marL="285750" indent="-285750">
                <a:buFont typeface="Arial" panose="020B0604020202020204" pitchFamily="34" charset="0"/>
                <a:buChar char="•"/>
              </a:pPr>
              <a:r>
                <a:rPr lang="en-US" sz="1400" dirty="0">
                  <a:solidFill>
                    <a:schemeClr val="accent6">
                      <a:lumMod val="50000"/>
                    </a:schemeClr>
                  </a:solidFill>
                  <a:latin typeface="+mn-lt"/>
                  <a:ea typeface="Roboto Medium" panose="02000000000000000000" pitchFamily="2" charset="0"/>
                  <a:cs typeface="Arial" panose="020B0604020202020204" pitchFamily="34" charset="0"/>
                </a:rPr>
                <a:t>Winter kit e.g. Snow chain, shovel, blanket etc.</a:t>
              </a:r>
            </a:p>
            <a:p>
              <a:pPr marL="285750" indent="-285750">
                <a:buFont typeface="Arial" panose="020B0604020202020204" pitchFamily="34" charset="0"/>
                <a:buChar char="•"/>
              </a:pPr>
              <a:r>
                <a:rPr lang="en-US" sz="1400" dirty="0">
                  <a:solidFill>
                    <a:schemeClr val="accent6">
                      <a:lumMod val="50000"/>
                    </a:schemeClr>
                  </a:solidFill>
                  <a:latin typeface="+mn-lt"/>
                  <a:ea typeface="Roboto Medium" panose="02000000000000000000" pitchFamily="2" charset="0"/>
                  <a:cs typeface="Arial" panose="020B0604020202020204" pitchFamily="34" charset="0"/>
                </a:rPr>
                <a:t>Outdoor wear e.g. Walking boots, waterproof jackets, dirty items etc.</a:t>
              </a:r>
            </a:p>
            <a:p>
              <a:pPr marL="285750" indent="-285750">
                <a:buFont typeface="Arial" panose="020B0604020202020204" pitchFamily="34" charset="0"/>
                <a:buChar char="•"/>
              </a:pPr>
              <a:r>
                <a:rPr lang="en-US" sz="1400" dirty="0">
                  <a:solidFill>
                    <a:schemeClr val="accent6">
                      <a:lumMod val="50000"/>
                    </a:schemeClr>
                  </a:solidFill>
                  <a:latin typeface="+mn-lt"/>
                  <a:ea typeface="Roboto Medium" panose="02000000000000000000" pitchFamily="2" charset="0"/>
                  <a:cs typeface="Arial" panose="020B0604020202020204" pitchFamily="34" charset="0"/>
                </a:rPr>
                <a:t>Emergency water</a:t>
              </a:r>
            </a:p>
            <a:p>
              <a:pPr>
                <a:lnSpc>
                  <a:spcPct val="200000"/>
                </a:lnSpc>
              </a:pPr>
              <a:endParaRPr lang="en-US" sz="1000" dirty="0">
                <a:solidFill>
                  <a:schemeClr val="accent6">
                    <a:lumMod val="50000"/>
                  </a:schemeClr>
                </a:solidFill>
                <a:ea typeface="Roboto Medium" panose="02000000000000000000" pitchFamily="2" charset="0"/>
                <a:cs typeface="Arial" panose="020B0604020202020204" pitchFamily="34" charset="0"/>
              </a:endParaRPr>
            </a:p>
            <a:p>
              <a:pPr>
                <a:lnSpc>
                  <a:spcPct val="200000"/>
                </a:lnSpc>
              </a:pPr>
              <a:endParaRPr lang="en-US" sz="1000" dirty="0">
                <a:solidFill>
                  <a:schemeClr val="accent6">
                    <a:lumMod val="50000"/>
                  </a:schemeClr>
                </a:solidFill>
                <a:ea typeface="Roboto Medium" panose="02000000000000000000" pitchFamily="2" charset="0"/>
                <a:cs typeface="Arial" panose="020B0604020202020204" pitchFamily="34" charset="0"/>
              </a:endParaRPr>
            </a:p>
            <a:p>
              <a:pPr marL="228600" indent="-228600">
                <a:buAutoNum type="alphaLcPeriod"/>
              </a:pPr>
              <a:endParaRPr lang="en-US" sz="1000" dirty="0">
                <a:solidFill>
                  <a:schemeClr val="accent6">
                    <a:lumMod val="50000"/>
                  </a:schemeClr>
                </a:solidFill>
                <a:ea typeface="Roboto Medium" panose="02000000000000000000" pitchFamily="2" charset="0"/>
                <a:cs typeface="Arial" panose="020B0604020202020204" pitchFamily="34" charset="0"/>
              </a:endParaRPr>
            </a:p>
          </p:txBody>
        </p:sp>
        <p:pic>
          <p:nvPicPr>
            <p:cNvPr id="10" name="Picture 9">
              <a:extLst>
                <a:ext uri="{FF2B5EF4-FFF2-40B4-BE49-F238E27FC236}">
                  <a16:creationId xmlns:a16="http://schemas.microsoft.com/office/drawing/2014/main" id="{2277DCB3-82EF-0A5B-CA29-1E7C5B4B634D}"/>
                </a:ext>
              </a:extLst>
            </p:cNvPr>
            <p:cNvPicPr>
              <a:picLocks noChangeAspect="1"/>
            </p:cNvPicPr>
            <p:nvPr/>
          </p:nvPicPr>
          <p:blipFill>
            <a:blip r:embed="rId3"/>
            <a:stretch>
              <a:fillRect/>
            </a:stretch>
          </p:blipFill>
          <p:spPr>
            <a:xfrm>
              <a:off x="2093048" y="4263654"/>
              <a:ext cx="330397" cy="540650"/>
            </a:xfrm>
            <a:prstGeom prst="rect">
              <a:avLst/>
            </a:prstGeom>
          </p:spPr>
        </p:pic>
        <p:pic>
          <p:nvPicPr>
            <p:cNvPr id="12" name="Picture 11">
              <a:extLst>
                <a:ext uri="{FF2B5EF4-FFF2-40B4-BE49-F238E27FC236}">
                  <a16:creationId xmlns:a16="http://schemas.microsoft.com/office/drawing/2014/main" id="{2D7E5890-C1F1-07E3-AEC0-842E3F986906}"/>
                </a:ext>
              </a:extLst>
            </p:cNvPr>
            <p:cNvPicPr>
              <a:picLocks noChangeAspect="1"/>
            </p:cNvPicPr>
            <p:nvPr/>
          </p:nvPicPr>
          <p:blipFill>
            <a:blip r:embed="rId4"/>
            <a:stretch>
              <a:fillRect/>
            </a:stretch>
          </p:blipFill>
          <p:spPr>
            <a:xfrm>
              <a:off x="2789022" y="3785874"/>
              <a:ext cx="498256" cy="477780"/>
            </a:xfrm>
            <a:prstGeom prst="rect">
              <a:avLst/>
            </a:prstGeom>
          </p:spPr>
        </p:pic>
        <p:pic>
          <p:nvPicPr>
            <p:cNvPr id="14" name="Picture 13">
              <a:extLst>
                <a:ext uri="{FF2B5EF4-FFF2-40B4-BE49-F238E27FC236}">
                  <a16:creationId xmlns:a16="http://schemas.microsoft.com/office/drawing/2014/main" id="{87EE0283-F7B1-DC94-4C80-A28777098D25}"/>
                </a:ext>
              </a:extLst>
            </p:cNvPr>
            <p:cNvPicPr>
              <a:picLocks noChangeAspect="1"/>
            </p:cNvPicPr>
            <p:nvPr/>
          </p:nvPicPr>
          <p:blipFill>
            <a:blip r:embed="rId5"/>
            <a:stretch>
              <a:fillRect/>
            </a:stretch>
          </p:blipFill>
          <p:spPr>
            <a:xfrm>
              <a:off x="3335862" y="3122884"/>
              <a:ext cx="498531" cy="612231"/>
            </a:xfrm>
            <a:prstGeom prst="rect">
              <a:avLst/>
            </a:prstGeom>
          </p:spPr>
        </p:pic>
        <p:pic>
          <p:nvPicPr>
            <p:cNvPr id="16" name="Picture 15">
              <a:extLst>
                <a:ext uri="{FF2B5EF4-FFF2-40B4-BE49-F238E27FC236}">
                  <a16:creationId xmlns:a16="http://schemas.microsoft.com/office/drawing/2014/main" id="{8290E29E-8F21-65AA-9E2F-62D7017B86A5}"/>
                </a:ext>
              </a:extLst>
            </p:cNvPr>
            <p:cNvPicPr>
              <a:picLocks noChangeAspect="1"/>
            </p:cNvPicPr>
            <p:nvPr/>
          </p:nvPicPr>
          <p:blipFill>
            <a:blip r:embed="rId6"/>
            <a:stretch>
              <a:fillRect/>
            </a:stretch>
          </p:blipFill>
          <p:spPr>
            <a:xfrm>
              <a:off x="2808708" y="3206579"/>
              <a:ext cx="581025" cy="428625"/>
            </a:xfrm>
            <a:prstGeom prst="rect">
              <a:avLst/>
            </a:prstGeom>
          </p:spPr>
        </p:pic>
        <p:pic>
          <p:nvPicPr>
            <p:cNvPr id="18" name="Picture 17">
              <a:extLst>
                <a:ext uri="{FF2B5EF4-FFF2-40B4-BE49-F238E27FC236}">
                  <a16:creationId xmlns:a16="http://schemas.microsoft.com/office/drawing/2014/main" id="{2801ECFB-85ED-D580-7EA8-3C91C9620851}"/>
                </a:ext>
              </a:extLst>
            </p:cNvPr>
            <p:cNvPicPr>
              <a:picLocks noChangeAspect="1"/>
            </p:cNvPicPr>
            <p:nvPr/>
          </p:nvPicPr>
          <p:blipFill>
            <a:blip r:embed="rId7"/>
            <a:stretch>
              <a:fillRect/>
            </a:stretch>
          </p:blipFill>
          <p:spPr>
            <a:xfrm>
              <a:off x="2909563" y="2593733"/>
              <a:ext cx="257175" cy="600075"/>
            </a:xfrm>
            <a:prstGeom prst="rect">
              <a:avLst/>
            </a:prstGeom>
          </p:spPr>
        </p:pic>
        <p:pic>
          <p:nvPicPr>
            <p:cNvPr id="20" name="Picture 19">
              <a:extLst>
                <a:ext uri="{FF2B5EF4-FFF2-40B4-BE49-F238E27FC236}">
                  <a16:creationId xmlns:a16="http://schemas.microsoft.com/office/drawing/2014/main" id="{8B64EFC6-8DC5-3280-126D-A775F0D467EF}"/>
                </a:ext>
              </a:extLst>
            </p:cNvPr>
            <p:cNvPicPr>
              <a:picLocks noChangeAspect="1"/>
            </p:cNvPicPr>
            <p:nvPr/>
          </p:nvPicPr>
          <p:blipFill>
            <a:blip r:embed="rId8"/>
            <a:stretch>
              <a:fillRect/>
            </a:stretch>
          </p:blipFill>
          <p:spPr>
            <a:xfrm>
              <a:off x="3030532" y="2163976"/>
              <a:ext cx="359201" cy="439838"/>
            </a:xfrm>
            <a:prstGeom prst="rect">
              <a:avLst/>
            </a:prstGeom>
          </p:spPr>
        </p:pic>
        <p:pic>
          <p:nvPicPr>
            <p:cNvPr id="22" name="Picture 21">
              <a:extLst>
                <a:ext uri="{FF2B5EF4-FFF2-40B4-BE49-F238E27FC236}">
                  <a16:creationId xmlns:a16="http://schemas.microsoft.com/office/drawing/2014/main" id="{9F29F036-05F8-3A52-8B73-B4AE2F2941FB}"/>
                </a:ext>
              </a:extLst>
            </p:cNvPr>
            <p:cNvPicPr>
              <a:picLocks noChangeAspect="1"/>
            </p:cNvPicPr>
            <p:nvPr/>
          </p:nvPicPr>
          <p:blipFill>
            <a:blip r:embed="rId9">
              <a:clrChange>
                <a:clrFrom>
                  <a:srgbClr val="FFFFFF"/>
                </a:clrFrom>
                <a:clrTo>
                  <a:srgbClr val="FFFFFF">
                    <a:alpha val="0"/>
                  </a:srgbClr>
                </a:clrTo>
              </a:clrChange>
            </a:blip>
            <a:stretch>
              <a:fillRect/>
            </a:stretch>
          </p:blipFill>
          <p:spPr>
            <a:xfrm>
              <a:off x="2880001" y="1535835"/>
              <a:ext cx="723900" cy="638175"/>
            </a:xfrm>
            <a:prstGeom prst="rect">
              <a:avLst/>
            </a:prstGeom>
          </p:spPr>
        </p:pic>
      </p:grpSp>
      <p:grpSp>
        <p:nvGrpSpPr>
          <p:cNvPr id="9" name="Group 8">
            <a:extLst>
              <a:ext uri="{FF2B5EF4-FFF2-40B4-BE49-F238E27FC236}">
                <a16:creationId xmlns:a16="http://schemas.microsoft.com/office/drawing/2014/main" id="{C28A77CB-BDCB-7C7F-B75E-A03023BC0501}"/>
              </a:ext>
            </a:extLst>
          </p:cNvPr>
          <p:cNvGrpSpPr/>
          <p:nvPr/>
        </p:nvGrpSpPr>
        <p:grpSpPr>
          <a:xfrm>
            <a:off x="4261908" y="1339261"/>
            <a:ext cx="3026780" cy="2893100"/>
            <a:chOff x="171404" y="1339261"/>
            <a:chExt cx="3026780" cy="2893100"/>
          </a:xfrm>
        </p:grpSpPr>
        <p:sp>
          <p:nvSpPr>
            <p:cNvPr id="11" name="TextBox 17">
              <a:extLst>
                <a:ext uri="{FF2B5EF4-FFF2-40B4-BE49-F238E27FC236}">
                  <a16:creationId xmlns:a16="http://schemas.microsoft.com/office/drawing/2014/main" id="{834031E0-DD41-56AF-34BB-B32FC3F5CFA3}"/>
                </a:ext>
              </a:extLst>
            </p:cNvPr>
            <p:cNvSpPr txBox="1"/>
            <p:nvPr/>
          </p:nvSpPr>
          <p:spPr>
            <a:xfrm>
              <a:off x="171404" y="1339261"/>
              <a:ext cx="2743812" cy="307777"/>
            </a:xfrm>
            <a:prstGeom prst="rect">
              <a:avLst/>
            </a:prstGeom>
          </p:spPr>
          <p:txBody>
            <a:bodyPr wrap="square" lIns="91440" tIns="45720" rIns="91440" bIns="45720" rtlCol="0" anchor="t">
              <a:spAutoFit/>
            </a:bodyPr>
            <a:lstStyle>
              <a:defPPr>
                <a:defRPr lang="en-US"/>
              </a:defPPr>
              <a:lvl1pPr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1pPr>
              <a:lvl2pPr marL="370130" indent="-137176"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2pPr>
              <a:lvl3pPr marL="741072" indent="-277598"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3pPr>
              <a:lvl4pPr marL="1112826" indent="-417208"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4pPr>
              <a:lvl5pPr marL="1484579" indent="-556007"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5pPr>
              <a:lvl6pPr marL="1168832"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6pPr>
              <a:lvl7pPr marL="1402598"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7pPr>
              <a:lvl8pPr marL="1636365"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8pPr>
              <a:lvl9pPr marL="1870131"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9pPr>
            </a:lstStyle>
            <a:p>
              <a:r>
                <a:rPr lang="en-US" sz="1400" b="1" dirty="0">
                  <a:solidFill>
                    <a:schemeClr val="accent6">
                      <a:lumMod val="50000"/>
                    </a:schemeClr>
                  </a:solidFill>
                  <a:latin typeface="+mn-lt"/>
                  <a:ea typeface="Roboto Medium" panose="02000000000000000000" pitchFamily="2" charset="0"/>
                  <a:cs typeface="Arial" panose="020B0604020202020204" pitchFamily="34" charset="0"/>
                </a:rPr>
                <a:t>B. Medium Usage Frunk Items</a:t>
              </a:r>
              <a:endParaRPr lang="en-US" sz="1000" dirty="0">
                <a:solidFill>
                  <a:schemeClr val="accent6">
                    <a:lumMod val="50000"/>
                  </a:schemeClr>
                </a:solidFill>
                <a:ea typeface="Roboto Medium" panose="02000000000000000000" pitchFamily="2" charset="0"/>
                <a:cs typeface="Arial" panose="020B0604020202020204" pitchFamily="34" charset="0"/>
              </a:endParaRPr>
            </a:p>
          </p:txBody>
        </p:sp>
        <p:sp>
          <p:nvSpPr>
            <p:cNvPr id="13" name="TextBox 17">
              <a:extLst>
                <a:ext uri="{FF2B5EF4-FFF2-40B4-BE49-F238E27FC236}">
                  <a16:creationId xmlns:a16="http://schemas.microsoft.com/office/drawing/2014/main" id="{4F76D626-CD16-4865-0F95-F8806CD709C0}"/>
                </a:ext>
              </a:extLst>
            </p:cNvPr>
            <p:cNvSpPr txBox="1"/>
            <p:nvPr/>
          </p:nvSpPr>
          <p:spPr>
            <a:xfrm>
              <a:off x="171404" y="1647038"/>
              <a:ext cx="3026780" cy="2585323"/>
            </a:xfrm>
            <a:prstGeom prst="rect">
              <a:avLst/>
            </a:prstGeom>
          </p:spPr>
          <p:txBody>
            <a:bodyPr wrap="square" lIns="91440" tIns="45720" rIns="91440" bIns="45720" rtlCol="0" anchor="t">
              <a:spAutoFit/>
            </a:bodyPr>
            <a:lstStyle>
              <a:defPPr>
                <a:defRPr lang="en-US"/>
              </a:defPPr>
              <a:lvl1pPr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1pPr>
              <a:lvl2pPr marL="370130" indent="-137176"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2pPr>
              <a:lvl3pPr marL="741072" indent="-277598"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3pPr>
              <a:lvl4pPr marL="1112826" indent="-417208"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4pPr>
              <a:lvl5pPr marL="1484579" indent="-556007"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5pPr>
              <a:lvl6pPr marL="1168832"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6pPr>
              <a:lvl7pPr marL="1402598"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7pPr>
              <a:lvl8pPr marL="1636365"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8pPr>
              <a:lvl9pPr marL="1870131"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9pPr>
            </a:lstStyle>
            <a:p>
              <a:pPr marL="285750" indent="-285750">
                <a:lnSpc>
                  <a:spcPct val="200000"/>
                </a:lnSpc>
                <a:buFont typeface="Arial" panose="020B0604020202020204" pitchFamily="34" charset="0"/>
                <a:buChar char="•"/>
              </a:pPr>
              <a:r>
                <a:rPr lang="en-US" sz="1400" dirty="0">
                  <a:solidFill>
                    <a:schemeClr val="accent6">
                      <a:lumMod val="50000"/>
                    </a:schemeClr>
                  </a:solidFill>
                  <a:latin typeface="+mn-lt"/>
                  <a:ea typeface="Roboto Medium" panose="02000000000000000000" pitchFamily="2" charset="0"/>
                  <a:cs typeface="Arial" panose="020B0604020202020204" pitchFamily="34" charset="0"/>
                </a:rPr>
                <a:t>Sports bags and items.</a:t>
              </a:r>
            </a:p>
            <a:p>
              <a:pPr marL="285750" indent="-285750">
                <a:lnSpc>
                  <a:spcPct val="200000"/>
                </a:lnSpc>
                <a:buFont typeface="Arial" panose="020B0604020202020204" pitchFamily="34" charset="0"/>
                <a:buChar char="•"/>
              </a:pPr>
              <a:r>
                <a:rPr lang="en-US" sz="1400" dirty="0">
                  <a:solidFill>
                    <a:schemeClr val="accent6">
                      <a:lumMod val="50000"/>
                    </a:schemeClr>
                  </a:solidFill>
                  <a:latin typeface="+mn-lt"/>
                  <a:ea typeface="Roboto Medium" panose="02000000000000000000" pitchFamily="2" charset="0"/>
                  <a:cs typeface="Arial" panose="020B0604020202020204" pitchFamily="34" charset="0"/>
                </a:rPr>
                <a:t>Beach gear.</a:t>
              </a:r>
            </a:p>
            <a:p>
              <a:pPr marL="285750" indent="-285750">
                <a:lnSpc>
                  <a:spcPct val="200000"/>
                </a:lnSpc>
                <a:buFont typeface="Arial" panose="020B0604020202020204" pitchFamily="34" charset="0"/>
                <a:buChar char="•"/>
              </a:pPr>
              <a:r>
                <a:rPr lang="en-US" sz="1400" dirty="0">
                  <a:solidFill>
                    <a:schemeClr val="accent6">
                      <a:lumMod val="50000"/>
                    </a:schemeClr>
                  </a:solidFill>
                  <a:latin typeface="+mn-lt"/>
                  <a:ea typeface="Roboto Medium" panose="02000000000000000000" pitchFamily="2" charset="0"/>
                  <a:cs typeface="Arial" panose="020B0604020202020204" pitchFamily="34" charset="0"/>
                </a:rPr>
                <a:t>Small shopping items.</a:t>
              </a:r>
            </a:p>
            <a:p>
              <a:pPr marL="285750" indent="-285750">
                <a:lnSpc>
                  <a:spcPct val="200000"/>
                </a:lnSpc>
                <a:buFont typeface="Arial" panose="020B0604020202020204" pitchFamily="34" charset="0"/>
                <a:buChar char="•"/>
              </a:pPr>
              <a:r>
                <a:rPr lang="en-US" sz="1400" dirty="0">
                  <a:solidFill>
                    <a:schemeClr val="accent6">
                      <a:lumMod val="50000"/>
                    </a:schemeClr>
                  </a:solidFill>
                  <a:latin typeface="+mn-lt"/>
                  <a:ea typeface="Roboto Medium" panose="02000000000000000000" pitchFamily="2" charset="0"/>
                  <a:cs typeface="Arial" panose="020B0604020202020204" pitchFamily="34" charset="0"/>
                </a:rPr>
                <a:t>Groceries.</a:t>
              </a:r>
            </a:p>
            <a:p>
              <a:pPr>
                <a:lnSpc>
                  <a:spcPct val="200000"/>
                </a:lnSpc>
              </a:pPr>
              <a:endParaRPr lang="en-US" sz="1000" dirty="0">
                <a:solidFill>
                  <a:schemeClr val="accent6">
                    <a:lumMod val="50000"/>
                  </a:schemeClr>
                </a:solidFill>
                <a:ea typeface="Roboto Medium" panose="02000000000000000000" pitchFamily="2" charset="0"/>
                <a:cs typeface="Arial" panose="020B0604020202020204" pitchFamily="34" charset="0"/>
              </a:endParaRPr>
            </a:p>
            <a:p>
              <a:pPr>
                <a:lnSpc>
                  <a:spcPct val="200000"/>
                </a:lnSpc>
              </a:pPr>
              <a:endParaRPr lang="en-US" sz="1000" dirty="0">
                <a:solidFill>
                  <a:schemeClr val="accent6">
                    <a:lumMod val="50000"/>
                  </a:schemeClr>
                </a:solidFill>
                <a:ea typeface="Roboto Medium" panose="02000000000000000000" pitchFamily="2" charset="0"/>
                <a:cs typeface="Arial" panose="020B0604020202020204" pitchFamily="34" charset="0"/>
              </a:endParaRPr>
            </a:p>
            <a:p>
              <a:pPr marL="228600" indent="-228600">
                <a:buAutoNum type="alphaLcPeriod"/>
              </a:pPr>
              <a:endParaRPr lang="en-US" sz="1000" dirty="0">
                <a:solidFill>
                  <a:schemeClr val="accent6">
                    <a:lumMod val="50000"/>
                  </a:schemeClr>
                </a:solidFill>
                <a:ea typeface="Roboto Medium" panose="02000000000000000000" pitchFamily="2" charset="0"/>
                <a:cs typeface="Arial" panose="020B0604020202020204" pitchFamily="34" charset="0"/>
              </a:endParaRPr>
            </a:p>
          </p:txBody>
        </p:sp>
        <p:pic>
          <p:nvPicPr>
            <p:cNvPr id="15" name="Picture 14">
              <a:extLst>
                <a:ext uri="{FF2B5EF4-FFF2-40B4-BE49-F238E27FC236}">
                  <a16:creationId xmlns:a16="http://schemas.microsoft.com/office/drawing/2014/main" id="{F7880CAD-5FB9-2621-70CB-47A91149812F}"/>
                </a:ext>
              </a:extLst>
            </p:cNvPr>
            <p:cNvPicPr>
              <a:picLocks noChangeAspect="1"/>
            </p:cNvPicPr>
            <p:nvPr/>
          </p:nvPicPr>
          <p:blipFill>
            <a:blip r:embed="rId10"/>
            <a:stretch>
              <a:fillRect/>
            </a:stretch>
          </p:blipFill>
          <p:spPr>
            <a:xfrm>
              <a:off x="2553078" y="1673881"/>
              <a:ext cx="645106" cy="561867"/>
            </a:xfrm>
            <a:prstGeom prst="rect">
              <a:avLst/>
            </a:prstGeom>
          </p:spPr>
        </p:pic>
        <p:pic>
          <p:nvPicPr>
            <p:cNvPr id="17" name="Picture 16">
              <a:extLst>
                <a:ext uri="{FF2B5EF4-FFF2-40B4-BE49-F238E27FC236}">
                  <a16:creationId xmlns:a16="http://schemas.microsoft.com/office/drawing/2014/main" id="{5C62DFA2-D394-C80C-F6FD-BCDD23BE854C}"/>
                </a:ext>
              </a:extLst>
            </p:cNvPr>
            <p:cNvPicPr>
              <a:picLocks noChangeAspect="1"/>
            </p:cNvPicPr>
            <p:nvPr/>
          </p:nvPicPr>
          <p:blipFill>
            <a:blip r:embed="rId11">
              <a:clrChange>
                <a:clrFrom>
                  <a:srgbClr val="FFFFFF"/>
                </a:clrFrom>
                <a:clrTo>
                  <a:srgbClr val="FFFFFF">
                    <a:alpha val="0"/>
                  </a:srgbClr>
                </a:clrTo>
              </a:clrChange>
            </a:blip>
            <a:stretch>
              <a:fillRect/>
            </a:stretch>
          </p:blipFill>
          <p:spPr>
            <a:xfrm>
              <a:off x="1557091" y="2029490"/>
              <a:ext cx="424155" cy="561867"/>
            </a:xfrm>
            <a:prstGeom prst="rect">
              <a:avLst/>
            </a:prstGeom>
          </p:spPr>
        </p:pic>
        <p:pic>
          <p:nvPicPr>
            <p:cNvPr id="19" name="Picture 18">
              <a:extLst>
                <a:ext uri="{FF2B5EF4-FFF2-40B4-BE49-F238E27FC236}">
                  <a16:creationId xmlns:a16="http://schemas.microsoft.com/office/drawing/2014/main" id="{B50CF51E-264B-77B0-A88A-E0C574F29988}"/>
                </a:ext>
              </a:extLst>
            </p:cNvPr>
            <p:cNvPicPr>
              <a:picLocks noChangeAspect="1"/>
            </p:cNvPicPr>
            <p:nvPr/>
          </p:nvPicPr>
          <p:blipFill>
            <a:blip r:embed="rId12">
              <a:clrChange>
                <a:clrFrom>
                  <a:srgbClr val="000000"/>
                </a:clrFrom>
                <a:clrTo>
                  <a:srgbClr val="000000">
                    <a:alpha val="0"/>
                  </a:srgbClr>
                </a:clrTo>
              </a:clrChange>
            </a:blip>
            <a:srcRect l="9817" t="1806" r="5976" b="4008"/>
            <a:stretch/>
          </p:blipFill>
          <p:spPr>
            <a:xfrm>
              <a:off x="2416406" y="2543525"/>
              <a:ext cx="424155" cy="477056"/>
            </a:xfrm>
            <a:prstGeom prst="rect">
              <a:avLst/>
            </a:prstGeom>
          </p:spPr>
        </p:pic>
        <p:pic>
          <p:nvPicPr>
            <p:cNvPr id="21" name="Picture 20">
              <a:extLst>
                <a:ext uri="{FF2B5EF4-FFF2-40B4-BE49-F238E27FC236}">
                  <a16:creationId xmlns:a16="http://schemas.microsoft.com/office/drawing/2014/main" id="{3FC41B87-E07B-AFB5-32EF-B441B70B5FDD}"/>
                </a:ext>
              </a:extLst>
            </p:cNvPr>
            <p:cNvPicPr>
              <a:picLocks noChangeAspect="1"/>
            </p:cNvPicPr>
            <p:nvPr/>
          </p:nvPicPr>
          <p:blipFill>
            <a:blip r:embed="rId13"/>
            <a:stretch>
              <a:fillRect/>
            </a:stretch>
          </p:blipFill>
          <p:spPr>
            <a:xfrm>
              <a:off x="1397693" y="2927385"/>
              <a:ext cx="742950" cy="542925"/>
            </a:xfrm>
            <a:prstGeom prst="rect">
              <a:avLst/>
            </a:prstGeom>
          </p:spPr>
        </p:pic>
      </p:grpSp>
      <p:grpSp>
        <p:nvGrpSpPr>
          <p:cNvPr id="23" name="Group 22">
            <a:extLst>
              <a:ext uri="{FF2B5EF4-FFF2-40B4-BE49-F238E27FC236}">
                <a16:creationId xmlns:a16="http://schemas.microsoft.com/office/drawing/2014/main" id="{6E65A1A1-D29D-0029-888B-8ABCFF1C7519}"/>
              </a:ext>
            </a:extLst>
          </p:cNvPr>
          <p:cNvGrpSpPr/>
          <p:nvPr/>
        </p:nvGrpSpPr>
        <p:grpSpPr>
          <a:xfrm>
            <a:off x="7653816" y="1339261"/>
            <a:ext cx="4584067" cy="3468840"/>
            <a:chOff x="171404" y="1357368"/>
            <a:chExt cx="4584067" cy="3468840"/>
          </a:xfrm>
        </p:grpSpPr>
        <p:sp>
          <p:nvSpPr>
            <p:cNvPr id="24" name="TextBox 17">
              <a:extLst>
                <a:ext uri="{FF2B5EF4-FFF2-40B4-BE49-F238E27FC236}">
                  <a16:creationId xmlns:a16="http://schemas.microsoft.com/office/drawing/2014/main" id="{05457B28-D01B-7105-39C1-E183F914ED2E}"/>
                </a:ext>
              </a:extLst>
            </p:cNvPr>
            <p:cNvSpPr txBox="1"/>
            <p:nvPr/>
          </p:nvSpPr>
          <p:spPr>
            <a:xfrm>
              <a:off x="171404" y="1357368"/>
              <a:ext cx="2467958" cy="307777"/>
            </a:xfrm>
            <a:prstGeom prst="rect">
              <a:avLst/>
            </a:prstGeom>
          </p:spPr>
          <p:txBody>
            <a:bodyPr wrap="square" lIns="91440" tIns="45720" rIns="91440" bIns="45720" rtlCol="0" anchor="t">
              <a:spAutoFit/>
            </a:bodyPr>
            <a:lstStyle>
              <a:defPPr>
                <a:defRPr lang="en-US"/>
              </a:defPPr>
              <a:lvl1pPr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1pPr>
              <a:lvl2pPr marL="370130" indent="-137176"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2pPr>
              <a:lvl3pPr marL="741072" indent="-277598"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3pPr>
              <a:lvl4pPr marL="1112826" indent="-417208"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4pPr>
              <a:lvl5pPr marL="1484579" indent="-556007"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5pPr>
              <a:lvl6pPr marL="1168832"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6pPr>
              <a:lvl7pPr marL="1402598"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7pPr>
              <a:lvl8pPr marL="1636365"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8pPr>
              <a:lvl9pPr marL="1870131"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9pPr>
            </a:lstStyle>
            <a:p>
              <a:r>
                <a:rPr lang="en-US" sz="1400" b="1" dirty="0">
                  <a:solidFill>
                    <a:schemeClr val="accent6">
                      <a:lumMod val="50000"/>
                    </a:schemeClr>
                  </a:solidFill>
                  <a:latin typeface="+mn-lt"/>
                  <a:ea typeface="Roboto Medium" panose="02000000000000000000" pitchFamily="2" charset="0"/>
                  <a:cs typeface="Arial" panose="020B0604020202020204" pitchFamily="34" charset="0"/>
                </a:rPr>
                <a:t>C. High Usage Frunk Items</a:t>
              </a:r>
              <a:endParaRPr lang="en-US" sz="1000" dirty="0">
                <a:solidFill>
                  <a:schemeClr val="accent6">
                    <a:lumMod val="50000"/>
                  </a:schemeClr>
                </a:solidFill>
                <a:ea typeface="Roboto Medium" panose="02000000000000000000" pitchFamily="2" charset="0"/>
                <a:cs typeface="Arial" panose="020B0604020202020204" pitchFamily="34" charset="0"/>
              </a:endParaRPr>
            </a:p>
          </p:txBody>
        </p:sp>
        <p:sp>
          <p:nvSpPr>
            <p:cNvPr id="25" name="TextBox 17">
              <a:extLst>
                <a:ext uri="{FF2B5EF4-FFF2-40B4-BE49-F238E27FC236}">
                  <a16:creationId xmlns:a16="http://schemas.microsoft.com/office/drawing/2014/main" id="{DAB80927-1998-91E3-D689-CBCBA24CEF7A}"/>
                </a:ext>
              </a:extLst>
            </p:cNvPr>
            <p:cNvSpPr txBox="1"/>
            <p:nvPr/>
          </p:nvSpPr>
          <p:spPr>
            <a:xfrm>
              <a:off x="171404" y="1809998"/>
              <a:ext cx="4584067" cy="3016210"/>
            </a:xfrm>
            <a:prstGeom prst="rect">
              <a:avLst/>
            </a:prstGeom>
          </p:spPr>
          <p:txBody>
            <a:bodyPr wrap="square" lIns="91440" tIns="45720" rIns="91440" bIns="45720" rtlCol="0" anchor="t">
              <a:spAutoFit/>
            </a:bodyPr>
            <a:lstStyle>
              <a:defPPr>
                <a:defRPr lang="en-US"/>
              </a:defPPr>
              <a:lvl1pPr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1pPr>
              <a:lvl2pPr marL="370130" indent="-137176"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2pPr>
              <a:lvl3pPr marL="741072" indent="-277598"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3pPr>
              <a:lvl4pPr marL="1112826" indent="-417208"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4pPr>
              <a:lvl5pPr marL="1484579" indent="-556007" algn="l" rtl="0" eaLnBrk="0" fontAlgn="base" hangingPunct="0">
                <a:spcBef>
                  <a:spcPct val="0"/>
                </a:spcBef>
                <a:spcAft>
                  <a:spcPct val="0"/>
                </a:spcAft>
                <a:defRPr sz="1892" kern="1200">
                  <a:solidFill>
                    <a:schemeClr val="tx1"/>
                  </a:solidFill>
                  <a:latin typeface="Arial" panose="020B0604020202020204" pitchFamily="34" charset="0"/>
                  <a:ea typeface="MS PGothic" panose="020B0600070205080204" pitchFamily="34" charset="-128"/>
                  <a:cs typeface="+mn-cs"/>
                </a:defRPr>
              </a:lvl5pPr>
              <a:lvl6pPr marL="1168832"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6pPr>
              <a:lvl7pPr marL="1402598"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7pPr>
              <a:lvl8pPr marL="1636365"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8pPr>
              <a:lvl9pPr marL="1870131" algn="l" defTabSz="467533" rtl="0" eaLnBrk="1" latinLnBrk="0" hangingPunct="1">
                <a:defRPr sz="1892" kern="1200">
                  <a:solidFill>
                    <a:schemeClr val="tx1"/>
                  </a:solidFill>
                  <a:latin typeface="Arial" panose="020B0604020202020204" pitchFamily="34" charset="0"/>
                  <a:ea typeface="MS PGothic" panose="020B0600070205080204" pitchFamily="34" charset="-128"/>
                  <a:cs typeface="+mn-cs"/>
                </a:defRPr>
              </a:lvl9pPr>
            </a:lstStyle>
            <a:p>
              <a:pPr marL="285750" indent="-285750">
                <a:lnSpc>
                  <a:spcPct val="200000"/>
                </a:lnSpc>
                <a:buFont typeface="Arial" panose="020B0604020202020204" pitchFamily="34" charset="0"/>
                <a:buChar char="•"/>
              </a:pPr>
              <a:r>
                <a:rPr lang="en-US" sz="1400" dirty="0">
                  <a:solidFill>
                    <a:schemeClr val="accent6">
                      <a:lumMod val="50000"/>
                    </a:schemeClr>
                  </a:solidFill>
                  <a:latin typeface="+mn-lt"/>
                  <a:ea typeface="Roboto Medium" panose="02000000000000000000" pitchFamily="2" charset="0"/>
                  <a:cs typeface="Arial" panose="020B0604020202020204" pitchFamily="34" charset="0"/>
                </a:rPr>
                <a:t>Suitcases (flight bag and larger)</a:t>
              </a:r>
            </a:p>
            <a:p>
              <a:pPr marL="285750" indent="-285750">
                <a:lnSpc>
                  <a:spcPct val="200000"/>
                </a:lnSpc>
                <a:buFont typeface="Arial" panose="020B0604020202020204" pitchFamily="34" charset="0"/>
                <a:buChar char="•"/>
              </a:pPr>
              <a:r>
                <a:rPr lang="en-US" sz="1400" dirty="0">
                  <a:solidFill>
                    <a:schemeClr val="accent6">
                      <a:lumMod val="50000"/>
                    </a:schemeClr>
                  </a:solidFill>
                  <a:latin typeface="+mn-lt"/>
                  <a:ea typeface="Roboto Medium" panose="02000000000000000000" pitchFamily="2" charset="0"/>
                  <a:cs typeface="Arial" panose="020B0604020202020204" pitchFamily="34" charset="0"/>
                </a:rPr>
                <a:t>Sports equipment e.g., Rackets,  bats etc.</a:t>
              </a:r>
            </a:p>
            <a:p>
              <a:pPr marL="285750" indent="-285750">
                <a:lnSpc>
                  <a:spcPct val="200000"/>
                </a:lnSpc>
                <a:buFont typeface="Arial" panose="020B0604020202020204" pitchFamily="34" charset="0"/>
                <a:buChar char="•"/>
              </a:pPr>
              <a:r>
                <a:rPr lang="en-US" sz="1400" dirty="0">
                  <a:solidFill>
                    <a:schemeClr val="accent6">
                      <a:lumMod val="50000"/>
                    </a:schemeClr>
                  </a:solidFill>
                  <a:latin typeface="+mn-lt"/>
                  <a:ea typeface="Roboto Medium" panose="02000000000000000000" pitchFamily="2" charset="0"/>
                  <a:cs typeface="Arial" panose="020B0604020202020204" pitchFamily="34" charset="0"/>
                </a:rPr>
                <a:t>DIY e.g., Tool kit, paint cans, cement etc.</a:t>
              </a:r>
            </a:p>
            <a:p>
              <a:pPr marL="285750" indent="-285750">
                <a:lnSpc>
                  <a:spcPct val="200000"/>
                </a:lnSpc>
                <a:buFont typeface="Arial" panose="020B0604020202020204" pitchFamily="34" charset="0"/>
                <a:buChar char="•"/>
              </a:pPr>
              <a:r>
                <a:rPr lang="en-US" sz="1400" dirty="0">
                  <a:solidFill>
                    <a:schemeClr val="accent6">
                      <a:lumMod val="50000"/>
                    </a:schemeClr>
                  </a:solidFill>
                  <a:latin typeface="+mn-lt"/>
                  <a:ea typeface="Roboto Medium" panose="02000000000000000000" pitchFamily="2" charset="0"/>
                  <a:cs typeface="Arial" panose="020B0604020202020204" pitchFamily="34" charset="0"/>
                </a:rPr>
                <a:t>Children’s balance bike</a:t>
              </a:r>
            </a:p>
            <a:p>
              <a:pPr marL="285750" indent="-285750">
                <a:lnSpc>
                  <a:spcPct val="200000"/>
                </a:lnSpc>
                <a:buFont typeface="Arial" panose="020B0604020202020204" pitchFamily="34" charset="0"/>
                <a:buChar char="•"/>
              </a:pPr>
              <a:r>
                <a:rPr lang="en-US" sz="1400" dirty="0">
                  <a:solidFill>
                    <a:schemeClr val="accent6">
                      <a:lumMod val="50000"/>
                    </a:schemeClr>
                  </a:solidFill>
                  <a:latin typeface="+mn-lt"/>
                  <a:ea typeface="Roboto Medium" panose="02000000000000000000" pitchFamily="2" charset="0"/>
                  <a:cs typeface="Arial" panose="020B0604020202020204" pitchFamily="34" charset="0"/>
                </a:rPr>
                <a:t>Folding bike</a:t>
              </a:r>
            </a:p>
            <a:p>
              <a:pPr>
                <a:lnSpc>
                  <a:spcPct val="200000"/>
                </a:lnSpc>
              </a:pPr>
              <a:endParaRPr lang="en-US" sz="1000" dirty="0">
                <a:solidFill>
                  <a:schemeClr val="accent6">
                    <a:lumMod val="50000"/>
                  </a:schemeClr>
                </a:solidFill>
                <a:ea typeface="Roboto Medium" panose="02000000000000000000" pitchFamily="2" charset="0"/>
                <a:cs typeface="Arial" panose="020B0604020202020204" pitchFamily="34" charset="0"/>
              </a:endParaRPr>
            </a:p>
            <a:p>
              <a:pPr>
                <a:lnSpc>
                  <a:spcPct val="200000"/>
                </a:lnSpc>
              </a:pPr>
              <a:endParaRPr lang="en-US" sz="1000" dirty="0">
                <a:solidFill>
                  <a:schemeClr val="accent6">
                    <a:lumMod val="50000"/>
                  </a:schemeClr>
                </a:solidFill>
                <a:ea typeface="Roboto Medium" panose="02000000000000000000" pitchFamily="2" charset="0"/>
                <a:cs typeface="Arial" panose="020B0604020202020204" pitchFamily="34" charset="0"/>
              </a:endParaRPr>
            </a:p>
            <a:p>
              <a:pPr marL="228600" indent="-228600">
                <a:buAutoNum type="alphaLcPeriod"/>
              </a:pPr>
              <a:endParaRPr lang="en-US" sz="1000" dirty="0">
                <a:solidFill>
                  <a:schemeClr val="accent6">
                    <a:lumMod val="50000"/>
                  </a:schemeClr>
                </a:solidFill>
                <a:ea typeface="Roboto Medium" panose="02000000000000000000" pitchFamily="2" charset="0"/>
                <a:cs typeface="Arial" panose="020B0604020202020204" pitchFamily="34" charset="0"/>
              </a:endParaRPr>
            </a:p>
          </p:txBody>
        </p:sp>
        <p:pic>
          <p:nvPicPr>
            <p:cNvPr id="26" name="Picture 25">
              <a:extLst>
                <a:ext uri="{FF2B5EF4-FFF2-40B4-BE49-F238E27FC236}">
                  <a16:creationId xmlns:a16="http://schemas.microsoft.com/office/drawing/2014/main" id="{B5BA86B2-DDFD-AAF2-F29E-8BEF170FD06A}"/>
                </a:ext>
              </a:extLst>
            </p:cNvPr>
            <p:cNvPicPr>
              <a:picLocks noChangeAspect="1"/>
            </p:cNvPicPr>
            <p:nvPr/>
          </p:nvPicPr>
          <p:blipFill>
            <a:blip r:embed="rId14">
              <a:clrChange>
                <a:clrFrom>
                  <a:srgbClr val="FFFFFF"/>
                </a:clrFrom>
                <a:clrTo>
                  <a:srgbClr val="FFFFFF">
                    <a:alpha val="0"/>
                  </a:srgbClr>
                </a:clrTo>
              </a:clrChange>
            </a:blip>
            <a:stretch>
              <a:fillRect/>
            </a:stretch>
          </p:blipFill>
          <p:spPr>
            <a:xfrm>
              <a:off x="2440004" y="3103169"/>
              <a:ext cx="666750" cy="628650"/>
            </a:xfrm>
            <a:prstGeom prst="rect">
              <a:avLst/>
            </a:prstGeom>
          </p:spPr>
        </p:pic>
        <p:pic>
          <p:nvPicPr>
            <p:cNvPr id="27" name="Picture 26">
              <a:extLst>
                <a:ext uri="{FF2B5EF4-FFF2-40B4-BE49-F238E27FC236}">
                  <a16:creationId xmlns:a16="http://schemas.microsoft.com/office/drawing/2014/main" id="{A19C9155-BD46-4131-D63A-E21DB368D2AD}"/>
                </a:ext>
              </a:extLst>
            </p:cNvPr>
            <p:cNvPicPr>
              <a:picLocks noChangeAspect="1"/>
            </p:cNvPicPr>
            <p:nvPr/>
          </p:nvPicPr>
          <p:blipFill>
            <a:blip r:embed="rId15">
              <a:clrChange>
                <a:clrFrom>
                  <a:srgbClr val="FFFFFF"/>
                </a:clrFrom>
                <a:clrTo>
                  <a:srgbClr val="FFFFFF">
                    <a:alpha val="0"/>
                  </a:srgbClr>
                </a:clrTo>
              </a:clrChange>
            </a:blip>
            <a:stretch>
              <a:fillRect/>
            </a:stretch>
          </p:blipFill>
          <p:spPr>
            <a:xfrm>
              <a:off x="1507025" y="3591962"/>
              <a:ext cx="685800" cy="485775"/>
            </a:xfrm>
            <a:prstGeom prst="rect">
              <a:avLst/>
            </a:prstGeom>
          </p:spPr>
        </p:pic>
        <p:pic>
          <p:nvPicPr>
            <p:cNvPr id="28" name="Picture 27">
              <a:extLst>
                <a:ext uri="{FF2B5EF4-FFF2-40B4-BE49-F238E27FC236}">
                  <a16:creationId xmlns:a16="http://schemas.microsoft.com/office/drawing/2014/main" id="{47B7E99F-136C-4265-B7E8-596ADFA963B0}"/>
                </a:ext>
              </a:extLst>
            </p:cNvPr>
            <p:cNvPicPr>
              <a:picLocks noChangeAspect="1"/>
            </p:cNvPicPr>
            <p:nvPr/>
          </p:nvPicPr>
          <p:blipFill>
            <a:blip r:embed="rId16">
              <a:clrChange>
                <a:clrFrom>
                  <a:srgbClr val="FFFFFF"/>
                </a:clrFrom>
                <a:clrTo>
                  <a:srgbClr val="FFFFFF">
                    <a:alpha val="0"/>
                  </a:srgbClr>
                </a:clrTo>
              </a:clrChange>
            </a:blip>
            <a:stretch>
              <a:fillRect/>
            </a:stretch>
          </p:blipFill>
          <p:spPr>
            <a:xfrm>
              <a:off x="3874778" y="2603230"/>
              <a:ext cx="603173" cy="586648"/>
            </a:xfrm>
            <a:prstGeom prst="rect">
              <a:avLst/>
            </a:prstGeom>
          </p:spPr>
        </p:pic>
        <p:pic>
          <p:nvPicPr>
            <p:cNvPr id="29" name="Picture 28">
              <a:extLst>
                <a:ext uri="{FF2B5EF4-FFF2-40B4-BE49-F238E27FC236}">
                  <a16:creationId xmlns:a16="http://schemas.microsoft.com/office/drawing/2014/main" id="{C98A5F8D-EC77-B741-A03C-65DD09AB19CF}"/>
                </a:ext>
              </a:extLst>
            </p:cNvPr>
            <p:cNvPicPr>
              <a:picLocks noChangeAspect="1"/>
            </p:cNvPicPr>
            <p:nvPr/>
          </p:nvPicPr>
          <p:blipFill>
            <a:blip r:embed="rId17">
              <a:clrChange>
                <a:clrFrom>
                  <a:srgbClr val="FFFFFF"/>
                </a:clrFrom>
                <a:clrTo>
                  <a:srgbClr val="FFFFFF">
                    <a:alpha val="0"/>
                  </a:srgbClr>
                </a:clrTo>
              </a:clrChange>
            </a:blip>
            <a:stretch>
              <a:fillRect/>
            </a:stretch>
          </p:blipFill>
          <p:spPr>
            <a:xfrm>
              <a:off x="3979291" y="2257906"/>
              <a:ext cx="776180" cy="586648"/>
            </a:xfrm>
            <a:prstGeom prst="rect">
              <a:avLst/>
            </a:prstGeom>
          </p:spPr>
        </p:pic>
        <p:pic>
          <p:nvPicPr>
            <p:cNvPr id="30" name="Picture 29">
              <a:extLst>
                <a:ext uri="{FF2B5EF4-FFF2-40B4-BE49-F238E27FC236}">
                  <a16:creationId xmlns:a16="http://schemas.microsoft.com/office/drawing/2014/main" id="{0EFF402C-FB6E-D7E1-214E-1CFF912C4C59}"/>
                </a:ext>
              </a:extLst>
            </p:cNvPr>
            <p:cNvPicPr>
              <a:picLocks noChangeAspect="1"/>
            </p:cNvPicPr>
            <p:nvPr/>
          </p:nvPicPr>
          <p:blipFill>
            <a:blip r:embed="rId18">
              <a:clrChange>
                <a:clrFrom>
                  <a:srgbClr val="FDFDFD"/>
                </a:clrFrom>
                <a:clrTo>
                  <a:srgbClr val="FDFDFD">
                    <a:alpha val="0"/>
                  </a:srgbClr>
                </a:clrTo>
              </a:clrChange>
            </a:blip>
            <a:stretch>
              <a:fillRect/>
            </a:stretch>
          </p:blipFill>
          <p:spPr>
            <a:xfrm>
              <a:off x="3197288" y="1698196"/>
              <a:ext cx="328613" cy="676276"/>
            </a:xfrm>
            <a:prstGeom prst="rect">
              <a:avLst/>
            </a:prstGeom>
          </p:spPr>
        </p:pic>
      </p:grpSp>
    </p:spTree>
    <p:extLst>
      <p:ext uri="{BB962C8B-B14F-4D97-AF65-F5344CB8AC3E}">
        <p14:creationId xmlns:p14="http://schemas.microsoft.com/office/powerpoint/2010/main" val="7722055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544964336"/>
      </p:ext>
    </p:extLst>
  </p:cSld>
  <p:clrMapOvr>
    <a:masterClrMapping/>
  </p:clrMapOvr>
</p:sld>
</file>

<file path=ppt/theme/theme1.xml><?xml version="1.0" encoding="utf-8"?>
<a:theme xmlns:a="http://schemas.openxmlformats.org/drawingml/2006/main" name=" TATA Automotive">
  <a:themeElements>
    <a:clrScheme name="Custom 22">
      <a:dk1>
        <a:srgbClr val="000000"/>
      </a:dk1>
      <a:lt1>
        <a:srgbClr val="FFFFFF"/>
      </a:lt1>
      <a:dk2>
        <a:srgbClr val="002B37"/>
      </a:dk2>
      <a:lt2>
        <a:srgbClr val="5FEC70"/>
      </a:lt2>
      <a:accent1>
        <a:srgbClr val="12C6B3"/>
      </a:accent1>
      <a:accent2>
        <a:srgbClr val="0000B3"/>
      </a:accent2>
      <a:accent3>
        <a:srgbClr val="41E3E6"/>
      </a:accent3>
      <a:accent4>
        <a:srgbClr val="370634"/>
      </a:accent4>
      <a:accent5>
        <a:srgbClr val="FF9C00"/>
      </a:accent5>
      <a:accent6>
        <a:srgbClr val="0F1F71"/>
      </a:accent6>
      <a:hlink>
        <a:srgbClr val="FFFFFF"/>
      </a:hlink>
      <a:folHlink>
        <a:srgbClr val="12C6B3"/>
      </a:folHlink>
    </a:clrScheme>
    <a:fontScheme name="TATA">
      <a:majorFont>
        <a:latin typeface="DM Sans"/>
        <a:ea typeface=""/>
        <a:cs typeface=""/>
      </a:majorFont>
      <a:minorFont>
        <a:latin typeface="DM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4220ea3a-ae5d-4c2d-a740-8066a1e3f119" xsi:nil="true"/>
    <lcf76f155ced4ddcb4097134ff3c332f xmlns="fcf13d84-3384-403b-99eb-3fb4a100b81c">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BDD8CF34A770347AE8EAE4A29C2847B" ma:contentTypeVersion="11" ma:contentTypeDescription="Create a new document." ma:contentTypeScope="" ma:versionID="33890d08b77cd0837e193fbe2a2fd285">
  <xsd:schema xmlns:xsd="http://www.w3.org/2001/XMLSchema" xmlns:xs="http://www.w3.org/2001/XMLSchema" xmlns:p="http://schemas.microsoft.com/office/2006/metadata/properties" xmlns:ns2="fcf13d84-3384-403b-99eb-3fb4a100b81c" xmlns:ns3="4220ea3a-ae5d-4c2d-a740-8066a1e3f119" targetNamespace="http://schemas.microsoft.com/office/2006/metadata/properties" ma:root="true" ma:fieldsID="6c4986187ecf65430ba276a9b4e4a877" ns2:_="" ns3:_="">
    <xsd:import namespace="fcf13d84-3384-403b-99eb-3fb4a100b81c"/>
    <xsd:import namespace="4220ea3a-ae5d-4c2d-a740-8066a1e3f11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cf13d84-3384-403b-99eb-3fb4a100b81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111f8b2a-cd79-47dd-889c-3fa2f1862339"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BillingMetadata" ma:index="1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220ea3a-ae5d-4c2d-a740-8066a1e3f119"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23a84a62-0663-4be7-9ffd-62a4213cf290}" ma:internalName="TaxCatchAll" ma:showField="CatchAllData" ma:web="4220ea3a-ae5d-4c2d-a740-8066a1e3f11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titus xmlns="http://schemas.titus.com/TitusProperties/">
  <TitusGUID xmlns="">86504c8d-e928-47bc-b2c8-346c3738a6ee</TitusGUID>
  <TitusMetadata xmlns="">eyJucyI6Imh0dHA6XC9cL3d3dy50aXR1cy5jb21cL25zXC9UVExUSVRVUyIsInByb3BzIjpbeyJuIjoiQ2xhc3NpZmljYXRpb24iLCJ2YWxzIjpbeyJ2YWx1ZSI6IkludGVybmFsIn1dfV19</TitusMetadata>
</titus>
</file>

<file path=customXml/itemProps1.xml><?xml version="1.0" encoding="utf-8"?>
<ds:datastoreItem xmlns:ds="http://schemas.openxmlformats.org/officeDocument/2006/customXml" ds:itemID="{F276904F-93CF-4C00-A1FE-A6E00858F4F9}">
  <ds:schemaRefs>
    <ds:schemaRef ds:uri="http://www.w3.org/XML/1998/namespace"/>
    <ds:schemaRef ds:uri="fcf13d84-3384-403b-99eb-3fb4a100b81c"/>
    <ds:schemaRef ds:uri="http://purl.org/dc/dcmitype/"/>
    <ds:schemaRef ds:uri="http://schemas.microsoft.com/office/2006/documentManagement/types"/>
    <ds:schemaRef ds:uri="http://purl.org/dc/elements/1.1/"/>
    <ds:schemaRef ds:uri="http://purl.org/dc/terms/"/>
    <ds:schemaRef ds:uri="http://schemas.microsoft.com/office/2006/metadata/properties"/>
    <ds:schemaRef ds:uri="http://schemas.microsoft.com/office/infopath/2007/PartnerControls"/>
    <ds:schemaRef ds:uri="http://schemas.openxmlformats.org/package/2006/metadata/core-properties"/>
    <ds:schemaRef ds:uri="4220ea3a-ae5d-4c2d-a740-8066a1e3f119"/>
  </ds:schemaRefs>
</ds:datastoreItem>
</file>

<file path=customXml/itemProps2.xml><?xml version="1.0" encoding="utf-8"?>
<ds:datastoreItem xmlns:ds="http://schemas.openxmlformats.org/officeDocument/2006/customXml" ds:itemID="{C881C321-A209-440B-A31B-AAD6E0C806C9}"/>
</file>

<file path=customXml/itemProps3.xml><?xml version="1.0" encoding="utf-8"?>
<ds:datastoreItem xmlns:ds="http://schemas.openxmlformats.org/officeDocument/2006/customXml" ds:itemID="{4B226559-0416-445D-A089-00AF682052E7}">
  <ds:schemaRefs>
    <ds:schemaRef ds:uri="http://schemas.microsoft.com/sharepoint/v3/contenttype/forms"/>
  </ds:schemaRefs>
</ds:datastoreItem>
</file>

<file path=customXml/itemProps4.xml><?xml version="1.0" encoding="utf-8"?>
<ds:datastoreItem xmlns:ds="http://schemas.openxmlformats.org/officeDocument/2006/customXml" ds:itemID="{3FE94C73-ECBC-418F-AF97-2C2912CBA8E7}">
  <ds:schemaRefs>
    <ds:schemaRef ds:uri=""/>
    <ds:schemaRef ds:uri="http://schemas.titus.com/TitusProperties/"/>
  </ds:schemaRefs>
</ds:datastoreItem>
</file>

<file path=docProps/app.xml><?xml version="1.0" encoding="utf-8"?>
<Properties xmlns="http://schemas.openxmlformats.org/officeDocument/2006/extended-properties" xmlns:vt="http://schemas.openxmlformats.org/officeDocument/2006/docPropsVTypes">
  <TotalTime>2745</TotalTime>
  <Words>1632</Words>
  <Application>Microsoft Office PowerPoint</Application>
  <PresentationFormat>Widescreen</PresentationFormat>
  <Paragraphs>246</Paragraphs>
  <Slides>16</Slides>
  <Notes>15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Arial</vt:lpstr>
      <vt:lpstr>Calibri</vt:lpstr>
      <vt:lpstr>DM Sans</vt:lpstr>
      <vt:lpstr>DMSans-Medium</vt:lpstr>
      <vt:lpstr>Microsoft Sans Serif</vt:lpstr>
      <vt:lpstr>Roboto Medium</vt:lpstr>
      <vt:lpstr>Times New Roman</vt:lpstr>
      <vt:lpstr> TATA Automotive</vt:lpstr>
      <vt:lpstr>Design Guideline- FRUNK</vt:lpstr>
      <vt:lpstr>TABLE OF CONTENTS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Bigger Better Bolder Corporate PowerPoint template</dc:title>
  <dc:creator>JIRINA KUBESOVA</dc:creator>
  <cp:lastModifiedBy>CHAVAN, ANURAG</cp:lastModifiedBy>
  <cp:revision>25</cp:revision>
  <dcterms:created xsi:type="dcterms:W3CDTF">2022-08-22T07:25:32Z</dcterms:created>
  <dcterms:modified xsi:type="dcterms:W3CDTF">2026-02-01T14:11:22Z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Group">
    <vt:lpwstr>CN=Office 365 E3_Exception_TTL Asset,OU=Security Groups,OU=APAC,OU=All Groups,DC=tatatechnologies,DC=com;CN=ERD_GET_batch,OU=Security Groups,OU=APAC,OU=All Groups,DC=tatatechnologies,DC=com;CN=TTL_Workplace_user_access,OU=Security Groups,OU=APAC,OU=All Groups,DC=tatatechnologies,DC=com;CN=AzureAD_SSPR_Prod,OU=Security Groups,OU=APAC,OU=All Groups,DC=tatatechnologies,DC=com;CN=AzureAD_CA_Limited_Access,OU=Security Groups,OU=APAC,OU=All Groups,DC=tatatechnologies,DC=com;CN=GP_Exclusion_China,OU=APAC Groups,OU=APAC,OU=PERMANENT,DC=tatatechnologies,DC=com;CN=AzureAD_MAM_Production,OU=Security Groups,OU=APAC,OU=All Groups,DC=tatatechnologies,DC=com;CN=Permanent,OU=Security Groups,OU=NA,OU=All Groups,DC=tatatechnologies,DC=com;CN=Digibuck,OU=Security Groups,OU=APAC,OU=All Groups,DC=tatatechnologies,DC=com;CN=VPN EU NETWORK ACCESS,OU=Security Groups,OU=APAC,OU=All Groups,DC=tatatechnologies,DC=com</vt:lpwstr>
  </property>
  <property fmtid="{D5CDD505-2E9C-101B-9397-08002B2CF9AE}" pid="3" name="OriginalClassifier">
    <vt:lpwstr>acc927530</vt:lpwstr>
  </property>
  <property fmtid="{D5CDD505-2E9C-101B-9397-08002B2CF9AE}" pid="4" name="Classification">
    <vt:lpwstr>Internal</vt:lpwstr>
  </property>
  <property fmtid="{D5CDD505-2E9C-101B-9397-08002B2CF9AE}" pid="5" name="Distribution">
    <vt:lpwstr>Internal</vt:lpwstr>
  </property>
  <property fmtid="{D5CDD505-2E9C-101B-9397-08002B2CF9AE}" pid="6" name="TitusGUID">
    <vt:lpwstr>86504c8d-e928-47bc-b2c8-346c3738a6ee</vt:lpwstr>
  </property>
  <property fmtid="{D5CDD505-2E9C-101B-9397-08002B2CF9AE}" pid="7" name="ContentTypeId">
    <vt:lpwstr>0x0101003BDD8CF34A770347AE8EAE4A29C2847B</vt:lpwstr>
  </property>
  <property fmtid="{D5CDD505-2E9C-101B-9397-08002B2CF9AE}" pid="8" name="MediaServiceImageTags">
    <vt:lpwstr/>
  </property>
  <property fmtid="{D5CDD505-2E9C-101B-9397-08002B2CF9AE}" pid="9" name="Audience">
    <vt:lpwstr>37;#OK to Share Externally|5ab5c593-923d-4ecc-9737-8ac78d623249</vt:lpwstr>
  </property>
  <property fmtid="{D5CDD505-2E9C-101B-9397-08002B2CF9AE}" pid="10" name="_dlc_DocIdItemGuid">
    <vt:lpwstr>a77fc46e-1005-406a-80c1-8d6ca43ebb33</vt:lpwstr>
  </property>
  <property fmtid="{D5CDD505-2E9C-101B-9397-08002B2CF9AE}" pid="11" name="Geography">
    <vt:lpwstr>14;#All|4ffb0be0-9032-40be-a5ac-35d9b213aeb2</vt:lpwstr>
  </property>
  <property fmtid="{D5CDD505-2E9C-101B-9397-08002B2CF9AE}" pid="12" name="Line of Service">
    <vt:lpwstr/>
  </property>
  <property fmtid="{D5CDD505-2E9C-101B-9397-08002B2CF9AE}" pid="13" name="Theme">
    <vt:lpwstr/>
  </property>
  <property fmtid="{D5CDD505-2E9C-101B-9397-08002B2CF9AE}" pid="14" name="Resource_x0020_Type">
    <vt:lpwstr>174;#Brand Assets|0bb50529-7adb-40f8-b1c6-cef3bd16b9f0</vt:lpwstr>
  </property>
  <property fmtid="{D5CDD505-2E9C-101B-9397-08002B2CF9AE}" pid="15" name="Persona">
    <vt:lpwstr/>
  </property>
  <property fmtid="{D5CDD505-2E9C-101B-9397-08002B2CF9AE}" pid="16" name="Industry">
    <vt:lpwstr/>
  </property>
  <property fmtid="{D5CDD505-2E9C-101B-9397-08002B2CF9AE}" pid="17" name="Line_x0020_of_x0020_Service">
    <vt:lpwstr/>
  </property>
  <property fmtid="{D5CDD505-2E9C-101B-9397-08002B2CF9AE}" pid="18" name="Resource Type">
    <vt:lpwstr>174;#Brand Assets|0bb50529-7adb-40f8-b1c6-cef3bd16b9f0</vt:lpwstr>
  </property>
  <property fmtid="{D5CDD505-2E9C-101B-9397-08002B2CF9AE}" pid="19" name="MSIP_Label_289eaf13-f528-470e-bf6b-38b666617431_Enabled">
    <vt:lpwstr>true</vt:lpwstr>
  </property>
  <property fmtid="{D5CDD505-2E9C-101B-9397-08002B2CF9AE}" pid="20" name="MSIP_Label_289eaf13-f528-470e-bf6b-38b666617431_SetDate">
    <vt:lpwstr>2025-07-21T05:18:57Z</vt:lpwstr>
  </property>
  <property fmtid="{D5CDD505-2E9C-101B-9397-08002B2CF9AE}" pid="21" name="MSIP_Label_289eaf13-f528-470e-bf6b-38b666617431_Method">
    <vt:lpwstr>Standard</vt:lpwstr>
  </property>
  <property fmtid="{D5CDD505-2E9C-101B-9397-08002B2CF9AE}" pid="22" name="MSIP_Label_289eaf13-f528-470e-bf6b-38b666617431_Name">
    <vt:lpwstr>Proprietary</vt:lpwstr>
  </property>
  <property fmtid="{D5CDD505-2E9C-101B-9397-08002B2CF9AE}" pid="23" name="MSIP_Label_289eaf13-f528-470e-bf6b-38b666617431_SiteId">
    <vt:lpwstr>4c087f80-1e07-4f72-9e41-d7d9748d0f4c</vt:lpwstr>
  </property>
  <property fmtid="{D5CDD505-2E9C-101B-9397-08002B2CF9AE}" pid="24" name="MSIP_Label_289eaf13-f528-470e-bf6b-38b666617431_ActionId">
    <vt:lpwstr>67a9cf6f-0c86-4d2a-addb-5f8522e4d2bd</vt:lpwstr>
  </property>
  <property fmtid="{D5CDD505-2E9C-101B-9397-08002B2CF9AE}" pid="25" name="MSIP_Label_289eaf13-f528-470e-bf6b-38b666617431_ContentBits">
    <vt:lpwstr>0</vt:lpwstr>
  </property>
  <property fmtid="{D5CDD505-2E9C-101B-9397-08002B2CF9AE}" pid="26" name="MSIP_Label_289eaf13-f528-470e-bf6b-38b666617431_Tag">
    <vt:lpwstr>10, 3, 0, 1</vt:lpwstr>
  </property>
</Properties>
</file>