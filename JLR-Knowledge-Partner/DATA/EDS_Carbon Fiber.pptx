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theme/themeOverride1.xml" ContentType="application/vnd.openxmlformats-officedocument.themeOverrid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5.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6.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7.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8.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9.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10.xml" ContentType="application/vnd.openxmlformats-officedocument.theme+xml"/>
  <Override PartName="/ppt/theme/themeOverride2.xml" ContentType="application/vnd.openxmlformats-officedocument.themeOverrid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2" r:id="rId5"/>
    <p:sldMasterId id="2147483770" r:id="rId6"/>
    <p:sldMasterId id="2147483768" r:id="rId7"/>
    <p:sldMasterId id="2147483687" r:id="rId8"/>
    <p:sldMasterId id="2147483704" r:id="rId9"/>
    <p:sldMasterId id="2147483714" r:id="rId10"/>
    <p:sldMasterId id="2147483724" r:id="rId11"/>
    <p:sldMasterId id="2147483734" r:id="rId12"/>
    <p:sldMasterId id="2147483744" r:id="rId13"/>
    <p:sldMasterId id="2147483774" r:id="rId14"/>
    <p:sldMasterId id="2147483754" r:id="rId15"/>
  </p:sldMasterIdLst>
  <p:notesMasterIdLst>
    <p:notesMasterId r:id="rId46"/>
  </p:notesMasterIdLst>
  <p:handoutMasterIdLst>
    <p:handoutMasterId r:id="rId47"/>
  </p:handoutMasterIdLst>
  <p:sldIdLst>
    <p:sldId id="344" r:id="rId16"/>
    <p:sldId id="386" r:id="rId17"/>
    <p:sldId id="343" r:id="rId18"/>
    <p:sldId id="345" r:id="rId19"/>
    <p:sldId id="347" r:id="rId20"/>
    <p:sldId id="346" r:id="rId21"/>
    <p:sldId id="348" r:id="rId22"/>
    <p:sldId id="349" r:id="rId23"/>
    <p:sldId id="350" r:id="rId24"/>
    <p:sldId id="351" r:id="rId25"/>
    <p:sldId id="352" r:id="rId26"/>
    <p:sldId id="377" r:id="rId27"/>
    <p:sldId id="353" r:id="rId28"/>
    <p:sldId id="354" r:id="rId29"/>
    <p:sldId id="385" r:id="rId30"/>
    <p:sldId id="360" r:id="rId31"/>
    <p:sldId id="361" r:id="rId32"/>
    <p:sldId id="362" r:id="rId33"/>
    <p:sldId id="363" r:id="rId34"/>
    <p:sldId id="355" r:id="rId35"/>
    <p:sldId id="356" r:id="rId36"/>
    <p:sldId id="357" r:id="rId37"/>
    <p:sldId id="378" r:id="rId38"/>
    <p:sldId id="379" r:id="rId39"/>
    <p:sldId id="358" r:id="rId40"/>
    <p:sldId id="359" r:id="rId41"/>
    <p:sldId id="381" r:id="rId42"/>
    <p:sldId id="365" r:id="rId43"/>
    <p:sldId id="364" r:id="rId44"/>
    <p:sldId id="285" r:id="rId45"/>
  </p:sldIdLst>
  <p:sldSz cx="12192000" cy="6858000"/>
  <p:notesSz cx="6858000" cy="9144000"/>
  <p:defaultText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300" userDrawn="1">
          <p15:clr>
            <a:srgbClr val="A4A3A4"/>
          </p15:clr>
        </p15:guide>
        <p15:guide id="3" pos="189" userDrawn="1">
          <p15:clr>
            <a:srgbClr val="A4A3A4"/>
          </p15:clr>
        </p15:guide>
        <p15:guide id="4" pos="7469" userDrawn="1">
          <p15:clr>
            <a:srgbClr val="A4A3A4"/>
          </p15:clr>
        </p15:guide>
        <p15:guide id="5" orient="horz" pos="43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C00"/>
    <a:srgbClr val="0000B3"/>
    <a:srgbClr val="628BFF"/>
    <a:srgbClr val="FF9C00"/>
    <a:srgbClr val="C74EFF"/>
    <a:srgbClr val="12C6B3"/>
    <a:srgbClr val="002B37"/>
    <a:srgbClr val="EDEEFB"/>
    <a:srgbClr val="FF1F36"/>
    <a:srgbClr val="00FF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8"/>
    <p:restoredTop sz="94718"/>
  </p:normalViewPr>
  <p:slideViewPr>
    <p:cSldViewPr snapToGrid="0">
      <p:cViewPr varScale="1">
        <p:scale>
          <a:sx n="91" d="100"/>
          <a:sy n="91" d="100"/>
        </p:scale>
        <p:origin x="470" y="67"/>
      </p:cViewPr>
      <p:guideLst>
        <p:guide orient="horz" pos="300"/>
        <p:guide pos="189"/>
        <p:guide pos="7469"/>
        <p:guide orient="horz" pos="432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9.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slide" Target="slides/slide24.xml"/><Relationship Id="rId21" Type="http://schemas.openxmlformats.org/officeDocument/2006/relationships/slide" Target="slides/slide6.xml"/><Relationship Id="rId34" Type="http://schemas.openxmlformats.org/officeDocument/2006/relationships/slide" Target="slides/slide19.xml"/><Relationship Id="rId42" Type="http://schemas.openxmlformats.org/officeDocument/2006/relationships/slide" Target="slides/slide27.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1.xml"/><Relationship Id="rId29" Type="http://schemas.openxmlformats.org/officeDocument/2006/relationships/slide" Target="slides/slide14.xml"/><Relationship Id="rId11" Type="http://schemas.openxmlformats.org/officeDocument/2006/relationships/slideMaster" Target="slideMasters/slideMaster7.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slide" Target="slides/slide22.xml"/><Relationship Id="rId40" Type="http://schemas.openxmlformats.org/officeDocument/2006/relationships/slide" Target="slides/slide25.xml"/><Relationship Id="rId45" Type="http://schemas.openxmlformats.org/officeDocument/2006/relationships/slide" Target="slides/slide30.xml"/><Relationship Id="rId5" Type="http://schemas.openxmlformats.org/officeDocument/2006/relationships/slideMaster" Target="slideMasters/slideMaster1.xml"/><Relationship Id="rId15" Type="http://schemas.openxmlformats.org/officeDocument/2006/relationships/slideMaster" Target="slideMasters/slideMaster11.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49" Type="http://schemas.openxmlformats.org/officeDocument/2006/relationships/viewProps" Target="viewProps.xml"/><Relationship Id="rId10" Type="http://schemas.openxmlformats.org/officeDocument/2006/relationships/slideMaster" Target="slideMasters/slideMaster6.xml"/><Relationship Id="rId19" Type="http://schemas.openxmlformats.org/officeDocument/2006/relationships/slide" Target="slides/slide4.xml"/><Relationship Id="rId31" Type="http://schemas.openxmlformats.org/officeDocument/2006/relationships/slide" Target="slides/slide16.xml"/><Relationship Id="rId44" Type="http://schemas.openxmlformats.org/officeDocument/2006/relationships/slide" Target="slides/slide29.xml"/><Relationship Id="rId4" Type="http://schemas.openxmlformats.org/officeDocument/2006/relationships/customXml" Target="../customXml/item4.xml"/><Relationship Id="rId9" Type="http://schemas.openxmlformats.org/officeDocument/2006/relationships/slideMaster" Target="slideMasters/slideMaster5.xml"/><Relationship Id="rId14" Type="http://schemas.openxmlformats.org/officeDocument/2006/relationships/slideMaster" Target="slideMasters/slideMaster10.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 Id="rId43" Type="http://schemas.openxmlformats.org/officeDocument/2006/relationships/slide" Target="slides/slide28.xml"/><Relationship Id="rId48" Type="http://schemas.openxmlformats.org/officeDocument/2006/relationships/presProps" Target="presProps.xml"/><Relationship Id="rId8" Type="http://schemas.openxmlformats.org/officeDocument/2006/relationships/slideMaster" Target="slideMasters/slideMaster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Master" Target="slideMasters/slideMaster8.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slide" Target="slides/slide23.xml"/><Relationship Id="rId46" Type="http://schemas.openxmlformats.org/officeDocument/2006/relationships/notesMaster" Target="notesMasters/notesMaster1.xml"/><Relationship Id="rId20" Type="http://schemas.openxmlformats.org/officeDocument/2006/relationships/slide" Target="slides/slide5.xml"/><Relationship Id="rId41" Type="http://schemas.openxmlformats.org/officeDocument/2006/relationships/slide" Target="slides/slide26.xml"/><Relationship Id="rId1" Type="http://schemas.openxmlformats.org/officeDocument/2006/relationships/customXml" Target="../customXml/item1.xml"/><Relationship Id="rId6" Type="http://schemas.openxmlformats.org/officeDocument/2006/relationships/slideMaster" Target="slideMasters/slideMaster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C193363-6FCC-722C-0A2B-64491A89AFF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DF69BC5-0813-5DDF-264E-9B247818B3D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AE1E399-66AE-584B-A751-EB6AD165607B}" type="datetimeFigureOut">
              <a:rPr lang="en-US" smtClean="0"/>
              <a:t>1/18/2026</a:t>
            </a:fld>
            <a:endParaRPr lang="en-US"/>
          </a:p>
        </p:txBody>
      </p:sp>
      <p:sp>
        <p:nvSpPr>
          <p:cNvPr id="4" name="Footer Placeholder 3">
            <a:extLst>
              <a:ext uri="{FF2B5EF4-FFF2-40B4-BE49-F238E27FC236}">
                <a16:creationId xmlns:a16="http://schemas.microsoft.com/office/drawing/2014/main" id="{52588079-15B7-CA0B-042A-E6EE50F520C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7A8237-78A9-BDF9-69A5-D417B7DD973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D04BB62-9152-D14F-AC55-BE1A67BE682E}" type="slidenum">
              <a:rPr lang="en-US" smtClean="0"/>
              <a:t>‹#›</a:t>
            </a:fld>
            <a:endParaRPr lang="en-US"/>
          </a:p>
        </p:txBody>
      </p:sp>
    </p:spTree>
    <p:extLst>
      <p:ext uri="{BB962C8B-B14F-4D97-AF65-F5344CB8AC3E}">
        <p14:creationId xmlns:p14="http://schemas.microsoft.com/office/powerpoint/2010/main" val="3434201894"/>
      </p:ext>
    </p:extLst>
  </p:cSld>
  <p:clrMap bg1="lt1" tx1="dk1" bg2="lt2" tx2="dk2" accent1="accent1" accent2="accent2" accent3="accent3" accent4="accent4" accent5="accent5" accent6="accent6" hlink="hlink" folHlink="folHlink"/>
  <p:hf hdr="0" ftr="0" dt="0"/>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A049A5-8BAA-194A-B048-3B2766085FE9}" type="datetimeFigureOut">
              <a:rPr lang="en-US" smtClean="0"/>
              <a:t>1/18/2026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460511-9993-074B-8207-35CD91B8E31F}" type="slidenum">
              <a:rPr lang="en-US" smtClean="0"/>
              <a:t>‹#›</a:t>
            </a:fld>
            <a:endParaRPr lang="en-US"/>
          </a:p>
        </p:txBody>
      </p:sp>
    </p:spTree>
    <p:extLst>
      <p:ext uri="{BB962C8B-B14F-4D97-AF65-F5344CB8AC3E}">
        <p14:creationId xmlns:p14="http://schemas.microsoft.com/office/powerpoint/2010/main" val="584567476"/>
      </p:ext>
    </p:extLst>
  </p:cSld>
  <p:clrMap bg1="lt1" tx1="dk1" bg2="lt2" tx2="dk2" accent1="accent1" accent2="accent2" accent3="accent3" accent4="accent4" accent5="accent5" accent6="accent6" hlink="hlink" folHlink="folHlink"/>
  <p:hf hdr="0" ftr="0" dt="0"/>
  <p:notesStyle>
    <a:lvl1pPr marL="0" algn="l" defTabSz="914332" rtl="0" eaLnBrk="1" latinLnBrk="0" hangingPunct="1">
      <a:defRPr sz="1200" kern="1200">
        <a:solidFill>
          <a:schemeClr val="tx1"/>
        </a:solidFill>
        <a:latin typeface="+mn-lt"/>
        <a:ea typeface="+mn-ea"/>
        <a:cs typeface="+mn-cs"/>
      </a:defRPr>
    </a:lvl1pPr>
    <a:lvl2pPr marL="457167" algn="l" defTabSz="914332" rtl="0" eaLnBrk="1" latinLnBrk="0" hangingPunct="1">
      <a:defRPr sz="1200" kern="1200">
        <a:solidFill>
          <a:schemeClr val="tx1"/>
        </a:solidFill>
        <a:latin typeface="+mn-lt"/>
        <a:ea typeface="+mn-ea"/>
        <a:cs typeface="+mn-cs"/>
      </a:defRPr>
    </a:lvl2pPr>
    <a:lvl3pPr marL="914332" algn="l" defTabSz="914332" rtl="0" eaLnBrk="1" latinLnBrk="0" hangingPunct="1">
      <a:defRPr sz="1200" kern="1200">
        <a:solidFill>
          <a:schemeClr val="tx1"/>
        </a:solidFill>
        <a:latin typeface="+mn-lt"/>
        <a:ea typeface="+mn-ea"/>
        <a:cs typeface="+mn-cs"/>
      </a:defRPr>
    </a:lvl3pPr>
    <a:lvl4pPr marL="1371498" algn="l" defTabSz="914332" rtl="0" eaLnBrk="1" latinLnBrk="0" hangingPunct="1">
      <a:defRPr sz="1200" kern="1200">
        <a:solidFill>
          <a:schemeClr val="tx1"/>
        </a:solidFill>
        <a:latin typeface="+mn-lt"/>
        <a:ea typeface="+mn-ea"/>
        <a:cs typeface="+mn-cs"/>
      </a:defRPr>
    </a:lvl4pPr>
    <a:lvl5pPr marL="1828664" algn="l" defTabSz="914332" rtl="0" eaLnBrk="1" latinLnBrk="0" hangingPunct="1">
      <a:defRPr sz="1200" kern="1200">
        <a:solidFill>
          <a:schemeClr val="tx1"/>
        </a:solidFill>
        <a:latin typeface="+mn-lt"/>
        <a:ea typeface="+mn-ea"/>
        <a:cs typeface="+mn-cs"/>
      </a:defRPr>
    </a:lvl5pPr>
    <a:lvl6pPr marL="2285830" algn="l" defTabSz="914332" rtl="0" eaLnBrk="1" latinLnBrk="0" hangingPunct="1">
      <a:defRPr sz="1200" kern="1200">
        <a:solidFill>
          <a:schemeClr val="tx1"/>
        </a:solidFill>
        <a:latin typeface="+mn-lt"/>
        <a:ea typeface="+mn-ea"/>
        <a:cs typeface="+mn-cs"/>
      </a:defRPr>
    </a:lvl6pPr>
    <a:lvl7pPr marL="2742994" algn="l" defTabSz="914332" rtl="0" eaLnBrk="1" latinLnBrk="0" hangingPunct="1">
      <a:defRPr sz="1200" kern="1200">
        <a:solidFill>
          <a:schemeClr val="tx1"/>
        </a:solidFill>
        <a:latin typeface="+mn-lt"/>
        <a:ea typeface="+mn-ea"/>
        <a:cs typeface="+mn-cs"/>
      </a:defRPr>
    </a:lvl7pPr>
    <a:lvl8pPr marL="3200160" algn="l" defTabSz="914332" rtl="0" eaLnBrk="1" latinLnBrk="0" hangingPunct="1">
      <a:defRPr sz="1200" kern="1200">
        <a:solidFill>
          <a:schemeClr val="tx1"/>
        </a:solidFill>
        <a:latin typeface="+mn-lt"/>
        <a:ea typeface="+mn-ea"/>
        <a:cs typeface="+mn-cs"/>
      </a:defRPr>
    </a:lvl8pPr>
    <a:lvl9pPr marL="3657327" algn="l" defTabSz="91433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E460511-9993-074B-8207-35CD91B8E31F}" type="slidenum">
              <a:rPr lang="en-US" smtClean="0"/>
              <a:t>2</a:t>
            </a:fld>
            <a:endParaRPr lang="en-US"/>
          </a:p>
        </p:txBody>
      </p:sp>
    </p:spTree>
    <p:extLst>
      <p:ext uri="{BB962C8B-B14F-4D97-AF65-F5344CB8AC3E}">
        <p14:creationId xmlns:p14="http://schemas.microsoft.com/office/powerpoint/2010/main" val="22052312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3</a:t>
            </a:fld>
            <a:endParaRPr lang="en-US"/>
          </a:p>
        </p:txBody>
      </p:sp>
    </p:spTree>
    <p:extLst>
      <p:ext uri="{BB962C8B-B14F-4D97-AF65-F5344CB8AC3E}">
        <p14:creationId xmlns:p14="http://schemas.microsoft.com/office/powerpoint/2010/main" val="30437434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4</a:t>
            </a:fld>
            <a:endParaRPr lang="en-US"/>
          </a:p>
        </p:txBody>
      </p:sp>
    </p:spTree>
    <p:extLst>
      <p:ext uri="{BB962C8B-B14F-4D97-AF65-F5344CB8AC3E}">
        <p14:creationId xmlns:p14="http://schemas.microsoft.com/office/powerpoint/2010/main" val="35430264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5</a:t>
            </a:fld>
            <a:endParaRPr lang="en-US"/>
          </a:p>
        </p:txBody>
      </p:sp>
    </p:spTree>
    <p:extLst>
      <p:ext uri="{BB962C8B-B14F-4D97-AF65-F5344CB8AC3E}">
        <p14:creationId xmlns:p14="http://schemas.microsoft.com/office/powerpoint/2010/main" val="3949731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6</a:t>
            </a:fld>
            <a:endParaRPr lang="en-US"/>
          </a:p>
        </p:txBody>
      </p:sp>
    </p:spTree>
    <p:extLst>
      <p:ext uri="{BB962C8B-B14F-4D97-AF65-F5344CB8AC3E}">
        <p14:creationId xmlns:p14="http://schemas.microsoft.com/office/powerpoint/2010/main" val="3956142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7</a:t>
            </a:fld>
            <a:endParaRPr lang="en-US"/>
          </a:p>
        </p:txBody>
      </p:sp>
    </p:spTree>
    <p:extLst>
      <p:ext uri="{BB962C8B-B14F-4D97-AF65-F5344CB8AC3E}">
        <p14:creationId xmlns:p14="http://schemas.microsoft.com/office/powerpoint/2010/main" val="10494688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8</a:t>
            </a:fld>
            <a:endParaRPr lang="en-US"/>
          </a:p>
        </p:txBody>
      </p:sp>
    </p:spTree>
    <p:extLst>
      <p:ext uri="{BB962C8B-B14F-4D97-AF65-F5344CB8AC3E}">
        <p14:creationId xmlns:p14="http://schemas.microsoft.com/office/powerpoint/2010/main" val="15329490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9</a:t>
            </a:fld>
            <a:endParaRPr lang="en-US"/>
          </a:p>
        </p:txBody>
      </p:sp>
    </p:spTree>
    <p:extLst>
      <p:ext uri="{BB962C8B-B14F-4D97-AF65-F5344CB8AC3E}">
        <p14:creationId xmlns:p14="http://schemas.microsoft.com/office/powerpoint/2010/main" val="470795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10</a:t>
            </a:fld>
            <a:endParaRPr lang="en-US"/>
          </a:p>
        </p:txBody>
      </p:sp>
    </p:spTree>
    <p:extLst>
      <p:ext uri="{BB962C8B-B14F-4D97-AF65-F5344CB8AC3E}">
        <p14:creationId xmlns:p14="http://schemas.microsoft.com/office/powerpoint/2010/main" val="40755525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11</a:t>
            </a:fld>
            <a:endParaRPr lang="en-US"/>
          </a:p>
        </p:txBody>
      </p:sp>
    </p:spTree>
    <p:extLst>
      <p:ext uri="{BB962C8B-B14F-4D97-AF65-F5344CB8AC3E}">
        <p14:creationId xmlns:p14="http://schemas.microsoft.com/office/powerpoint/2010/main" val="27369818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7147D-0F53-3AA4-A93D-038187ABB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83C865-6AA2-13A4-1F6E-31AC024BD7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FDC6CF-B813-6191-60D5-29E21170F4A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EAC6558C-6D06-AFC9-B105-ED6B8F7B353B}"/>
              </a:ext>
            </a:extLst>
          </p:cNvPr>
          <p:cNvSpPr>
            <a:spLocks noGrp="1"/>
          </p:cNvSpPr>
          <p:nvPr>
            <p:ph type="sldNum" sz="quarter" idx="5"/>
          </p:nvPr>
        </p:nvSpPr>
        <p:spPr/>
        <p:txBody>
          <a:bodyPr/>
          <a:lstStyle/>
          <a:p>
            <a:fld id="{2E460511-9993-074B-8207-35CD91B8E31F}" type="slidenum">
              <a:rPr lang="en-US" smtClean="0"/>
              <a:t>12</a:t>
            </a:fld>
            <a:endParaRPr lang="en-US"/>
          </a:p>
        </p:txBody>
      </p:sp>
    </p:spTree>
    <p:extLst>
      <p:ext uri="{BB962C8B-B14F-4D97-AF65-F5344CB8AC3E}">
        <p14:creationId xmlns:p14="http://schemas.microsoft.com/office/powerpoint/2010/main" val="1442664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13</a:t>
            </a:fld>
            <a:endParaRPr lang="en-US"/>
          </a:p>
        </p:txBody>
      </p:sp>
    </p:spTree>
    <p:extLst>
      <p:ext uri="{BB962C8B-B14F-4D97-AF65-F5344CB8AC3E}">
        <p14:creationId xmlns:p14="http://schemas.microsoft.com/office/powerpoint/2010/main" val="30072633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14</a:t>
            </a:fld>
            <a:endParaRPr lang="en-US"/>
          </a:p>
        </p:txBody>
      </p:sp>
    </p:spTree>
    <p:extLst>
      <p:ext uri="{BB962C8B-B14F-4D97-AF65-F5344CB8AC3E}">
        <p14:creationId xmlns:p14="http://schemas.microsoft.com/office/powerpoint/2010/main" val="18337564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9BA10-A12A-7507-DB0B-A9014EC644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7CCD94-33A2-A867-B771-2E8F09584E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198F2B-BFA5-3B5D-E8A7-05870EEDDAF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6E831FB-DDFE-1160-C038-D3729D4742BA}"/>
              </a:ext>
            </a:extLst>
          </p:cNvPr>
          <p:cNvSpPr>
            <a:spLocks noGrp="1"/>
          </p:cNvSpPr>
          <p:nvPr>
            <p:ph type="sldNum" sz="quarter" idx="5"/>
          </p:nvPr>
        </p:nvSpPr>
        <p:spPr/>
        <p:txBody>
          <a:bodyPr/>
          <a:lstStyle/>
          <a:p>
            <a:fld id="{2E460511-9993-074B-8207-35CD91B8E31F}" type="slidenum">
              <a:rPr lang="en-US" smtClean="0"/>
              <a:t>15</a:t>
            </a:fld>
            <a:endParaRPr lang="en-US"/>
          </a:p>
        </p:txBody>
      </p:sp>
    </p:spTree>
    <p:extLst>
      <p:ext uri="{BB962C8B-B14F-4D97-AF65-F5344CB8AC3E}">
        <p14:creationId xmlns:p14="http://schemas.microsoft.com/office/powerpoint/2010/main" val="7704358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753F0-EB9A-8311-1AD0-3910189311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B37FFD-2A51-9059-D565-0DCAADD7F8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C20BBC-2B80-3422-89D1-77EFA52986C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B4BB45E-A4F2-F707-E126-1A4B205CB056}"/>
              </a:ext>
            </a:extLst>
          </p:cNvPr>
          <p:cNvSpPr>
            <a:spLocks noGrp="1"/>
          </p:cNvSpPr>
          <p:nvPr>
            <p:ph type="sldNum" sz="quarter" idx="5"/>
          </p:nvPr>
        </p:nvSpPr>
        <p:spPr/>
        <p:txBody>
          <a:bodyPr/>
          <a:lstStyle/>
          <a:p>
            <a:fld id="{2E460511-9993-074B-8207-35CD91B8E31F}" type="slidenum">
              <a:rPr lang="en-US" smtClean="0"/>
              <a:t>16</a:t>
            </a:fld>
            <a:endParaRPr lang="en-US"/>
          </a:p>
        </p:txBody>
      </p:sp>
    </p:spTree>
    <p:extLst>
      <p:ext uri="{BB962C8B-B14F-4D97-AF65-F5344CB8AC3E}">
        <p14:creationId xmlns:p14="http://schemas.microsoft.com/office/powerpoint/2010/main" val="20256823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74A2A-0395-90D9-349F-6114766306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C539D7-3769-5262-7FA0-24C2A8D68C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4B4E76-421A-17E9-2FD6-F4C08E1B7D36}"/>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CBBE024-A46E-887D-5AB8-A94877122C7B}"/>
              </a:ext>
            </a:extLst>
          </p:cNvPr>
          <p:cNvSpPr>
            <a:spLocks noGrp="1"/>
          </p:cNvSpPr>
          <p:nvPr>
            <p:ph type="sldNum" sz="quarter" idx="5"/>
          </p:nvPr>
        </p:nvSpPr>
        <p:spPr/>
        <p:txBody>
          <a:bodyPr/>
          <a:lstStyle/>
          <a:p>
            <a:fld id="{2E460511-9993-074B-8207-35CD91B8E31F}" type="slidenum">
              <a:rPr lang="en-US" smtClean="0"/>
              <a:t>17</a:t>
            </a:fld>
            <a:endParaRPr lang="en-US"/>
          </a:p>
        </p:txBody>
      </p:sp>
    </p:spTree>
    <p:extLst>
      <p:ext uri="{BB962C8B-B14F-4D97-AF65-F5344CB8AC3E}">
        <p14:creationId xmlns:p14="http://schemas.microsoft.com/office/powerpoint/2010/main" val="34816330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B3F6C-3047-F3B7-3671-5DA5789BB6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029A36-352C-31B3-F3EA-DD897F53B9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ADC238-E9E4-22A2-F295-15C8AB3CEDF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2115AC9-4AD7-3C2C-D15B-48D2F56F5E6A}"/>
              </a:ext>
            </a:extLst>
          </p:cNvPr>
          <p:cNvSpPr>
            <a:spLocks noGrp="1"/>
          </p:cNvSpPr>
          <p:nvPr>
            <p:ph type="sldNum" sz="quarter" idx="5"/>
          </p:nvPr>
        </p:nvSpPr>
        <p:spPr/>
        <p:txBody>
          <a:bodyPr/>
          <a:lstStyle/>
          <a:p>
            <a:fld id="{2E460511-9993-074B-8207-35CD91B8E31F}" type="slidenum">
              <a:rPr lang="en-US" smtClean="0"/>
              <a:t>18</a:t>
            </a:fld>
            <a:endParaRPr lang="en-US"/>
          </a:p>
        </p:txBody>
      </p:sp>
    </p:spTree>
    <p:extLst>
      <p:ext uri="{BB962C8B-B14F-4D97-AF65-F5344CB8AC3E}">
        <p14:creationId xmlns:p14="http://schemas.microsoft.com/office/powerpoint/2010/main" val="22467547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C6E7A-2A85-5941-2F58-A424B4EC45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2D197E-2F2E-FDB0-80FD-477A1CB6A1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B87099-AEA1-D944-F614-ED7C21090BE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0234E03-B76B-AA17-89D1-D608BD512022}"/>
              </a:ext>
            </a:extLst>
          </p:cNvPr>
          <p:cNvSpPr>
            <a:spLocks noGrp="1"/>
          </p:cNvSpPr>
          <p:nvPr>
            <p:ph type="sldNum" sz="quarter" idx="5"/>
          </p:nvPr>
        </p:nvSpPr>
        <p:spPr/>
        <p:txBody>
          <a:bodyPr/>
          <a:lstStyle/>
          <a:p>
            <a:fld id="{2E460511-9993-074B-8207-35CD91B8E31F}" type="slidenum">
              <a:rPr lang="en-US" smtClean="0"/>
              <a:t>19</a:t>
            </a:fld>
            <a:endParaRPr lang="en-US"/>
          </a:p>
        </p:txBody>
      </p:sp>
    </p:spTree>
    <p:extLst>
      <p:ext uri="{BB962C8B-B14F-4D97-AF65-F5344CB8AC3E}">
        <p14:creationId xmlns:p14="http://schemas.microsoft.com/office/powerpoint/2010/main" val="16182300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20</a:t>
            </a:fld>
            <a:endParaRPr lang="en-US"/>
          </a:p>
        </p:txBody>
      </p:sp>
    </p:spTree>
    <p:extLst>
      <p:ext uri="{BB962C8B-B14F-4D97-AF65-F5344CB8AC3E}">
        <p14:creationId xmlns:p14="http://schemas.microsoft.com/office/powerpoint/2010/main" val="27066470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21</a:t>
            </a:fld>
            <a:endParaRPr lang="en-US"/>
          </a:p>
        </p:txBody>
      </p:sp>
    </p:spTree>
    <p:extLst>
      <p:ext uri="{BB962C8B-B14F-4D97-AF65-F5344CB8AC3E}">
        <p14:creationId xmlns:p14="http://schemas.microsoft.com/office/powerpoint/2010/main" val="15576814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22</a:t>
            </a:fld>
            <a:endParaRPr lang="en-US"/>
          </a:p>
        </p:txBody>
      </p:sp>
    </p:spTree>
    <p:extLst>
      <p:ext uri="{BB962C8B-B14F-4D97-AF65-F5344CB8AC3E}">
        <p14:creationId xmlns:p14="http://schemas.microsoft.com/office/powerpoint/2010/main" val="8632744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E0ED2-7568-0121-CB92-6D2E71F7A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507BB8-9287-9FC7-DBFC-BB6FC0F56E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B01322-EDE3-D45A-C197-9CD018C5716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AD444A70-A380-5FA7-E0D8-01EA26C944BE}"/>
              </a:ext>
            </a:extLst>
          </p:cNvPr>
          <p:cNvSpPr>
            <a:spLocks noGrp="1"/>
          </p:cNvSpPr>
          <p:nvPr>
            <p:ph type="sldNum" sz="quarter" idx="5"/>
          </p:nvPr>
        </p:nvSpPr>
        <p:spPr/>
        <p:txBody>
          <a:bodyPr/>
          <a:lstStyle/>
          <a:p>
            <a:fld id="{2E460511-9993-074B-8207-35CD91B8E31F}" type="slidenum">
              <a:rPr lang="en-US" smtClean="0"/>
              <a:t>23</a:t>
            </a:fld>
            <a:endParaRPr lang="en-US"/>
          </a:p>
        </p:txBody>
      </p:sp>
    </p:spTree>
    <p:extLst>
      <p:ext uri="{BB962C8B-B14F-4D97-AF65-F5344CB8AC3E}">
        <p14:creationId xmlns:p14="http://schemas.microsoft.com/office/powerpoint/2010/main" val="2395561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7D0F6-5010-87D1-7990-EEA887C118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373ECB-469A-DFCF-8D15-B3294F3457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EE00C9-74CB-322F-07E6-90D48BBEB5D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4386A2F-A07C-FAC4-DC98-48A4398D27EF}"/>
              </a:ext>
            </a:extLst>
          </p:cNvPr>
          <p:cNvSpPr>
            <a:spLocks noGrp="1"/>
          </p:cNvSpPr>
          <p:nvPr>
            <p:ph type="sldNum" sz="quarter" idx="5"/>
          </p:nvPr>
        </p:nvSpPr>
        <p:spPr/>
        <p:txBody>
          <a:bodyPr/>
          <a:lstStyle/>
          <a:p>
            <a:fld id="{2E460511-9993-074B-8207-35CD91B8E31F}" type="slidenum">
              <a:rPr lang="en-US" smtClean="0"/>
              <a:t>24</a:t>
            </a:fld>
            <a:endParaRPr lang="en-US"/>
          </a:p>
        </p:txBody>
      </p:sp>
    </p:spTree>
    <p:extLst>
      <p:ext uri="{BB962C8B-B14F-4D97-AF65-F5344CB8AC3E}">
        <p14:creationId xmlns:p14="http://schemas.microsoft.com/office/powerpoint/2010/main" val="40551454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25</a:t>
            </a:fld>
            <a:endParaRPr lang="en-US"/>
          </a:p>
        </p:txBody>
      </p:sp>
    </p:spTree>
    <p:extLst>
      <p:ext uri="{BB962C8B-B14F-4D97-AF65-F5344CB8AC3E}">
        <p14:creationId xmlns:p14="http://schemas.microsoft.com/office/powerpoint/2010/main" val="5186805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E460511-9993-074B-8207-35CD91B8E31F}" type="slidenum">
              <a:rPr lang="en-US" smtClean="0"/>
              <a:t>26</a:t>
            </a:fld>
            <a:endParaRPr lang="en-US"/>
          </a:p>
        </p:txBody>
      </p:sp>
    </p:spTree>
    <p:extLst>
      <p:ext uri="{BB962C8B-B14F-4D97-AF65-F5344CB8AC3E}">
        <p14:creationId xmlns:p14="http://schemas.microsoft.com/office/powerpoint/2010/main" val="14298961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1B6B6-29EB-5C5A-47E5-235A63034F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9350EB-C86C-F28E-7557-3EEBA9D6B7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204BFE-819D-A989-11A9-904889FE334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7071687-9AA8-5EA6-9224-3582623E0C79}"/>
              </a:ext>
            </a:extLst>
          </p:cNvPr>
          <p:cNvSpPr>
            <a:spLocks noGrp="1"/>
          </p:cNvSpPr>
          <p:nvPr>
            <p:ph type="sldNum" sz="quarter" idx="5"/>
          </p:nvPr>
        </p:nvSpPr>
        <p:spPr/>
        <p:txBody>
          <a:bodyPr/>
          <a:lstStyle/>
          <a:p>
            <a:fld id="{2E460511-9993-074B-8207-35CD91B8E31F}" type="slidenum">
              <a:rPr lang="en-US" smtClean="0"/>
              <a:t>27</a:t>
            </a:fld>
            <a:endParaRPr lang="en-US"/>
          </a:p>
        </p:txBody>
      </p:sp>
    </p:spTree>
    <p:extLst>
      <p:ext uri="{BB962C8B-B14F-4D97-AF65-F5344CB8AC3E}">
        <p14:creationId xmlns:p14="http://schemas.microsoft.com/office/powerpoint/2010/main" val="33119301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A4089-3CB3-346A-7396-F73C3E3633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D63823-B173-9EEE-54E8-CE114BB3A5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140C49-27FE-0626-5AB7-294FA16286B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59A7FB9-D7A2-B91F-CDA1-DA57BC63E111}"/>
              </a:ext>
            </a:extLst>
          </p:cNvPr>
          <p:cNvSpPr>
            <a:spLocks noGrp="1"/>
          </p:cNvSpPr>
          <p:nvPr>
            <p:ph type="sldNum" sz="quarter" idx="5"/>
          </p:nvPr>
        </p:nvSpPr>
        <p:spPr/>
        <p:txBody>
          <a:bodyPr/>
          <a:lstStyle/>
          <a:p>
            <a:fld id="{2E460511-9993-074B-8207-35CD91B8E31F}" type="slidenum">
              <a:rPr lang="en-US" smtClean="0"/>
              <a:t>28</a:t>
            </a:fld>
            <a:endParaRPr lang="en-US"/>
          </a:p>
        </p:txBody>
      </p:sp>
    </p:spTree>
    <p:extLst>
      <p:ext uri="{BB962C8B-B14F-4D97-AF65-F5344CB8AC3E}">
        <p14:creationId xmlns:p14="http://schemas.microsoft.com/office/powerpoint/2010/main" val="38850731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4F152-8763-A176-47D2-5CAAB223ED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B571A-3006-7A2D-431C-3F491F7116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8248EF-D0FE-2AB1-7DFB-16108D645D4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B36E2CC-7529-D196-7D16-E177F561DCEE}"/>
              </a:ext>
            </a:extLst>
          </p:cNvPr>
          <p:cNvSpPr>
            <a:spLocks noGrp="1"/>
          </p:cNvSpPr>
          <p:nvPr>
            <p:ph type="sldNum" sz="quarter" idx="5"/>
          </p:nvPr>
        </p:nvSpPr>
        <p:spPr/>
        <p:txBody>
          <a:bodyPr/>
          <a:lstStyle/>
          <a:p>
            <a:fld id="{2E460511-9993-074B-8207-35CD91B8E31F}" type="slidenum">
              <a:rPr lang="en-US" smtClean="0"/>
              <a:t>29</a:t>
            </a:fld>
            <a:endParaRPr lang="en-US"/>
          </a:p>
        </p:txBody>
      </p:sp>
    </p:spTree>
    <p:extLst>
      <p:ext uri="{BB962C8B-B14F-4D97-AF65-F5344CB8AC3E}">
        <p14:creationId xmlns:p14="http://schemas.microsoft.com/office/powerpoint/2010/main" val="205618003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2.png"/><Relationship Id="rId7" Type="http://schemas.openxmlformats.org/officeDocument/2006/relationships/image" Target="../media/image6.emf"/><Relationship Id="rId12" Type="http://schemas.openxmlformats.org/officeDocument/2006/relationships/image" Target="../media/image11.emf"/><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emf"/><Relationship Id="rId5" Type="http://schemas.openxmlformats.org/officeDocument/2006/relationships/image" Target="../media/image4.svg"/><Relationship Id="rId10" Type="http://schemas.openxmlformats.org/officeDocument/2006/relationships/image" Target="../media/image9.emf"/><Relationship Id="rId4" Type="http://schemas.openxmlformats.org/officeDocument/2006/relationships/image" Target="../media/image3.png"/><Relationship Id="rId9" Type="http://schemas.openxmlformats.org/officeDocument/2006/relationships/image" Target="../media/image8.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slideMaster" Target="../slideMasters/slideMaster3.xml"/><Relationship Id="rId1" Type="http://schemas.openxmlformats.org/officeDocument/2006/relationships/themeOverride" Target="../theme/themeOverride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4.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svg"/><Relationship Id="rId2" Type="http://schemas.openxmlformats.org/officeDocument/2006/relationships/image" Target="../media/image12.png"/><Relationship Id="rId1" Type="http://schemas.openxmlformats.org/officeDocument/2006/relationships/slideMaster" Target="../slideMasters/slideMaster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7.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3.png"/><Relationship Id="rId7" Type="http://schemas.openxmlformats.org/officeDocument/2006/relationships/image" Target="../media/image18.png"/><Relationship Id="rId2" Type="http://schemas.openxmlformats.org/officeDocument/2006/relationships/image" Target="../media/image12.png"/><Relationship Id="rId1" Type="http://schemas.openxmlformats.org/officeDocument/2006/relationships/slideMaster" Target="../slideMasters/slideMaster4.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hyperlink" Target="https://www.instagram.com/tatatechnologies/" TargetMode="External"/><Relationship Id="rId18" Type="http://schemas.openxmlformats.org/officeDocument/2006/relationships/image" Target="../media/image15.png"/><Relationship Id="rId3" Type="http://schemas.openxmlformats.org/officeDocument/2006/relationships/image" Target="../media/image21.svg"/><Relationship Id="rId21" Type="http://schemas.openxmlformats.org/officeDocument/2006/relationships/image" Target="../media/image28.svg"/><Relationship Id="rId7" Type="http://schemas.openxmlformats.org/officeDocument/2006/relationships/image" Target="../media/image25.png"/><Relationship Id="rId12" Type="http://schemas.openxmlformats.org/officeDocument/2006/relationships/hyperlink" Target="https://www.linkedin.com/company/tata-technologies" TargetMode="External"/><Relationship Id="rId17" Type="http://schemas.openxmlformats.org/officeDocument/2006/relationships/image" Target="../media/image14.png"/><Relationship Id="rId2" Type="http://schemas.openxmlformats.org/officeDocument/2006/relationships/image" Target="../media/image20.png"/><Relationship Id="rId16" Type="http://schemas.openxmlformats.org/officeDocument/2006/relationships/hyperlink" Target="https://www.facebook.com/TataTechnologies/" TargetMode="External"/><Relationship Id="rId20" Type="http://schemas.openxmlformats.org/officeDocument/2006/relationships/image" Target="../media/image27.png"/><Relationship Id="rId1" Type="http://schemas.openxmlformats.org/officeDocument/2006/relationships/slideMaster" Target="../slideMasters/slideMaster4.xml"/><Relationship Id="rId6" Type="http://schemas.openxmlformats.org/officeDocument/2006/relationships/image" Target="../media/image24.png"/><Relationship Id="rId11" Type="http://schemas.openxmlformats.org/officeDocument/2006/relationships/hyperlink" Target="http://tatatechnologies.com/" TargetMode="External"/><Relationship Id="rId5" Type="http://schemas.openxmlformats.org/officeDocument/2006/relationships/image" Target="../media/image23.svg"/><Relationship Id="rId15" Type="http://schemas.openxmlformats.org/officeDocument/2006/relationships/hyperlink" Target="https://www.youtube.com/user/tatatechnologies" TargetMode="External"/><Relationship Id="rId10" Type="http://schemas.openxmlformats.org/officeDocument/2006/relationships/image" Target="../media/image13.png"/><Relationship Id="rId19" Type="http://schemas.openxmlformats.org/officeDocument/2006/relationships/image" Target="../media/image16.svg"/><Relationship Id="rId4" Type="http://schemas.openxmlformats.org/officeDocument/2006/relationships/image" Target="../media/image22.png"/><Relationship Id="rId9" Type="http://schemas.openxmlformats.org/officeDocument/2006/relationships/image" Target="../media/image12.png"/><Relationship Id="rId14" Type="http://schemas.openxmlformats.org/officeDocument/2006/relationships/hyperlink" Target="https://twitter.com/tatatech_news?s=11&amp;t=fgv6pWVIZCV4O0Z1gAQ2kQ" TargetMode="External"/><Relationship Id="rId22" Type="http://schemas.openxmlformats.org/officeDocument/2006/relationships/image" Target="../media/image29.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5.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Master" Target="../slideMasters/slideMaster5.xml"/><Relationship Id="rId6" Type="http://schemas.openxmlformats.org/officeDocument/2006/relationships/image" Target="../media/image14.png"/><Relationship Id="rId5" Type="http://schemas.openxmlformats.org/officeDocument/2006/relationships/image" Target="../media/image31.png"/><Relationship Id="rId4" Type="http://schemas.openxmlformats.org/officeDocument/2006/relationships/image" Target="../media/image30.png"/></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13.png"/><Relationship Id="rId7" Type="http://schemas.openxmlformats.org/officeDocument/2006/relationships/image" Target="../media/image32.png"/><Relationship Id="rId2" Type="http://schemas.openxmlformats.org/officeDocument/2006/relationships/image" Target="../media/image12.png"/><Relationship Id="rId1" Type="http://schemas.openxmlformats.org/officeDocument/2006/relationships/slideMaster" Target="../slideMasters/slideMaster5.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5.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hyperlink" Target="https://www.instagram.com/tatatechnologies/" TargetMode="External"/><Relationship Id="rId18" Type="http://schemas.openxmlformats.org/officeDocument/2006/relationships/image" Target="../media/image15.png"/><Relationship Id="rId3" Type="http://schemas.openxmlformats.org/officeDocument/2006/relationships/image" Target="../media/image21.svg"/><Relationship Id="rId21" Type="http://schemas.openxmlformats.org/officeDocument/2006/relationships/image" Target="../media/image35.svg"/><Relationship Id="rId7" Type="http://schemas.openxmlformats.org/officeDocument/2006/relationships/image" Target="../media/image25.png"/><Relationship Id="rId12" Type="http://schemas.openxmlformats.org/officeDocument/2006/relationships/hyperlink" Target="https://www.linkedin.com/company/tata-technologies" TargetMode="External"/><Relationship Id="rId17" Type="http://schemas.openxmlformats.org/officeDocument/2006/relationships/image" Target="../media/image14.png"/><Relationship Id="rId2" Type="http://schemas.openxmlformats.org/officeDocument/2006/relationships/image" Target="../media/image20.png"/><Relationship Id="rId16" Type="http://schemas.openxmlformats.org/officeDocument/2006/relationships/hyperlink" Target="https://www.facebook.com/TataTechnologies/" TargetMode="External"/><Relationship Id="rId20" Type="http://schemas.openxmlformats.org/officeDocument/2006/relationships/image" Target="../media/image34.png"/><Relationship Id="rId1" Type="http://schemas.openxmlformats.org/officeDocument/2006/relationships/slideMaster" Target="../slideMasters/slideMaster5.xml"/><Relationship Id="rId6" Type="http://schemas.openxmlformats.org/officeDocument/2006/relationships/image" Target="../media/image24.png"/><Relationship Id="rId11" Type="http://schemas.openxmlformats.org/officeDocument/2006/relationships/hyperlink" Target="http://tatatechnologies.com/" TargetMode="External"/><Relationship Id="rId5" Type="http://schemas.openxmlformats.org/officeDocument/2006/relationships/image" Target="../media/image23.svg"/><Relationship Id="rId15" Type="http://schemas.openxmlformats.org/officeDocument/2006/relationships/hyperlink" Target="https://www.youtube.com/user/tatatechnologies" TargetMode="External"/><Relationship Id="rId10" Type="http://schemas.openxmlformats.org/officeDocument/2006/relationships/image" Target="../media/image13.png"/><Relationship Id="rId19" Type="http://schemas.openxmlformats.org/officeDocument/2006/relationships/image" Target="../media/image16.svg"/><Relationship Id="rId4" Type="http://schemas.openxmlformats.org/officeDocument/2006/relationships/image" Target="../media/image22.png"/><Relationship Id="rId9" Type="http://schemas.openxmlformats.org/officeDocument/2006/relationships/image" Target="../media/image12.png"/><Relationship Id="rId14" Type="http://schemas.openxmlformats.org/officeDocument/2006/relationships/hyperlink" Target="https://twitter.com/tatatech_news?s=11&amp;t=fgv6pWVIZCV4O0Z1gAQ2kQ" TargetMode="External"/><Relationship Id="rId22" Type="http://schemas.openxmlformats.org/officeDocument/2006/relationships/image" Target="../media/image29.emf"/></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6.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3.png"/><Relationship Id="rId7" Type="http://schemas.openxmlformats.org/officeDocument/2006/relationships/image" Target="../media/image39.png"/><Relationship Id="rId2" Type="http://schemas.openxmlformats.org/officeDocument/2006/relationships/image" Target="../media/image12.png"/><Relationship Id="rId1" Type="http://schemas.openxmlformats.org/officeDocument/2006/relationships/slideMaster" Target="../slideMasters/slideMaster6.xml"/><Relationship Id="rId6" Type="http://schemas.openxmlformats.org/officeDocument/2006/relationships/image" Target="../media/image38.png"/><Relationship Id="rId5" Type="http://schemas.openxmlformats.org/officeDocument/2006/relationships/image" Target="../media/image37.png"/><Relationship Id="rId10" Type="http://schemas.openxmlformats.org/officeDocument/2006/relationships/image" Target="../media/image16.svg"/><Relationship Id="rId4" Type="http://schemas.openxmlformats.org/officeDocument/2006/relationships/image" Target="../media/image36.png"/><Relationship Id="rId9" Type="http://schemas.openxmlformats.org/officeDocument/2006/relationships/image" Target="../media/image15.png"/></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13.png"/><Relationship Id="rId7" Type="http://schemas.openxmlformats.org/officeDocument/2006/relationships/image" Target="../media/image40.png"/><Relationship Id="rId2" Type="http://schemas.openxmlformats.org/officeDocument/2006/relationships/image" Target="../media/image12.png"/><Relationship Id="rId1" Type="http://schemas.openxmlformats.org/officeDocument/2006/relationships/slideMaster" Target="../slideMasters/slideMaster6.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6.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hyperlink" Target="https://www.instagram.com/tatatechnologies/" TargetMode="External"/><Relationship Id="rId18" Type="http://schemas.openxmlformats.org/officeDocument/2006/relationships/image" Target="../media/image15.png"/><Relationship Id="rId3" Type="http://schemas.openxmlformats.org/officeDocument/2006/relationships/image" Target="../media/image21.svg"/><Relationship Id="rId21" Type="http://schemas.openxmlformats.org/officeDocument/2006/relationships/image" Target="../media/image43.svg"/><Relationship Id="rId7" Type="http://schemas.openxmlformats.org/officeDocument/2006/relationships/image" Target="../media/image25.png"/><Relationship Id="rId12" Type="http://schemas.openxmlformats.org/officeDocument/2006/relationships/hyperlink" Target="https://www.linkedin.com/company/tata-technologies" TargetMode="External"/><Relationship Id="rId17" Type="http://schemas.openxmlformats.org/officeDocument/2006/relationships/image" Target="../media/image14.png"/><Relationship Id="rId2" Type="http://schemas.openxmlformats.org/officeDocument/2006/relationships/image" Target="../media/image20.png"/><Relationship Id="rId16" Type="http://schemas.openxmlformats.org/officeDocument/2006/relationships/hyperlink" Target="https://www.facebook.com/TataTechnologies/" TargetMode="External"/><Relationship Id="rId20" Type="http://schemas.openxmlformats.org/officeDocument/2006/relationships/image" Target="../media/image42.png"/><Relationship Id="rId1" Type="http://schemas.openxmlformats.org/officeDocument/2006/relationships/slideMaster" Target="../slideMasters/slideMaster6.xml"/><Relationship Id="rId6" Type="http://schemas.openxmlformats.org/officeDocument/2006/relationships/image" Target="../media/image24.png"/><Relationship Id="rId11" Type="http://schemas.openxmlformats.org/officeDocument/2006/relationships/hyperlink" Target="http://tatatechnologies.com/" TargetMode="External"/><Relationship Id="rId5" Type="http://schemas.openxmlformats.org/officeDocument/2006/relationships/image" Target="../media/image23.svg"/><Relationship Id="rId15" Type="http://schemas.openxmlformats.org/officeDocument/2006/relationships/hyperlink" Target="https://www.youtube.com/user/tatatechnologies" TargetMode="External"/><Relationship Id="rId10" Type="http://schemas.openxmlformats.org/officeDocument/2006/relationships/image" Target="../media/image13.png"/><Relationship Id="rId19" Type="http://schemas.openxmlformats.org/officeDocument/2006/relationships/image" Target="../media/image16.svg"/><Relationship Id="rId4" Type="http://schemas.openxmlformats.org/officeDocument/2006/relationships/image" Target="../media/image22.png"/><Relationship Id="rId9" Type="http://schemas.openxmlformats.org/officeDocument/2006/relationships/image" Target="../media/image12.png"/><Relationship Id="rId14" Type="http://schemas.openxmlformats.org/officeDocument/2006/relationships/hyperlink" Target="https://twitter.com/tatatech_news?s=11&amp;t=fgv6pWVIZCV4O0Z1gAQ2kQ" TargetMode="External"/><Relationship Id="rId22" Type="http://schemas.openxmlformats.org/officeDocument/2006/relationships/image" Target="../media/image29.em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13.png"/><Relationship Id="rId7" Type="http://schemas.openxmlformats.org/officeDocument/2006/relationships/image" Target="../media/image44.png"/><Relationship Id="rId2" Type="http://schemas.openxmlformats.org/officeDocument/2006/relationships/image" Target="../media/image12.png"/><Relationship Id="rId1" Type="http://schemas.openxmlformats.org/officeDocument/2006/relationships/slideMaster" Target="../slideMasters/slideMaster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hyperlink" Target="https://www.instagram.com/tatatechnologies/" TargetMode="External"/><Relationship Id="rId18" Type="http://schemas.openxmlformats.org/officeDocument/2006/relationships/image" Target="../media/image15.png"/><Relationship Id="rId3" Type="http://schemas.openxmlformats.org/officeDocument/2006/relationships/image" Target="../media/image21.svg"/><Relationship Id="rId21" Type="http://schemas.openxmlformats.org/officeDocument/2006/relationships/image" Target="../media/image47.svg"/><Relationship Id="rId7" Type="http://schemas.openxmlformats.org/officeDocument/2006/relationships/image" Target="../media/image25.png"/><Relationship Id="rId12" Type="http://schemas.openxmlformats.org/officeDocument/2006/relationships/hyperlink" Target="https://www.linkedin.com/company/tata-technologies" TargetMode="External"/><Relationship Id="rId17" Type="http://schemas.openxmlformats.org/officeDocument/2006/relationships/image" Target="../media/image14.png"/><Relationship Id="rId2" Type="http://schemas.openxmlformats.org/officeDocument/2006/relationships/image" Target="../media/image20.png"/><Relationship Id="rId16" Type="http://schemas.openxmlformats.org/officeDocument/2006/relationships/hyperlink" Target="https://www.facebook.com/TataTechnologies/" TargetMode="External"/><Relationship Id="rId20" Type="http://schemas.openxmlformats.org/officeDocument/2006/relationships/image" Target="../media/image46.png"/><Relationship Id="rId1" Type="http://schemas.openxmlformats.org/officeDocument/2006/relationships/slideMaster" Target="../slideMasters/slideMaster7.xml"/><Relationship Id="rId6" Type="http://schemas.openxmlformats.org/officeDocument/2006/relationships/image" Target="../media/image24.png"/><Relationship Id="rId11" Type="http://schemas.openxmlformats.org/officeDocument/2006/relationships/hyperlink" Target="http://tatatechnologies.com/" TargetMode="External"/><Relationship Id="rId5" Type="http://schemas.openxmlformats.org/officeDocument/2006/relationships/image" Target="../media/image23.svg"/><Relationship Id="rId15" Type="http://schemas.openxmlformats.org/officeDocument/2006/relationships/hyperlink" Target="https://www.youtube.com/user/tatatechnologies" TargetMode="External"/><Relationship Id="rId10" Type="http://schemas.openxmlformats.org/officeDocument/2006/relationships/image" Target="../media/image13.png"/><Relationship Id="rId19" Type="http://schemas.openxmlformats.org/officeDocument/2006/relationships/image" Target="../media/image16.svg"/><Relationship Id="rId4" Type="http://schemas.openxmlformats.org/officeDocument/2006/relationships/image" Target="../media/image22.png"/><Relationship Id="rId9" Type="http://schemas.openxmlformats.org/officeDocument/2006/relationships/image" Target="../media/image12.png"/><Relationship Id="rId14" Type="http://schemas.openxmlformats.org/officeDocument/2006/relationships/hyperlink" Target="https://twitter.com/tatatech_news?s=11&amp;t=fgv6pWVIZCV4O0Z1gAQ2kQ" TargetMode="External"/><Relationship Id="rId22" Type="http://schemas.openxmlformats.org/officeDocument/2006/relationships/image" Target="../media/image29.emf"/></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8.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8.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8.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13.png"/><Relationship Id="rId7" Type="http://schemas.openxmlformats.org/officeDocument/2006/relationships/image" Target="../media/image48.png"/><Relationship Id="rId2" Type="http://schemas.openxmlformats.org/officeDocument/2006/relationships/image" Target="../media/image12.png"/><Relationship Id="rId1" Type="http://schemas.openxmlformats.org/officeDocument/2006/relationships/slideMaster" Target="../slideMasters/slideMaster8.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8.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8.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8.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8.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9.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hyperlink" Target="https://www.instagram.com/tatatechnologies/" TargetMode="External"/><Relationship Id="rId18" Type="http://schemas.openxmlformats.org/officeDocument/2006/relationships/image" Target="../media/image15.png"/><Relationship Id="rId3" Type="http://schemas.openxmlformats.org/officeDocument/2006/relationships/image" Target="../media/image21.svg"/><Relationship Id="rId21" Type="http://schemas.openxmlformats.org/officeDocument/2006/relationships/image" Target="../media/image51.svg"/><Relationship Id="rId7" Type="http://schemas.openxmlformats.org/officeDocument/2006/relationships/image" Target="../media/image25.png"/><Relationship Id="rId12" Type="http://schemas.openxmlformats.org/officeDocument/2006/relationships/hyperlink" Target="https://www.linkedin.com/company/tata-technologies" TargetMode="External"/><Relationship Id="rId17" Type="http://schemas.openxmlformats.org/officeDocument/2006/relationships/image" Target="../media/image14.png"/><Relationship Id="rId2" Type="http://schemas.openxmlformats.org/officeDocument/2006/relationships/image" Target="../media/image20.png"/><Relationship Id="rId16" Type="http://schemas.openxmlformats.org/officeDocument/2006/relationships/hyperlink" Target="https://www.facebook.com/TataTechnologies/" TargetMode="External"/><Relationship Id="rId20" Type="http://schemas.openxmlformats.org/officeDocument/2006/relationships/image" Target="../media/image50.png"/><Relationship Id="rId1" Type="http://schemas.openxmlformats.org/officeDocument/2006/relationships/slideMaster" Target="../slideMasters/slideMaster8.xml"/><Relationship Id="rId6" Type="http://schemas.openxmlformats.org/officeDocument/2006/relationships/image" Target="../media/image24.png"/><Relationship Id="rId11" Type="http://schemas.openxmlformats.org/officeDocument/2006/relationships/hyperlink" Target="http://tatatechnologies.com/" TargetMode="External"/><Relationship Id="rId5" Type="http://schemas.openxmlformats.org/officeDocument/2006/relationships/image" Target="../media/image23.svg"/><Relationship Id="rId15" Type="http://schemas.openxmlformats.org/officeDocument/2006/relationships/hyperlink" Target="https://www.youtube.com/user/tatatechnologies" TargetMode="External"/><Relationship Id="rId10" Type="http://schemas.openxmlformats.org/officeDocument/2006/relationships/image" Target="../media/image13.png"/><Relationship Id="rId19" Type="http://schemas.openxmlformats.org/officeDocument/2006/relationships/image" Target="../media/image16.svg"/><Relationship Id="rId4" Type="http://schemas.openxmlformats.org/officeDocument/2006/relationships/image" Target="../media/image22.png"/><Relationship Id="rId9" Type="http://schemas.openxmlformats.org/officeDocument/2006/relationships/image" Target="../media/image12.png"/><Relationship Id="rId14" Type="http://schemas.openxmlformats.org/officeDocument/2006/relationships/hyperlink" Target="https://twitter.com/tatatech_news?s=11&amp;t=fgv6pWVIZCV4O0Z1gAQ2kQ" TargetMode="External"/><Relationship Id="rId22" Type="http://schemas.openxmlformats.org/officeDocument/2006/relationships/image" Target="../media/image29.emf"/></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9.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9.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53.xml.rels><?xml version="1.0" encoding="UTF-8" standalone="yes"?>
<Relationships xmlns="http://schemas.openxmlformats.org/package/2006/relationships"><Relationship Id="rId8" Type="http://schemas.openxmlformats.org/officeDocument/2006/relationships/image" Target="../media/image53.svg"/><Relationship Id="rId3" Type="http://schemas.openxmlformats.org/officeDocument/2006/relationships/image" Target="../media/image13.png"/><Relationship Id="rId7" Type="http://schemas.openxmlformats.org/officeDocument/2006/relationships/image" Target="../media/image52.png"/><Relationship Id="rId2" Type="http://schemas.openxmlformats.org/officeDocument/2006/relationships/image" Target="../media/image12.png"/><Relationship Id="rId1" Type="http://schemas.openxmlformats.org/officeDocument/2006/relationships/slideMaster" Target="../slideMasters/slideMaster9.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9.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58.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hyperlink" Target="https://www.instagram.com/tatatechnologies/" TargetMode="External"/><Relationship Id="rId18" Type="http://schemas.openxmlformats.org/officeDocument/2006/relationships/image" Target="../media/image15.png"/><Relationship Id="rId3" Type="http://schemas.openxmlformats.org/officeDocument/2006/relationships/image" Target="../media/image21.svg"/><Relationship Id="rId21" Type="http://schemas.openxmlformats.org/officeDocument/2006/relationships/image" Target="../media/image55.svg"/><Relationship Id="rId7" Type="http://schemas.openxmlformats.org/officeDocument/2006/relationships/image" Target="../media/image25.png"/><Relationship Id="rId12" Type="http://schemas.openxmlformats.org/officeDocument/2006/relationships/hyperlink" Target="https://www.linkedin.com/company/tata-technologies" TargetMode="External"/><Relationship Id="rId17" Type="http://schemas.openxmlformats.org/officeDocument/2006/relationships/image" Target="../media/image14.png"/><Relationship Id="rId2" Type="http://schemas.openxmlformats.org/officeDocument/2006/relationships/image" Target="../media/image20.png"/><Relationship Id="rId16" Type="http://schemas.openxmlformats.org/officeDocument/2006/relationships/hyperlink" Target="https://www.facebook.com/TataTechnologies/" TargetMode="External"/><Relationship Id="rId20" Type="http://schemas.openxmlformats.org/officeDocument/2006/relationships/image" Target="../media/image54.png"/><Relationship Id="rId1" Type="http://schemas.openxmlformats.org/officeDocument/2006/relationships/slideMaster" Target="../slideMasters/slideMaster9.xml"/><Relationship Id="rId6" Type="http://schemas.openxmlformats.org/officeDocument/2006/relationships/image" Target="../media/image24.png"/><Relationship Id="rId11" Type="http://schemas.openxmlformats.org/officeDocument/2006/relationships/hyperlink" Target="http://tatatechnologies.com/" TargetMode="External"/><Relationship Id="rId5" Type="http://schemas.openxmlformats.org/officeDocument/2006/relationships/image" Target="../media/image23.svg"/><Relationship Id="rId15" Type="http://schemas.openxmlformats.org/officeDocument/2006/relationships/hyperlink" Target="https://www.youtube.com/user/tatatechnologies" TargetMode="External"/><Relationship Id="rId10" Type="http://schemas.openxmlformats.org/officeDocument/2006/relationships/image" Target="../media/image13.png"/><Relationship Id="rId19" Type="http://schemas.openxmlformats.org/officeDocument/2006/relationships/image" Target="../media/image16.svg"/><Relationship Id="rId4" Type="http://schemas.openxmlformats.org/officeDocument/2006/relationships/image" Target="../media/image22.png"/><Relationship Id="rId9" Type="http://schemas.openxmlformats.org/officeDocument/2006/relationships/image" Target="../media/image12.png"/><Relationship Id="rId14" Type="http://schemas.openxmlformats.org/officeDocument/2006/relationships/hyperlink" Target="https://twitter.com/tatatech_news?s=11&amp;t=fgv6pWVIZCV4O0Z1gAQ2kQ" TargetMode="External"/><Relationship Id="rId22" Type="http://schemas.openxmlformats.org/officeDocument/2006/relationships/image" Target="../media/image29.emf"/></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0.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61.xml.rels><?xml version="1.0" encoding="UTF-8" standalone="yes"?>
<Relationships xmlns="http://schemas.openxmlformats.org/package/2006/relationships"><Relationship Id="rId8" Type="http://schemas.openxmlformats.org/officeDocument/2006/relationships/image" Target="../media/image56.emf"/><Relationship Id="rId3" Type="http://schemas.openxmlformats.org/officeDocument/2006/relationships/image" Target="../media/image12.png"/><Relationship Id="rId7" Type="http://schemas.openxmlformats.org/officeDocument/2006/relationships/image" Target="../media/image16.svg"/><Relationship Id="rId2" Type="http://schemas.openxmlformats.org/officeDocument/2006/relationships/slideMaster" Target="../slideMasters/slideMaster10.xml"/><Relationship Id="rId1" Type="http://schemas.openxmlformats.org/officeDocument/2006/relationships/themeOverride" Target="../theme/themeOverride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Layouts/_rels/slideLayout62.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13.png"/><Relationship Id="rId7" Type="http://schemas.openxmlformats.org/officeDocument/2006/relationships/image" Target="../media/image57.png"/><Relationship Id="rId2" Type="http://schemas.openxmlformats.org/officeDocument/2006/relationships/image" Target="../media/image12.png"/><Relationship Id="rId1" Type="http://schemas.openxmlformats.org/officeDocument/2006/relationships/slideMaster" Target="../slideMasters/slideMaster10.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0.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67.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hyperlink" Target="https://www.instagram.com/tatatechnologies/" TargetMode="External"/><Relationship Id="rId18" Type="http://schemas.openxmlformats.org/officeDocument/2006/relationships/image" Target="../media/image15.png"/><Relationship Id="rId3" Type="http://schemas.openxmlformats.org/officeDocument/2006/relationships/image" Target="../media/image21.svg"/><Relationship Id="rId21" Type="http://schemas.openxmlformats.org/officeDocument/2006/relationships/image" Target="../media/image60.svg"/><Relationship Id="rId7" Type="http://schemas.openxmlformats.org/officeDocument/2006/relationships/image" Target="../media/image25.png"/><Relationship Id="rId12" Type="http://schemas.openxmlformats.org/officeDocument/2006/relationships/hyperlink" Target="https://www.linkedin.com/company/tata-technologies" TargetMode="External"/><Relationship Id="rId17" Type="http://schemas.openxmlformats.org/officeDocument/2006/relationships/image" Target="../media/image14.png"/><Relationship Id="rId2" Type="http://schemas.openxmlformats.org/officeDocument/2006/relationships/image" Target="../media/image20.png"/><Relationship Id="rId16" Type="http://schemas.openxmlformats.org/officeDocument/2006/relationships/hyperlink" Target="https://www.facebook.com/TataTechnologies/" TargetMode="External"/><Relationship Id="rId20" Type="http://schemas.openxmlformats.org/officeDocument/2006/relationships/image" Target="../media/image59.png"/><Relationship Id="rId1" Type="http://schemas.openxmlformats.org/officeDocument/2006/relationships/slideMaster" Target="../slideMasters/slideMaster10.xml"/><Relationship Id="rId6" Type="http://schemas.openxmlformats.org/officeDocument/2006/relationships/image" Target="../media/image24.png"/><Relationship Id="rId11" Type="http://schemas.openxmlformats.org/officeDocument/2006/relationships/hyperlink" Target="http://tatatechnologies.com/" TargetMode="External"/><Relationship Id="rId5" Type="http://schemas.openxmlformats.org/officeDocument/2006/relationships/image" Target="../media/image23.svg"/><Relationship Id="rId15" Type="http://schemas.openxmlformats.org/officeDocument/2006/relationships/hyperlink" Target="https://www.youtube.com/user/tatatechnologies" TargetMode="External"/><Relationship Id="rId10" Type="http://schemas.openxmlformats.org/officeDocument/2006/relationships/image" Target="../media/image13.png"/><Relationship Id="rId19" Type="http://schemas.openxmlformats.org/officeDocument/2006/relationships/image" Target="../media/image16.svg"/><Relationship Id="rId4" Type="http://schemas.openxmlformats.org/officeDocument/2006/relationships/image" Target="../media/image22.png"/><Relationship Id="rId9" Type="http://schemas.openxmlformats.org/officeDocument/2006/relationships/image" Target="../media/image12.png"/><Relationship Id="rId14" Type="http://schemas.openxmlformats.org/officeDocument/2006/relationships/hyperlink" Target="https://twitter.com/tatatech_news?s=11&amp;t=fgv6pWVIZCV4O0Z1gAQ2kQ" TargetMode="External"/><Relationship Id="rId22" Type="http://schemas.openxmlformats.org/officeDocument/2006/relationships/image" Target="../media/image29.emf"/></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1.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61.emf"/><Relationship Id="rId2" Type="http://schemas.openxmlformats.org/officeDocument/2006/relationships/image" Target="../media/image12.png"/><Relationship Id="rId1" Type="http://schemas.openxmlformats.org/officeDocument/2006/relationships/slideMaster" Target="../slideMasters/slideMaster11.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71.xml.rels><?xml version="1.0" encoding="UTF-8" standalone="yes"?>
<Relationships xmlns="http://schemas.openxmlformats.org/package/2006/relationships"><Relationship Id="rId8" Type="http://schemas.openxmlformats.org/officeDocument/2006/relationships/image" Target="../media/image63.svg"/><Relationship Id="rId3" Type="http://schemas.openxmlformats.org/officeDocument/2006/relationships/image" Target="../media/image13.png"/><Relationship Id="rId7" Type="http://schemas.openxmlformats.org/officeDocument/2006/relationships/image" Target="../media/image62.png"/><Relationship Id="rId2" Type="http://schemas.openxmlformats.org/officeDocument/2006/relationships/image" Target="../media/image12.png"/><Relationship Id="rId1" Type="http://schemas.openxmlformats.org/officeDocument/2006/relationships/slideMaster" Target="../slideMasters/slideMaster11.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4.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1.xml"/><Relationship Id="rId4" Type="http://schemas.openxmlformats.org/officeDocument/2006/relationships/image" Target="../media/image5.png"/></Relationships>
</file>

<file path=ppt/slideLayouts/_rels/slideLayout76.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hyperlink" Target="https://www.instagram.com/tatatechnologies/" TargetMode="External"/><Relationship Id="rId18" Type="http://schemas.openxmlformats.org/officeDocument/2006/relationships/image" Target="../media/image15.png"/><Relationship Id="rId3" Type="http://schemas.openxmlformats.org/officeDocument/2006/relationships/image" Target="../media/image21.svg"/><Relationship Id="rId21" Type="http://schemas.openxmlformats.org/officeDocument/2006/relationships/image" Target="../media/image65.svg"/><Relationship Id="rId7" Type="http://schemas.openxmlformats.org/officeDocument/2006/relationships/image" Target="../media/image25.png"/><Relationship Id="rId12" Type="http://schemas.openxmlformats.org/officeDocument/2006/relationships/hyperlink" Target="https://www.linkedin.com/company/tata-technologies" TargetMode="External"/><Relationship Id="rId17" Type="http://schemas.openxmlformats.org/officeDocument/2006/relationships/image" Target="../media/image14.png"/><Relationship Id="rId2" Type="http://schemas.openxmlformats.org/officeDocument/2006/relationships/image" Target="../media/image20.png"/><Relationship Id="rId16" Type="http://schemas.openxmlformats.org/officeDocument/2006/relationships/hyperlink" Target="https://www.facebook.com/TataTechnologies/" TargetMode="External"/><Relationship Id="rId20" Type="http://schemas.openxmlformats.org/officeDocument/2006/relationships/image" Target="../media/image64.png"/><Relationship Id="rId1" Type="http://schemas.openxmlformats.org/officeDocument/2006/relationships/slideMaster" Target="../slideMasters/slideMaster11.xml"/><Relationship Id="rId6" Type="http://schemas.openxmlformats.org/officeDocument/2006/relationships/image" Target="../media/image24.png"/><Relationship Id="rId11" Type="http://schemas.openxmlformats.org/officeDocument/2006/relationships/hyperlink" Target="http://tatatechnologies.com/" TargetMode="External"/><Relationship Id="rId5" Type="http://schemas.openxmlformats.org/officeDocument/2006/relationships/image" Target="../media/image23.svg"/><Relationship Id="rId15" Type="http://schemas.openxmlformats.org/officeDocument/2006/relationships/hyperlink" Target="https://www.youtube.com/user/tatatechnologies" TargetMode="External"/><Relationship Id="rId10" Type="http://schemas.openxmlformats.org/officeDocument/2006/relationships/image" Target="../media/image13.png"/><Relationship Id="rId19" Type="http://schemas.openxmlformats.org/officeDocument/2006/relationships/image" Target="../media/image16.svg"/><Relationship Id="rId4" Type="http://schemas.openxmlformats.org/officeDocument/2006/relationships/image" Target="../media/image22.png"/><Relationship Id="rId9" Type="http://schemas.openxmlformats.org/officeDocument/2006/relationships/image" Target="../media/image12.png"/><Relationship Id="rId14" Type="http://schemas.openxmlformats.org/officeDocument/2006/relationships/hyperlink" Target="https://twitter.com/tatatech_news?s=11&amp;t=fgv6pWVIZCV4O0Z1gAQ2kQ" TargetMode="External"/><Relationship Id="rId22" Type="http://schemas.openxmlformats.org/officeDocument/2006/relationships/image" Target="../media/image29.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afety Pause">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18AF290-6E8A-043C-9161-A0AD7BC0BF7B}"/>
              </a:ext>
            </a:extLst>
          </p:cNvPr>
          <p:cNvGrpSpPr/>
          <p:nvPr userDrawn="1"/>
        </p:nvGrpSpPr>
        <p:grpSpPr>
          <a:xfrm>
            <a:off x="11084202" y="316459"/>
            <a:ext cx="761727" cy="157980"/>
            <a:chOff x="9242701" y="249950"/>
            <a:chExt cx="652960" cy="135423"/>
          </a:xfrm>
        </p:grpSpPr>
        <p:sp>
          <p:nvSpPr>
            <p:cNvPr id="8" name="object 11">
              <a:extLst>
                <a:ext uri="{FF2B5EF4-FFF2-40B4-BE49-F238E27FC236}">
                  <a16:creationId xmlns:a16="http://schemas.microsoft.com/office/drawing/2014/main" id="{744B80F7-BA8E-9839-1F85-46219A205AB6}"/>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9" name="object 12">
              <a:extLst>
                <a:ext uri="{FF2B5EF4-FFF2-40B4-BE49-F238E27FC236}">
                  <a16:creationId xmlns:a16="http://schemas.microsoft.com/office/drawing/2014/main" id="{90FD0CF8-F256-B9D4-7B2D-8A9766D93812}"/>
                </a:ext>
              </a:extLst>
            </p:cNvPr>
            <p:cNvGrpSpPr/>
            <p:nvPr/>
          </p:nvGrpSpPr>
          <p:grpSpPr>
            <a:xfrm>
              <a:off x="9242701" y="249950"/>
              <a:ext cx="202816" cy="135423"/>
              <a:chOff x="18288992" y="494982"/>
              <a:chExt cx="401320" cy="267970"/>
            </a:xfrm>
          </p:grpSpPr>
          <p:sp>
            <p:nvSpPr>
              <p:cNvPr id="10" name="object 13">
                <a:extLst>
                  <a:ext uri="{FF2B5EF4-FFF2-40B4-BE49-F238E27FC236}">
                    <a16:creationId xmlns:a16="http://schemas.microsoft.com/office/drawing/2014/main" id="{8795B369-C279-DA6F-BF1A-8EF671890B4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1" name="object 14">
                <a:extLst>
                  <a:ext uri="{FF2B5EF4-FFF2-40B4-BE49-F238E27FC236}">
                    <a16:creationId xmlns:a16="http://schemas.microsoft.com/office/drawing/2014/main" id="{D9342F66-74A4-2F31-C835-64997179A22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2" name="object 15">
                <a:extLst>
                  <a:ext uri="{FF2B5EF4-FFF2-40B4-BE49-F238E27FC236}">
                    <a16:creationId xmlns:a16="http://schemas.microsoft.com/office/drawing/2014/main" id="{6CD59A64-927C-2890-1D31-93EC9AECF2E8}"/>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13" name="TextBox 12">
            <a:extLst>
              <a:ext uri="{FF2B5EF4-FFF2-40B4-BE49-F238E27FC236}">
                <a16:creationId xmlns:a16="http://schemas.microsoft.com/office/drawing/2014/main" id="{8D2D5EEE-532B-C7B3-E180-09F299DB25A3}"/>
              </a:ext>
            </a:extLst>
          </p:cNvPr>
          <p:cNvSpPr txBox="1"/>
          <p:nvPr userDrawn="1"/>
        </p:nvSpPr>
        <p:spPr>
          <a:xfrm>
            <a:off x="437245" y="6373607"/>
            <a:ext cx="6098875" cy="184666"/>
          </a:xfrm>
          <a:prstGeom prst="rect">
            <a:avLst/>
          </a:prstGeom>
          <a:noFill/>
        </p:spPr>
        <p:txBody>
          <a:bodyPr wrap="square">
            <a:spAutoFit/>
          </a:bodyPr>
          <a:lstStyle/>
          <a:p>
            <a:pPr marL="0" algn="l" defTabSz="914332" rtl="0" eaLnBrk="1" latinLnBrk="0" hangingPunct="1"/>
            <a:r>
              <a:rPr lang="en-GB" sz="600" kern="1200" spc="-20" baseline="0">
                <a:solidFill>
                  <a:srgbClr val="0000B3"/>
                </a:solidFill>
                <a:effectLst/>
                <a:latin typeface="DM Sans" pitchFamily="2" charset="77"/>
                <a:ea typeface="+mn-ea"/>
                <a:cs typeface="+mn-cs"/>
              </a:rPr>
              <a:t>© Copyright 2024 Tata Technologies. All rights reserved. All other trademarks are trademarks of their respective owners.</a:t>
            </a:r>
          </a:p>
        </p:txBody>
      </p:sp>
      <p:pic>
        <p:nvPicPr>
          <p:cNvPr id="14" name="Graphic 13">
            <a:extLst>
              <a:ext uri="{FF2B5EF4-FFF2-40B4-BE49-F238E27FC236}">
                <a16:creationId xmlns:a16="http://schemas.microsoft.com/office/drawing/2014/main" id="{D63C5AE0-CA39-7500-DDBB-D615012AFB73}"/>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15" name="Picture 14">
            <a:extLst>
              <a:ext uri="{FF2B5EF4-FFF2-40B4-BE49-F238E27FC236}">
                <a16:creationId xmlns:a16="http://schemas.microsoft.com/office/drawing/2014/main" id="{F4A089A6-AB4F-0045-F793-5644929A5C88}"/>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16" name="Title 1">
            <a:extLst>
              <a:ext uri="{FF2B5EF4-FFF2-40B4-BE49-F238E27FC236}">
                <a16:creationId xmlns:a16="http://schemas.microsoft.com/office/drawing/2014/main" id="{E3CE1A0B-6493-3BB9-CED1-D14E3A10DCEF}"/>
              </a:ext>
            </a:extLst>
          </p:cNvPr>
          <p:cNvSpPr txBox="1">
            <a:spLocks/>
          </p:cNvSpPr>
          <p:nvPr userDrawn="1"/>
        </p:nvSpPr>
        <p:spPr>
          <a:xfrm>
            <a:off x="904981" y="849279"/>
            <a:ext cx="11727203" cy="452784"/>
          </a:xfrm>
          <a:prstGeom prst="rect">
            <a:avLst/>
          </a:prstGeom>
        </p:spPr>
        <p:txBody>
          <a:bodyPr/>
          <a:lstStyle>
            <a:lvl1pPr algn="l" defTabSz="914400" rtl="0" eaLnBrk="1" latinLnBrk="0" hangingPunct="1">
              <a:lnSpc>
                <a:spcPct val="90000"/>
              </a:lnSpc>
              <a:spcBef>
                <a:spcPts val="0"/>
              </a:spcBef>
              <a:buNone/>
              <a:defRPr sz="2800" b="0" i="0" kern="1200">
                <a:solidFill>
                  <a:schemeClr val="tx2"/>
                </a:solidFill>
                <a:latin typeface="+mj-lt"/>
                <a:ea typeface="+mj-ea"/>
                <a:cs typeface="+mj-cs"/>
              </a:defRPr>
            </a:lvl1pPr>
          </a:lstStyle>
          <a:p>
            <a:pPr marL="0" algn="l" defTabSz="914400" rtl="0" eaLnBrk="1" latinLnBrk="0" hangingPunct="1">
              <a:lnSpc>
                <a:spcPct val="90000"/>
              </a:lnSpc>
              <a:spcBef>
                <a:spcPts val="0"/>
              </a:spcBef>
              <a:buNone/>
            </a:pPr>
            <a:r>
              <a:rPr lang="en-GB" sz="2800" b="0" i="0" kern="1200">
                <a:solidFill>
                  <a:srgbClr val="0000B3"/>
                </a:solidFill>
                <a:latin typeface="DM Sans" pitchFamily="2" charset="77"/>
                <a:ea typeface="+mj-ea"/>
                <a:cs typeface="+mj-cs"/>
              </a:rPr>
              <a:t>Safety Pause</a:t>
            </a:r>
            <a:endParaRPr lang="en-US" sz="2800" b="0" i="0" kern="1200">
              <a:solidFill>
                <a:srgbClr val="0000B3"/>
              </a:solidFill>
              <a:latin typeface="DM Sans" pitchFamily="2" charset="77"/>
              <a:ea typeface="+mj-ea"/>
              <a:cs typeface="+mj-cs"/>
            </a:endParaRPr>
          </a:p>
        </p:txBody>
      </p:sp>
      <p:sp>
        <p:nvSpPr>
          <p:cNvPr id="17" name="Text Placeholder 6">
            <a:extLst>
              <a:ext uri="{FF2B5EF4-FFF2-40B4-BE49-F238E27FC236}">
                <a16:creationId xmlns:a16="http://schemas.microsoft.com/office/drawing/2014/main" id="{6B56F000-E60D-88D1-65C1-95CEAE078AFC}"/>
              </a:ext>
            </a:extLst>
          </p:cNvPr>
          <p:cNvSpPr txBox="1">
            <a:spLocks/>
          </p:cNvSpPr>
          <p:nvPr userDrawn="1"/>
        </p:nvSpPr>
        <p:spPr>
          <a:xfrm>
            <a:off x="245653" y="1783836"/>
            <a:ext cx="3560323" cy="365125"/>
          </a:xfrm>
          <a:prstGeom prst="rect">
            <a:avLst/>
          </a:prstGeom>
        </p:spPr>
        <p:txBody>
          <a:bodyPr/>
          <a:lstStyle>
            <a:lvl1pPr marL="0" indent="0" algn="l" defTabSz="914400" rtl="0" eaLnBrk="1" latinLnBrk="0" hangingPunct="1">
              <a:lnSpc>
                <a:spcPct val="90000"/>
              </a:lnSpc>
              <a:spcBef>
                <a:spcPts val="0"/>
              </a:spcBef>
              <a:buFont typeface="Arial" panose="020B0604020202020204" pitchFamily="34" charset="0"/>
              <a:buNone/>
              <a:defRPr sz="1800" kern="1200">
                <a:solidFill>
                  <a:schemeClr val="bg2"/>
                </a:solidFill>
                <a:latin typeface="+mn-lt"/>
                <a:ea typeface="+mn-ea"/>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defTabSz="914332" rtl="0" eaLnBrk="1" latinLnBrk="0" hangingPunct="1">
              <a:lnSpc>
                <a:spcPct val="90000"/>
              </a:lnSpc>
              <a:spcBef>
                <a:spcPts val="0"/>
              </a:spcBef>
              <a:buFont typeface="Arial" panose="020B0604020202020204" pitchFamily="34" charset="0"/>
              <a:buNone/>
            </a:pPr>
            <a:r>
              <a:rPr lang="en-GB" sz="1800" kern="1200">
                <a:solidFill>
                  <a:srgbClr val="10C6B3"/>
                </a:solidFill>
                <a:latin typeface="DM Sans" pitchFamily="2" charset="77"/>
                <a:ea typeface="+mn-ea"/>
                <a:cs typeface="+mn-cs"/>
              </a:rPr>
              <a:t>SAFETY AT HOME</a:t>
            </a:r>
            <a:endParaRPr lang="en-US" sz="1800" kern="1200">
              <a:solidFill>
                <a:srgbClr val="10C6B3"/>
              </a:solidFill>
              <a:latin typeface="DM Sans" pitchFamily="2" charset="77"/>
              <a:ea typeface="+mn-ea"/>
              <a:cs typeface="+mn-cs"/>
            </a:endParaRPr>
          </a:p>
        </p:txBody>
      </p:sp>
      <p:sp>
        <p:nvSpPr>
          <p:cNvPr id="18" name="Text Placeholder 6">
            <a:extLst>
              <a:ext uri="{FF2B5EF4-FFF2-40B4-BE49-F238E27FC236}">
                <a16:creationId xmlns:a16="http://schemas.microsoft.com/office/drawing/2014/main" id="{BE135FC6-C07B-8055-5FE6-573187490525}"/>
              </a:ext>
            </a:extLst>
          </p:cNvPr>
          <p:cNvSpPr txBox="1">
            <a:spLocks/>
          </p:cNvSpPr>
          <p:nvPr userDrawn="1"/>
        </p:nvSpPr>
        <p:spPr>
          <a:xfrm>
            <a:off x="3613757" y="964556"/>
            <a:ext cx="3560323" cy="365125"/>
          </a:xfrm>
          <a:prstGeom prst="rect">
            <a:avLst/>
          </a:prstGeom>
        </p:spPr>
        <p:txBody>
          <a:bodyPr/>
          <a:lstStyle>
            <a:lvl1pPr marL="0" indent="0" algn="l" defTabSz="914400" rtl="0" eaLnBrk="1" latinLnBrk="0" hangingPunct="1">
              <a:lnSpc>
                <a:spcPct val="90000"/>
              </a:lnSpc>
              <a:spcBef>
                <a:spcPts val="0"/>
              </a:spcBef>
              <a:buFont typeface="Arial" panose="020B0604020202020204" pitchFamily="34" charset="0"/>
              <a:buNone/>
              <a:defRPr sz="1800" kern="1200">
                <a:solidFill>
                  <a:schemeClr val="bg2"/>
                </a:solidFill>
                <a:latin typeface="+mn-lt"/>
                <a:ea typeface="+mn-ea"/>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l" defTabSz="914332" rtl="0" eaLnBrk="1" latinLnBrk="0" hangingPunct="1">
              <a:lnSpc>
                <a:spcPct val="90000"/>
              </a:lnSpc>
              <a:spcBef>
                <a:spcPts val="0"/>
              </a:spcBef>
              <a:buFont typeface="Arial" panose="020B0604020202020204" pitchFamily="34" charset="0"/>
              <a:buNone/>
            </a:pPr>
            <a:r>
              <a:rPr lang="en-GB" sz="1800" kern="1200">
                <a:solidFill>
                  <a:srgbClr val="10C6B3"/>
                </a:solidFill>
                <a:latin typeface="DM Sans" pitchFamily="2" charset="77"/>
                <a:ea typeface="+mn-ea"/>
                <a:cs typeface="+mn-cs"/>
              </a:rPr>
              <a:t>SAFETY MEASURES</a:t>
            </a:r>
            <a:endParaRPr lang="en-US" sz="1800" kern="1200">
              <a:solidFill>
                <a:srgbClr val="10C6B3"/>
              </a:solidFill>
              <a:latin typeface="DM Sans" pitchFamily="2" charset="77"/>
              <a:ea typeface="+mn-ea"/>
              <a:cs typeface="+mn-cs"/>
            </a:endParaRPr>
          </a:p>
        </p:txBody>
      </p:sp>
      <p:sp>
        <p:nvSpPr>
          <p:cNvPr id="19" name="Text Placeholder 6">
            <a:extLst>
              <a:ext uri="{FF2B5EF4-FFF2-40B4-BE49-F238E27FC236}">
                <a16:creationId xmlns:a16="http://schemas.microsoft.com/office/drawing/2014/main" id="{9AF939C4-36A8-7D83-B37D-EA2F16D48BEA}"/>
              </a:ext>
            </a:extLst>
          </p:cNvPr>
          <p:cNvSpPr txBox="1">
            <a:spLocks/>
          </p:cNvSpPr>
          <p:nvPr userDrawn="1"/>
        </p:nvSpPr>
        <p:spPr>
          <a:xfrm>
            <a:off x="1010988" y="2322123"/>
            <a:ext cx="2794989" cy="732164"/>
          </a:xfrm>
          <a:prstGeom prst="rect">
            <a:avLst/>
          </a:prstGeom>
        </p:spPr>
        <p:txBody>
          <a:bodyPr numCol="2" spcCol="252000"/>
          <a:lstStyle>
            <a:lvl1pPr marL="285750" indent="-285750" algn="l" defTabSz="914400" rtl="0" eaLnBrk="1" latinLnBrk="0" hangingPunct="1">
              <a:lnSpc>
                <a:spcPct val="100000"/>
              </a:lnSpc>
              <a:spcBef>
                <a:spcPts val="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defTabSz="914332" rtl="0" eaLnBrk="1" latinLnBrk="0" hangingPunct="1">
              <a:buNone/>
            </a:pPr>
            <a:r>
              <a:rPr lang="en-GB" sz="1400" kern="1200">
                <a:solidFill>
                  <a:schemeClr val="tx1"/>
                </a:solidFill>
                <a:latin typeface="DM Sans" pitchFamily="2" charset="77"/>
                <a:ea typeface="+mn-ea"/>
                <a:cs typeface="+mn-cs"/>
              </a:rPr>
              <a:t>COVID-19 Precaution</a:t>
            </a:r>
            <a:endParaRPr lang="en-US" sz="1400" kern="1200">
              <a:solidFill>
                <a:schemeClr val="tx1"/>
              </a:solidFill>
              <a:latin typeface="DM Sans" pitchFamily="2" charset="77"/>
              <a:ea typeface="+mn-ea"/>
              <a:cs typeface="+mn-cs"/>
            </a:endParaRPr>
          </a:p>
        </p:txBody>
      </p:sp>
      <p:sp>
        <p:nvSpPr>
          <p:cNvPr id="20" name="TextBox 19">
            <a:extLst>
              <a:ext uri="{FF2B5EF4-FFF2-40B4-BE49-F238E27FC236}">
                <a16:creationId xmlns:a16="http://schemas.microsoft.com/office/drawing/2014/main" id="{C57C1EA5-58D7-0F06-4EE4-FCFF57A475B7}"/>
              </a:ext>
            </a:extLst>
          </p:cNvPr>
          <p:cNvSpPr txBox="1"/>
          <p:nvPr userDrawn="1"/>
        </p:nvSpPr>
        <p:spPr>
          <a:xfrm>
            <a:off x="1010986" y="3364373"/>
            <a:ext cx="2099684" cy="954107"/>
          </a:xfrm>
          <a:prstGeom prst="rect">
            <a:avLst/>
          </a:prstGeom>
          <a:noFill/>
        </p:spPr>
        <p:txBody>
          <a:bodyPr wrap="square" rtlCol="0">
            <a:spAutoFit/>
          </a:bodyPr>
          <a:lstStyle/>
          <a:p>
            <a:r>
              <a:rPr lang="en-US" sz="1400">
                <a:latin typeface="DM Sans" pitchFamily="2" charset="77"/>
              </a:rPr>
              <a:t>Look out for any Fire Alarm. Also, please be aware of emergency exits</a:t>
            </a:r>
          </a:p>
        </p:txBody>
      </p:sp>
      <p:sp>
        <p:nvSpPr>
          <p:cNvPr id="21" name="TextBox 20">
            <a:extLst>
              <a:ext uri="{FF2B5EF4-FFF2-40B4-BE49-F238E27FC236}">
                <a16:creationId xmlns:a16="http://schemas.microsoft.com/office/drawing/2014/main" id="{64E79306-65C3-C8AB-2052-76B52F64FBBC}"/>
              </a:ext>
            </a:extLst>
          </p:cNvPr>
          <p:cNvSpPr txBox="1"/>
          <p:nvPr userDrawn="1"/>
        </p:nvSpPr>
        <p:spPr>
          <a:xfrm>
            <a:off x="1010989" y="4847801"/>
            <a:ext cx="1962951" cy="523220"/>
          </a:xfrm>
          <a:prstGeom prst="rect">
            <a:avLst/>
          </a:prstGeom>
          <a:noFill/>
        </p:spPr>
        <p:txBody>
          <a:bodyPr wrap="square" rtlCol="0">
            <a:spAutoFit/>
          </a:bodyPr>
          <a:lstStyle/>
          <a:p>
            <a:r>
              <a:rPr lang="en-US" sz="1400">
                <a:latin typeface="DM Sans" pitchFamily="2" charset="77"/>
              </a:rPr>
              <a:t>Take care of your posture</a:t>
            </a:r>
          </a:p>
        </p:txBody>
      </p:sp>
      <p:pic>
        <p:nvPicPr>
          <p:cNvPr id="22" name="Picture 21">
            <a:extLst>
              <a:ext uri="{FF2B5EF4-FFF2-40B4-BE49-F238E27FC236}">
                <a16:creationId xmlns:a16="http://schemas.microsoft.com/office/drawing/2014/main" id="{67AA1C06-487E-6448-2BE3-E5ABC383A8B0}"/>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333379" y="798341"/>
            <a:ext cx="571607" cy="597721"/>
          </a:xfrm>
          <a:prstGeom prst="rect">
            <a:avLst/>
          </a:prstGeom>
        </p:spPr>
      </p:pic>
      <p:pic>
        <p:nvPicPr>
          <p:cNvPr id="23" name="Picture 22">
            <a:extLst>
              <a:ext uri="{FF2B5EF4-FFF2-40B4-BE49-F238E27FC236}">
                <a16:creationId xmlns:a16="http://schemas.microsoft.com/office/drawing/2014/main" id="{F5FC3FF2-4B21-2487-AB05-5020BE1C4A31}"/>
              </a:ext>
            </a:extLst>
          </p:cNvPr>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a:off x="333380" y="2242965"/>
            <a:ext cx="632833" cy="474624"/>
          </a:xfrm>
          <a:prstGeom prst="rect">
            <a:avLst/>
          </a:prstGeom>
        </p:spPr>
      </p:pic>
      <p:pic>
        <p:nvPicPr>
          <p:cNvPr id="24" name="Picture 23">
            <a:extLst>
              <a:ext uri="{FF2B5EF4-FFF2-40B4-BE49-F238E27FC236}">
                <a16:creationId xmlns:a16="http://schemas.microsoft.com/office/drawing/2014/main" id="{F0246F97-62E3-EA3A-1535-7D1BC2126D95}"/>
              </a:ext>
            </a:extLst>
          </p:cNvPr>
          <p:cNvPicPr>
            <a:picLocks noChangeAspect="1"/>
          </p:cNvPicPr>
          <p:nvPr userDrawn="1"/>
        </p:nvPicPr>
        <p:blipFill>
          <a:blip r:embed="rId9" cstate="email">
            <a:extLst>
              <a:ext uri="{28A0092B-C50C-407E-A947-70E740481C1C}">
                <a14:useLocalDpi xmlns:a14="http://schemas.microsoft.com/office/drawing/2010/main"/>
              </a:ext>
            </a:extLst>
          </a:blip>
          <a:stretch>
            <a:fillRect/>
          </a:stretch>
        </p:blipFill>
        <p:spPr>
          <a:xfrm>
            <a:off x="333376" y="3442225"/>
            <a:ext cx="556757" cy="529019"/>
          </a:xfrm>
          <a:prstGeom prst="rect">
            <a:avLst/>
          </a:prstGeom>
        </p:spPr>
      </p:pic>
      <p:pic>
        <p:nvPicPr>
          <p:cNvPr id="25" name="Picture 24">
            <a:extLst>
              <a:ext uri="{FF2B5EF4-FFF2-40B4-BE49-F238E27FC236}">
                <a16:creationId xmlns:a16="http://schemas.microsoft.com/office/drawing/2014/main" id="{BD74DCDF-8990-3999-5981-DDDC26995296}"/>
              </a:ext>
            </a:extLst>
          </p:cNvPr>
          <p:cNvPicPr>
            <a:picLocks noChangeAspect="1"/>
          </p:cNvPicPr>
          <p:nvPr userDrawn="1"/>
        </p:nvPicPr>
        <p:blipFill>
          <a:blip r:embed="rId10" cstate="email">
            <a:extLst>
              <a:ext uri="{28A0092B-C50C-407E-A947-70E740481C1C}">
                <a14:useLocalDpi xmlns:a14="http://schemas.microsoft.com/office/drawing/2010/main"/>
              </a:ext>
            </a:extLst>
          </a:blip>
          <a:stretch>
            <a:fillRect/>
          </a:stretch>
        </p:blipFill>
        <p:spPr>
          <a:xfrm>
            <a:off x="333376" y="4772717"/>
            <a:ext cx="466507" cy="576395"/>
          </a:xfrm>
          <a:prstGeom prst="rect">
            <a:avLst/>
          </a:prstGeom>
        </p:spPr>
      </p:pic>
      <p:sp>
        <p:nvSpPr>
          <p:cNvPr id="26" name="TextBox 25">
            <a:extLst>
              <a:ext uri="{FF2B5EF4-FFF2-40B4-BE49-F238E27FC236}">
                <a16:creationId xmlns:a16="http://schemas.microsoft.com/office/drawing/2014/main" id="{F24EC50E-913B-C056-A4A7-874FCDA8A9E8}"/>
              </a:ext>
            </a:extLst>
          </p:cNvPr>
          <p:cNvSpPr txBox="1"/>
          <p:nvPr userDrawn="1"/>
        </p:nvSpPr>
        <p:spPr>
          <a:xfrm>
            <a:off x="3613165" y="2042251"/>
            <a:ext cx="3560323" cy="1169551"/>
          </a:xfrm>
          <a:prstGeom prst="rect">
            <a:avLst/>
          </a:prstGeom>
          <a:noFill/>
        </p:spPr>
        <p:txBody>
          <a:bodyPr wrap="square" rtlCol="0">
            <a:spAutoFit/>
          </a:bodyPr>
          <a:lstStyle/>
          <a:p>
            <a:r>
              <a:rPr lang="en-US" sz="1400">
                <a:latin typeface="DM Sans" pitchFamily="2" charset="77"/>
              </a:rPr>
              <a:t>In case you are using a headset, please ensure the volume is such that you can hear fire alarms. </a:t>
            </a:r>
          </a:p>
          <a:p>
            <a:r>
              <a:rPr lang="en-US" sz="1400">
                <a:latin typeface="DM Sans" pitchFamily="2" charset="77"/>
              </a:rPr>
              <a:t>Look out for any Fire Alarm. Please be aware of emergency exits </a:t>
            </a:r>
          </a:p>
        </p:txBody>
      </p:sp>
      <p:sp>
        <p:nvSpPr>
          <p:cNvPr id="27" name="TextBox 26">
            <a:extLst>
              <a:ext uri="{FF2B5EF4-FFF2-40B4-BE49-F238E27FC236}">
                <a16:creationId xmlns:a16="http://schemas.microsoft.com/office/drawing/2014/main" id="{9F56A76F-7EAD-4600-85FC-CFA4CC6F7353}"/>
              </a:ext>
            </a:extLst>
          </p:cNvPr>
          <p:cNvSpPr txBox="1"/>
          <p:nvPr userDrawn="1"/>
        </p:nvSpPr>
        <p:spPr>
          <a:xfrm>
            <a:off x="3613757" y="3982230"/>
            <a:ext cx="2659779" cy="1600438"/>
          </a:xfrm>
          <a:prstGeom prst="rect">
            <a:avLst/>
          </a:prstGeom>
          <a:noFill/>
        </p:spPr>
        <p:txBody>
          <a:bodyPr wrap="square" rtlCol="0">
            <a:spAutoFit/>
          </a:bodyPr>
          <a:lstStyle/>
          <a:p>
            <a:r>
              <a:rPr lang="en-US" sz="1400">
                <a:latin typeface="DM Sans" pitchFamily="2" charset="77"/>
              </a:rPr>
              <a:t>Keep your family members / fellow colleagues informed about where you are working so that they can alert you in case of any emergency. Please be aware of emergency contacts</a:t>
            </a:r>
          </a:p>
        </p:txBody>
      </p:sp>
      <p:pic>
        <p:nvPicPr>
          <p:cNvPr id="28" name="Picture 27">
            <a:extLst>
              <a:ext uri="{FF2B5EF4-FFF2-40B4-BE49-F238E27FC236}">
                <a16:creationId xmlns:a16="http://schemas.microsoft.com/office/drawing/2014/main" id="{FFFD6BBD-9BF4-6A63-415A-600448793787}"/>
              </a:ext>
            </a:extLst>
          </p:cNvPr>
          <p:cNvPicPr>
            <a:picLocks noChangeAspect="1"/>
          </p:cNvPicPr>
          <p:nvPr userDrawn="1"/>
        </p:nvPicPr>
        <p:blipFill>
          <a:blip r:embed="rId11" cstate="email">
            <a:extLst>
              <a:ext uri="{28A0092B-C50C-407E-A947-70E740481C1C}">
                <a14:useLocalDpi xmlns:a14="http://schemas.microsoft.com/office/drawing/2010/main"/>
              </a:ext>
            </a:extLst>
          </a:blip>
          <a:stretch>
            <a:fillRect/>
          </a:stretch>
        </p:blipFill>
        <p:spPr>
          <a:xfrm>
            <a:off x="3703837" y="3419398"/>
            <a:ext cx="762775" cy="513303"/>
          </a:xfrm>
          <a:prstGeom prst="rect">
            <a:avLst/>
          </a:prstGeom>
        </p:spPr>
      </p:pic>
      <p:pic>
        <p:nvPicPr>
          <p:cNvPr id="29" name="Picture 28">
            <a:extLst>
              <a:ext uri="{FF2B5EF4-FFF2-40B4-BE49-F238E27FC236}">
                <a16:creationId xmlns:a16="http://schemas.microsoft.com/office/drawing/2014/main" id="{BCF74664-7562-44B7-9F0A-D197C08E8A7B}"/>
              </a:ext>
            </a:extLst>
          </p:cNvPr>
          <p:cNvPicPr>
            <a:picLocks noChangeAspect="1"/>
          </p:cNvPicPr>
          <p:nvPr userDrawn="1"/>
        </p:nvPicPr>
        <p:blipFill>
          <a:blip r:embed="rId12" cstate="email">
            <a:extLst>
              <a:ext uri="{28A0092B-C50C-407E-A947-70E740481C1C}">
                <a14:useLocalDpi xmlns:a14="http://schemas.microsoft.com/office/drawing/2010/main"/>
              </a:ext>
            </a:extLst>
          </a:blip>
          <a:stretch>
            <a:fillRect/>
          </a:stretch>
        </p:blipFill>
        <p:spPr>
          <a:xfrm>
            <a:off x="3703833" y="1422168"/>
            <a:ext cx="537579" cy="579576"/>
          </a:xfrm>
          <a:prstGeom prst="rect">
            <a:avLst/>
          </a:prstGeom>
        </p:spPr>
      </p:pic>
      <p:cxnSp>
        <p:nvCxnSpPr>
          <p:cNvPr id="30" name="Straight Connector 29">
            <a:extLst>
              <a:ext uri="{FF2B5EF4-FFF2-40B4-BE49-F238E27FC236}">
                <a16:creationId xmlns:a16="http://schemas.microsoft.com/office/drawing/2014/main" id="{E327D824-A240-F8DB-14AA-64690A53FB32}"/>
              </a:ext>
            </a:extLst>
          </p:cNvPr>
          <p:cNvCxnSpPr>
            <a:cxnSpLocks/>
          </p:cNvCxnSpPr>
          <p:nvPr userDrawn="1"/>
        </p:nvCxnSpPr>
        <p:spPr>
          <a:xfrm>
            <a:off x="3211775" y="1579957"/>
            <a:ext cx="0" cy="407897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Picture Placeholder 12">
            <a:extLst>
              <a:ext uri="{FF2B5EF4-FFF2-40B4-BE49-F238E27FC236}">
                <a16:creationId xmlns:a16="http://schemas.microsoft.com/office/drawing/2014/main" id="{EFAC2064-4315-0D59-9185-4835E65F9499}"/>
              </a:ext>
            </a:extLst>
          </p:cNvPr>
          <p:cNvSpPr>
            <a:spLocks noGrp="1"/>
          </p:cNvSpPr>
          <p:nvPr>
            <p:ph type="pic" sz="quarter" idx="15"/>
          </p:nvPr>
        </p:nvSpPr>
        <p:spPr>
          <a:xfrm>
            <a:off x="6136800" y="914404"/>
            <a:ext cx="6055200" cy="4744529"/>
          </a:xfrm>
          <a:custGeom>
            <a:avLst/>
            <a:gdLst>
              <a:gd name="connsiteX0" fmla="*/ 1805307 w 6055200"/>
              <a:gd name="connsiteY0" fmla="*/ 0 h 4744529"/>
              <a:gd name="connsiteX1" fmla="*/ 6055200 w 6055200"/>
              <a:gd name="connsiteY1" fmla="*/ 0 h 4744529"/>
              <a:gd name="connsiteX2" fmla="*/ 6055200 w 6055200"/>
              <a:gd name="connsiteY2" fmla="*/ 4744529 h 4744529"/>
              <a:gd name="connsiteX3" fmla="*/ 0 w 6055200"/>
              <a:gd name="connsiteY3" fmla="*/ 4744529 h 4744529"/>
            </a:gdLst>
            <a:ahLst/>
            <a:cxnLst>
              <a:cxn ang="0">
                <a:pos x="connsiteX0" y="connsiteY0"/>
              </a:cxn>
              <a:cxn ang="0">
                <a:pos x="connsiteX1" y="connsiteY1"/>
              </a:cxn>
              <a:cxn ang="0">
                <a:pos x="connsiteX2" y="connsiteY2"/>
              </a:cxn>
              <a:cxn ang="0">
                <a:pos x="connsiteX3" y="connsiteY3"/>
              </a:cxn>
            </a:cxnLst>
            <a:rect l="l" t="t" r="r" b="b"/>
            <a:pathLst>
              <a:path w="6055200" h="4744529">
                <a:moveTo>
                  <a:pt x="1805307" y="0"/>
                </a:moveTo>
                <a:lnTo>
                  <a:pt x="6055200" y="0"/>
                </a:lnTo>
                <a:lnTo>
                  <a:pt x="6055200" y="4744529"/>
                </a:lnTo>
                <a:lnTo>
                  <a:pt x="0" y="4744529"/>
                </a:lnTo>
                <a:close/>
              </a:path>
            </a:pathLst>
          </a:custGeom>
        </p:spPr>
        <p:txBody>
          <a:bodyPr wrap="square" anchor="ctr">
            <a:noAutofit/>
          </a:bodyPr>
          <a:lstStyle>
            <a:lvl1pPr algn="ctr">
              <a:defRPr>
                <a:solidFill>
                  <a:schemeClr val="bg1"/>
                </a:solidFill>
              </a:defRPr>
            </a:lvl1pPr>
          </a:lstStyle>
          <a:p>
            <a:r>
              <a:rPr lang="en-US"/>
              <a:t>Click icon to add picture</a:t>
            </a:r>
          </a:p>
        </p:txBody>
      </p:sp>
      <p:sp>
        <p:nvSpPr>
          <p:cNvPr id="2" name="hcSlideMaster.Safety PauseHeader" descr="Classification: Internal">
            <a:extLst>
              <a:ext uri="{FF2B5EF4-FFF2-40B4-BE49-F238E27FC236}">
                <a16:creationId xmlns:a16="http://schemas.microsoft.com/office/drawing/2014/main" id="{3651D96F-E442-0BC1-148B-28A7DFDD514D}"/>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048995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435E51-844A-2141-B90B-A70DBBCD4586}"/>
              </a:ext>
            </a:extLst>
          </p:cNvPr>
          <p:cNvGrpSpPr/>
          <p:nvPr userDrawn="1"/>
        </p:nvGrpSpPr>
        <p:grpSpPr>
          <a:xfrm>
            <a:off x="11084202" y="316459"/>
            <a:ext cx="761727" cy="157980"/>
            <a:chOff x="9242701" y="249950"/>
            <a:chExt cx="652960" cy="135423"/>
          </a:xfrm>
        </p:grpSpPr>
        <p:sp>
          <p:nvSpPr>
            <p:cNvPr id="10" name="object 11">
              <a:extLst>
                <a:ext uri="{FF2B5EF4-FFF2-40B4-BE49-F238E27FC236}">
                  <a16:creationId xmlns:a16="http://schemas.microsoft.com/office/drawing/2014/main" id="{81BD2E13-45B4-E949-3723-6356489E16A1}"/>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1" name="object 12">
              <a:extLst>
                <a:ext uri="{FF2B5EF4-FFF2-40B4-BE49-F238E27FC236}">
                  <a16:creationId xmlns:a16="http://schemas.microsoft.com/office/drawing/2014/main" id="{02532EAD-2FFF-920D-34C9-969D37ECDA30}"/>
                </a:ext>
              </a:extLst>
            </p:cNvPr>
            <p:cNvGrpSpPr/>
            <p:nvPr/>
          </p:nvGrpSpPr>
          <p:grpSpPr>
            <a:xfrm>
              <a:off x="9242701" y="249950"/>
              <a:ext cx="202816" cy="135423"/>
              <a:chOff x="18288992" y="494982"/>
              <a:chExt cx="401320" cy="267970"/>
            </a:xfrm>
          </p:grpSpPr>
          <p:sp>
            <p:nvSpPr>
              <p:cNvPr id="12" name="object 13">
                <a:extLst>
                  <a:ext uri="{FF2B5EF4-FFF2-40B4-BE49-F238E27FC236}">
                    <a16:creationId xmlns:a16="http://schemas.microsoft.com/office/drawing/2014/main" id="{6F8402D7-0D12-D996-14EF-78EDB371B7B8}"/>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3" name="object 14">
                <a:extLst>
                  <a:ext uri="{FF2B5EF4-FFF2-40B4-BE49-F238E27FC236}">
                    <a16:creationId xmlns:a16="http://schemas.microsoft.com/office/drawing/2014/main" id="{0DFC7A20-C017-CE95-7FD8-5CE9BF1F254E}"/>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4" name="object 15">
                <a:extLst>
                  <a:ext uri="{FF2B5EF4-FFF2-40B4-BE49-F238E27FC236}">
                    <a16:creationId xmlns:a16="http://schemas.microsoft.com/office/drawing/2014/main" id="{B6CF14D8-ADE7-8B01-6048-FE97A4CFD2BB}"/>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15" name="Picture 14">
            <a:extLst>
              <a:ext uri="{FF2B5EF4-FFF2-40B4-BE49-F238E27FC236}">
                <a16:creationId xmlns:a16="http://schemas.microsoft.com/office/drawing/2014/main" id="{AB2D3BC4-9F86-13CC-15DD-3323E356022C}"/>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16" name="TextBox 15">
            <a:extLst>
              <a:ext uri="{FF2B5EF4-FFF2-40B4-BE49-F238E27FC236}">
                <a16:creationId xmlns:a16="http://schemas.microsoft.com/office/drawing/2014/main" id="{4B743D94-FB0E-9B5A-7614-A06E99D1E621}"/>
              </a:ext>
            </a:extLst>
          </p:cNvPr>
          <p:cNvSpPr txBox="1"/>
          <p:nvPr userDrawn="1"/>
        </p:nvSpPr>
        <p:spPr>
          <a:xfrm>
            <a:off x="437245" y="6373607"/>
            <a:ext cx="6098875" cy="184666"/>
          </a:xfrm>
          <a:prstGeom prst="rect">
            <a:avLst/>
          </a:prstGeom>
          <a:noFill/>
        </p:spPr>
        <p:txBody>
          <a:bodyPr wrap="square">
            <a:spAutoFit/>
          </a:bodyPr>
          <a:lstStyle>
            <a:defPPr>
              <a:defRPr lang="en-US"/>
            </a:defPPr>
            <a:lvl1pPr lvl="0">
              <a:defRPr sz="600" spc="-20" baseline="0">
                <a:solidFill>
                  <a:schemeClr val="tx2"/>
                </a:solidFill>
                <a:effectLst/>
                <a:latin typeface="DM Sans" pitchFamily="2" charset="77"/>
              </a:defRPr>
            </a:lvl1pPr>
          </a:lstStyle>
          <a:p>
            <a:pPr lvl="0"/>
            <a:r>
              <a:rPr lang="en-GB">
                <a:solidFill>
                  <a:srgbClr val="0000B3"/>
                </a:solidFill>
              </a:rPr>
              <a:t>© Copyright 2024 Tata Technologies. All rights reserved. All other trademarks are trademarks of their respective owners.</a:t>
            </a:r>
          </a:p>
        </p:txBody>
      </p:sp>
      <p:pic>
        <p:nvPicPr>
          <p:cNvPr id="17" name="Graphic 16">
            <a:extLst>
              <a:ext uri="{FF2B5EF4-FFF2-40B4-BE49-F238E27FC236}">
                <a16:creationId xmlns:a16="http://schemas.microsoft.com/office/drawing/2014/main" id="{A3E01C9D-0970-8630-CA3F-FCB69E91126C}"/>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1444" y="6413853"/>
            <a:ext cx="2135345" cy="168971"/>
          </a:xfrm>
          <a:prstGeom prst="rect">
            <a:avLst/>
          </a:prstGeom>
        </p:spPr>
      </p:pic>
      <p:sp>
        <p:nvSpPr>
          <p:cNvPr id="20" name="Title 93">
            <a:extLst>
              <a:ext uri="{FF2B5EF4-FFF2-40B4-BE49-F238E27FC236}">
                <a16:creationId xmlns:a16="http://schemas.microsoft.com/office/drawing/2014/main" id="{CC234BA9-2187-E96D-4312-B104D6FF3DCA}"/>
              </a:ext>
            </a:extLst>
          </p:cNvPr>
          <p:cNvSpPr>
            <a:spLocks noGrp="1"/>
          </p:cNvSpPr>
          <p:nvPr>
            <p:ph type="title" hasCustomPrompt="1"/>
          </p:nvPr>
        </p:nvSpPr>
        <p:spPr>
          <a:xfrm>
            <a:off x="233384" y="780079"/>
            <a:ext cx="10515600" cy="445170"/>
          </a:xfrm>
        </p:spPr>
        <p:txBody>
          <a:bodyPr>
            <a:noAutofit/>
          </a:bodyPr>
          <a:lstStyle>
            <a:lvl1pPr marL="0" algn="l" defTabSz="914354" rtl="0" eaLnBrk="1" latinLnBrk="0" hangingPunct="1">
              <a:lnSpc>
                <a:spcPct val="90000"/>
              </a:lnSpc>
              <a:spcBef>
                <a:spcPts val="0"/>
              </a:spcBef>
              <a:buNone/>
              <a:defRPr lang="en-US" sz="2800" b="0" i="0" kern="1200" dirty="0">
                <a:solidFill>
                  <a:srgbClr val="0000B3"/>
                </a:solidFill>
                <a:latin typeface="DM Sans" pitchFamily="2" charset="77"/>
                <a:ea typeface="+mj-ea"/>
                <a:cs typeface="+mj-cs"/>
              </a:defRPr>
            </a:lvl1pPr>
          </a:lstStyle>
          <a:p>
            <a:r>
              <a:rPr lang="en-GB"/>
              <a:t>Contents</a:t>
            </a:r>
            <a:endParaRPr lang="en-US"/>
          </a:p>
        </p:txBody>
      </p:sp>
      <p:sp>
        <p:nvSpPr>
          <p:cNvPr id="2" name="hcSlideMaster123.ContentsHeader" descr="Classification: Internal">
            <a:extLst>
              <a:ext uri="{FF2B5EF4-FFF2-40B4-BE49-F238E27FC236}">
                <a16:creationId xmlns:a16="http://schemas.microsoft.com/office/drawing/2014/main" id="{7B04C798-5AFB-BCF6-E4AB-8EB1B7DD1EE6}"/>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8595997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ocess Flow">
    <p:bg>
      <p:bgRef idx="1001">
        <a:schemeClr val="bg1"/>
      </p:bgRef>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1BFDF4A1-E1E3-C6E2-2349-A1F9AE871579}"/>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600" spc="-20" baseline="0">
                <a:solidFill>
                  <a:schemeClr val="tx2"/>
                </a:solidFill>
                <a:effectLst/>
              </a:defRPr>
            </a:lvl1pPr>
          </a:lstStyle>
          <a:p>
            <a:pPr marL="0" lvl="0" algn="l" defTabSz="914332" rtl="0" eaLnBrk="1" latinLnBrk="0" hangingPunct="1"/>
            <a:r>
              <a:rPr lang="en-GB" sz="600" kern="1200" spc="-20" baseline="0">
                <a:solidFill>
                  <a:schemeClr val="tx2"/>
                </a:solidFill>
                <a:effectLst/>
                <a:latin typeface="DM Sans" pitchFamily="2" charset="77"/>
                <a:ea typeface="+mn-ea"/>
                <a:cs typeface="+mn-cs"/>
              </a:rPr>
              <a:t>© Copyright 2024 Tata Technologies. All rights reserved. All other trademarks are trademarks of their respective owners.</a:t>
            </a:r>
          </a:p>
        </p:txBody>
      </p:sp>
      <p:pic>
        <p:nvPicPr>
          <p:cNvPr id="9" name="Graphic 8">
            <a:extLst>
              <a:ext uri="{FF2B5EF4-FFF2-40B4-BE49-F238E27FC236}">
                <a16:creationId xmlns:a16="http://schemas.microsoft.com/office/drawing/2014/main" id="{5A2D3A26-378A-8068-4E23-1016B207152D}"/>
              </a:ext>
            </a:extLst>
          </p:cNvPr>
          <p:cNvPicPr>
            <a:picLocks noChangeAspect="1"/>
          </p:cNvPicPr>
          <p:nvPr userDrawn="1"/>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701444" y="6413853"/>
            <a:ext cx="2135345" cy="168971"/>
          </a:xfrm>
          <a:prstGeom prst="rect">
            <a:avLst/>
          </a:prstGeom>
        </p:spPr>
      </p:pic>
      <p:grpSp>
        <p:nvGrpSpPr>
          <p:cNvPr id="85" name="Group 84">
            <a:extLst>
              <a:ext uri="{FF2B5EF4-FFF2-40B4-BE49-F238E27FC236}">
                <a16:creationId xmlns:a16="http://schemas.microsoft.com/office/drawing/2014/main" id="{D5CCA2F1-ADF5-0389-BAED-862A398C7E2C}"/>
              </a:ext>
            </a:extLst>
          </p:cNvPr>
          <p:cNvGrpSpPr/>
          <p:nvPr userDrawn="1"/>
        </p:nvGrpSpPr>
        <p:grpSpPr>
          <a:xfrm>
            <a:off x="11084202" y="316459"/>
            <a:ext cx="761727" cy="157980"/>
            <a:chOff x="9242701" y="249950"/>
            <a:chExt cx="652960" cy="135423"/>
          </a:xfrm>
        </p:grpSpPr>
        <p:sp>
          <p:nvSpPr>
            <p:cNvPr id="86" name="object 11">
              <a:extLst>
                <a:ext uri="{FF2B5EF4-FFF2-40B4-BE49-F238E27FC236}">
                  <a16:creationId xmlns:a16="http://schemas.microsoft.com/office/drawing/2014/main" id="{D0E0CF92-49AE-5EE5-A8AA-FBD57B5DF12D}"/>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87" name="object 12">
              <a:extLst>
                <a:ext uri="{FF2B5EF4-FFF2-40B4-BE49-F238E27FC236}">
                  <a16:creationId xmlns:a16="http://schemas.microsoft.com/office/drawing/2014/main" id="{21ECA0A6-E24B-B041-A3B3-588DD4783801}"/>
                </a:ext>
              </a:extLst>
            </p:cNvPr>
            <p:cNvGrpSpPr/>
            <p:nvPr/>
          </p:nvGrpSpPr>
          <p:grpSpPr>
            <a:xfrm>
              <a:off x="9242701" y="249950"/>
              <a:ext cx="202816" cy="135423"/>
              <a:chOff x="18288992" y="494982"/>
              <a:chExt cx="401320" cy="267970"/>
            </a:xfrm>
          </p:grpSpPr>
          <p:sp>
            <p:nvSpPr>
              <p:cNvPr id="88" name="object 13">
                <a:extLst>
                  <a:ext uri="{FF2B5EF4-FFF2-40B4-BE49-F238E27FC236}">
                    <a16:creationId xmlns:a16="http://schemas.microsoft.com/office/drawing/2014/main" id="{059F4E1D-CDAE-D6A8-5702-380B4098774C}"/>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89" name="object 14">
                <a:extLst>
                  <a:ext uri="{FF2B5EF4-FFF2-40B4-BE49-F238E27FC236}">
                    <a16:creationId xmlns:a16="http://schemas.microsoft.com/office/drawing/2014/main" id="{5538B453-1F44-59CE-EADE-5F3ACF7877AF}"/>
                  </a:ext>
                </a:extLst>
              </p:cNvPr>
              <p:cNvPicPr/>
              <p:nvPr/>
            </p:nvPicPr>
            <p:blipFill>
              <a:blip r:embed="rId5"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90" name="object 15">
                <a:extLst>
                  <a:ext uri="{FF2B5EF4-FFF2-40B4-BE49-F238E27FC236}">
                    <a16:creationId xmlns:a16="http://schemas.microsoft.com/office/drawing/2014/main" id="{FC98AD41-CBE0-E0DC-CE47-24B7598EF7BF}"/>
                  </a:ext>
                </a:extLst>
              </p:cNvPr>
              <p:cNvPicPr/>
              <p:nvPr/>
            </p:nvPicPr>
            <p:blipFill>
              <a:blip r:embed="rId6"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91" name="Picture 90">
            <a:extLst>
              <a:ext uri="{FF2B5EF4-FFF2-40B4-BE49-F238E27FC236}">
                <a16:creationId xmlns:a16="http://schemas.microsoft.com/office/drawing/2014/main" id="{B0EDE1E1-31F6-F545-22AF-81C5A9183A8E}"/>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95" name="Title 93">
            <a:extLst>
              <a:ext uri="{FF2B5EF4-FFF2-40B4-BE49-F238E27FC236}">
                <a16:creationId xmlns:a16="http://schemas.microsoft.com/office/drawing/2014/main" id="{7D3D143A-0689-C1AF-FF7F-B724735B1C67}"/>
              </a:ext>
            </a:extLst>
          </p:cNvPr>
          <p:cNvSpPr>
            <a:spLocks noGrp="1"/>
          </p:cNvSpPr>
          <p:nvPr>
            <p:ph type="title" hasCustomPrompt="1"/>
          </p:nvPr>
        </p:nvSpPr>
        <p:spPr>
          <a:xfrm>
            <a:off x="233384" y="780079"/>
            <a:ext cx="10515600" cy="445170"/>
          </a:xfrm>
        </p:spPr>
        <p:txBody>
          <a:bodyPr>
            <a:normAutofit/>
          </a:bodyPr>
          <a:lstStyle>
            <a:lvl1pPr marL="0" algn="l" defTabSz="914354" rtl="0" eaLnBrk="1" latinLnBrk="0" hangingPunct="1">
              <a:lnSpc>
                <a:spcPct val="90000"/>
              </a:lnSpc>
              <a:spcBef>
                <a:spcPts val="0"/>
              </a:spcBef>
              <a:buNone/>
              <a:defRPr lang="en-US" sz="2800" b="0" i="0" kern="1200" dirty="0">
                <a:solidFill>
                  <a:schemeClr val="tx2"/>
                </a:solidFill>
                <a:latin typeface="DM Sans" pitchFamily="2" charset="77"/>
                <a:ea typeface="+mj-ea"/>
                <a:cs typeface="+mj-cs"/>
              </a:defRPr>
            </a:lvl1pPr>
          </a:lstStyle>
          <a:p>
            <a:r>
              <a:rPr lang="en-GB"/>
              <a:t>Process flow</a:t>
            </a:r>
            <a:endParaRPr lang="en-US"/>
          </a:p>
        </p:txBody>
      </p:sp>
      <p:sp>
        <p:nvSpPr>
          <p:cNvPr id="2" name="hcSlideMaster121.Process FlowHeader" descr="Classification: Internal">
            <a:extLst>
              <a:ext uri="{FF2B5EF4-FFF2-40B4-BE49-F238E27FC236}">
                <a16:creationId xmlns:a16="http://schemas.microsoft.com/office/drawing/2014/main" id="{40761851-4B7C-0006-54E5-CEA65DEEE022}"/>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4140911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5543B039-69D0-2FE4-8325-30AD54A65656}"/>
              </a:ext>
            </a:extLst>
          </p:cNvPr>
          <p:cNvGrpSpPr/>
          <p:nvPr userDrawn="1"/>
        </p:nvGrpSpPr>
        <p:grpSpPr>
          <a:xfrm>
            <a:off x="11084202" y="316459"/>
            <a:ext cx="761727" cy="157980"/>
            <a:chOff x="9242701" y="249950"/>
            <a:chExt cx="652960" cy="135423"/>
          </a:xfrm>
        </p:grpSpPr>
        <p:sp>
          <p:nvSpPr>
            <p:cNvPr id="21" name="object 11">
              <a:extLst>
                <a:ext uri="{FF2B5EF4-FFF2-40B4-BE49-F238E27FC236}">
                  <a16:creationId xmlns:a16="http://schemas.microsoft.com/office/drawing/2014/main" id="{BE153C13-7C39-0143-E8B4-E58FE15F2ABF}"/>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2" name="object 12">
              <a:extLst>
                <a:ext uri="{FF2B5EF4-FFF2-40B4-BE49-F238E27FC236}">
                  <a16:creationId xmlns:a16="http://schemas.microsoft.com/office/drawing/2014/main" id="{CAE4AD85-1AC3-CD92-D9D7-DB0815AA0644}"/>
                </a:ext>
              </a:extLst>
            </p:cNvPr>
            <p:cNvGrpSpPr/>
            <p:nvPr/>
          </p:nvGrpSpPr>
          <p:grpSpPr>
            <a:xfrm>
              <a:off x="9242701" y="249950"/>
              <a:ext cx="202816" cy="135423"/>
              <a:chOff x="18288992" y="494982"/>
              <a:chExt cx="401320" cy="267970"/>
            </a:xfrm>
          </p:grpSpPr>
          <p:sp>
            <p:nvSpPr>
              <p:cNvPr id="23" name="object 13">
                <a:extLst>
                  <a:ext uri="{FF2B5EF4-FFF2-40B4-BE49-F238E27FC236}">
                    <a16:creationId xmlns:a16="http://schemas.microsoft.com/office/drawing/2014/main" id="{5FF36A7C-B53C-0583-598B-FC8C3E6A6F9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4" name="object 14">
                <a:extLst>
                  <a:ext uri="{FF2B5EF4-FFF2-40B4-BE49-F238E27FC236}">
                    <a16:creationId xmlns:a16="http://schemas.microsoft.com/office/drawing/2014/main" id="{BC3EDFDA-0133-AE5F-F23E-C69E884815CF}"/>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15">
                <a:extLst>
                  <a:ext uri="{FF2B5EF4-FFF2-40B4-BE49-F238E27FC236}">
                    <a16:creationId xmlns:a16="http://schemas.microsoft.com/office/drawing/2014/main" id="{EA6E9E1C-315D-339C-C783-CD59E6205B16}"/>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 name="TextBox 2">
            <a:extLst>
              <a:ext uri="{FF2B5EF4-FFF2-40B4-BE49-F238E27FC236}">
                <a16:creationId xmlns:a16="http://schemas.microsoft.com/office/drawing/2014/main" id="{8BDDE7DD-8D05-9582-547C-E9A9E833BD53}"/>
              </a:ext>
            </a:extLst>
          </p:cNvPr>
          <p:cNvSpPr txBox="1"/>
          <p:nvPr userDrawn="1"/>
        </p:nvSpPr>
        <p:spPr>
          <a:xfrm>
            <a:off x="437245" y="6373607"/>
            <a:ext cx="6098875" cy="184666"/>
          </a:xfrm>
          <a:prstGeom prst="rect">
            <a:avLst/>
          </a:prstGeom>
          <a:noFill/>
        </p:spPr>
        <p:txBody>
          <a:bodyPr wrap="square">
            <a:spAutoFit/>
          </a:bodyPr>
          <a:lstStyle>
            <a:defPPr>
              <a:defRPr lang="en-US"/>
            </a:defPPr>
            <a:lvl1pPr lvl="0">
              <a:defRPr sz="600" spc="-20" baseline="0">
                <a:solidFill>
                  <a:schemeClr val="tx2"/>
                </a:solidFill>
                <a:effectLst/>
              </a:defRPr>
            </a:lvl1pPr>
          </a:lstStyle>
          <a:p>
            <a:pPr lvl="0"/>
            <a:r>
              <a:rPr lang="en-GB"/>
              <a:t>© Copyright 2024 Tata Technologies. All rights reserved. All other trademarks are trademarks of their respective owners.</a:t>
            </a:r>
          </a:p>
        </p:txBody>
      </p:sp>
      <p:sp>
        <p:nvSpPr>
          <p:cNvPr id="4" name="Slide Number Placeholder 2">
            <a:extLst>
              <a:ext uri="{FF2B5EF4-FFF2-40B4-BE49-F238E27FC236}">
                <a16:creationId xmlns:a16="http://schemas.microsoft.com/office/drawing/2014/main" id="{E361AAAF-7697-6B20-1044-B26A700DB3CC}"/>
              </a:ext>
            </a:extLst>
          </p:cNvPr>
          <p:cNvSpPr>
            <a:spLocks noGrp="1"/>
          </p:cNvSpPr>
          <p:nvPr>
            <p:ph type="sldNum" sz="quarter" idx="10"/>
          </p:nvPr>
        </p:nvSpPr>
        <p:spPr>
          <a:xfrm>
            <a:off x="3" y="6356352"/>
            <a:ext cx="491300" cy="365125"/>
          </a:xfrm>
        </p:spPr>
        <p:txBody>
          <a:bodyPr/>
          <a:lstStyle>
            <a:lvl1pPr>
              <a:defRPr>
                <a:solidFill>
                  <a:schemeClr val="tx1"/>
                </a:solidFill>
              </a:defRPr>
            </a:lvl1pPr>
          </a:lstStyle>
          <a:p>
            <a:fld id="{C4B1DB5C-CBD1-46F1-83D6-F5AA23577CB7}" type="slidenum">
              <a:rPr lang="en-GB" smtClean="0"/>
              <a:pPr/>
              <a:t>‹#›</a:t>
            </a:fld>
            <a:endParaRPr lang="en-GB"/>
          </a:p>
        </p:txBody>
      </p:sp>
      <p:pic>
        <p:nvPicPr>
          <p:cNvPr id="2" name="Graphic 1">
            <a:extLst>
              <a:ext uri="{FF2B5EF4-FFF2-40B4-BE49-F238E27FC236}">
                <a16:creationId xmlns:a16="http://schemas.microsoft.com/office/drawing/2014/main" id="{ACF844E2-7DD3-5EFE-AE5E-81B0CFE5301D}"/>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0982F325-2D02-0411-8AE8-50578E38A926}"/>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6" name="Title Placeholder 21">
            <a:extLst>
              <a:ext uri="{FF2B5EF4-FFF2-40B4-BE49-F238E27FC236}">
                <a16:creationId xmlns:a16="http://schemas.microsoft.com/office/drawing/2014/main" id="{E15264E5-42CA-9E36-C725-56BBDC622F3B}"/>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lvl1pPr algn="l" defTabSz="914332" rtl="0" eaLnBrk="1" latinLnBrk="0" hangingPunct="1">
              <a:lnSpc>
                <a:spcPct val="90000"/>
              </a:lnSpc>
              <a:spcBef>
                <a:spcPts val="0"/>
              </a:spcBef>
              <a:buNone/>
              <a:defRPr lang="en-US" sz="2800" b="0" i="0" kern="1200" dirty="0">
                <a:solidFill>
                  <a:schemeClr val="tx1"/>
                </a:solidFill>
                <a:latin typeface="+mj-lt"/>
                <a:ea typeface="+mj-ea"/>
                <a:cs typeface="+mj-cs"/>
              </a:defRPr>
            </a:lvl1pPr>
          </a:lstStyle>
          <a:p>
            <a:r>
              <a:rPr lang="en-GB"/>
              <a:t>Click to edit Master title</a:t>
            </a:r>
            <a:endParaRPr lang="en-US"/>
          </a:p>
        </p:txBody>
      </p:sp>
      <p:sp>
        <p:nvSpPr>
          <p:cNvPr id="7" name="Text Placeholder 2">
            <a:extLst>
              <a:ext uri="{FF2B5EF4-FFF2-40B4-BE49-F238E27FC236}">
                <a16:creationId xmlns:a16="http://schemas.microsoft.com/office/drawing/2014/main" id="{9C6BC073-828B-7A65-7060-227C228BD757}"/>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hcSlideMaster40.BlankHeader" descr="Classification: Internal">
            <a:extLst>
              <a:ext uri="{FF2B5EF4-FFF2-40B4-BE49-F238E27FC236}">
                <a16:creationId xmlns:a16="http://schemas.microsoft.com/office/drawing/2014/main" id="{EA3E660C-92E6-4587-F54D-EF6695EB2838}"/>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644553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blue">
    <p:bg>
      <p:bgPr>
        <a:solidFill>
          <a:schemeClr val="tx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D30AD43-9C2E-9B38-4EF9-038EABEF0BF4}"/>
              </a:ext>
            </a:extLst>
          </p:cNvPr>
          <p:cNvGrpSpPr/>
          <p:nvPr userDrawn="1"/>
        </p:nvGrpSpPr>
        <p:grpSpPr>
          <a:xfrm>
            <a:off x="11084200" y="316628"/>
            <a:ext cx="761725" cy="157981"/>
            <a:chOff x="9242701" y="249950"/>
            <a:chExt cx="652960" cy="135423"/>
          </a:xfrm>
        </p:grpSpPr>
        <p:sp>
          <p:nvSpPr>
            <p:cNvPr id="9" name="object 6">
              <a:extLst>
                <a:ext uri="{FF2B5EF4-FFF2-40B4-BE49-F238E27FC236}">
                  <a16:creationId xmlns:a16="http://schemas.microsoft.com/office/drawing/2014/main" id="{3C5E59C3-A8CA-C14E-9808-EB7D8818D781}"/>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0" name="object 7">
              <a:extLst>
                <a:ext uri="{FF2B5EF4-FFF2-40B4-BE49-F238E27FC236}">
                  <a16:creationId xmlns:a16="http://schemas.microsoft.com/office/drawing/2014/main" id="{BF193E5A-AE8E-CA58-DCD1-41E0C76CCC9A}"/>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1" name="object 8">
              <a:extLst>
                <a:ext uri="{FF2B5EF4-FFF2-40B4-BE49-F238E27FC236}">
                  <a16:creationId xmlns:a16="http://schemas.microsoft.com/office/drawing/2014/main" id="{91EB92DB-A6B5-922D-37A6-DB0EB2E23F01}"/>
                </a:ext>
              </a:extLst>
            </p:cNvPr>
            <p:cNvGrpSpPr/>
            <p:nvPr/>
          </p:nvGrpSpPr>
          <p:grpSpPr>
            <a:xfrm>
              <a:off x="9242701" y="249950"/>
              <a:ext cx="202816" cy="135423"/>
              <a:chOff x="18288992" y="494982"/>
              <a:chExt cx="401320" cy="267970"/>
            </a:xfrm>
          </p:grpSpPr>
          <p:sp>
            <p:nvSpPr>
              <p:cNvPr id="17" name="object 9">
                <a:extLst>
                  <a:ext uri="{FF2B5EF4-FFF2-40B4-BE49-F238E27FC236}">
                    <a16:creationId xmlns:a16="http://schemas.microsoft.com/office/drawing/2014/main" id="{7EC74A92-B131-4B60-C82C-053C71ADC79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8" name="object 10">
                <a:extLst>
                  <a:ext uri="{FF2B5EF4-FFF2-40B4-BE49-F238E27FC236}">
                    <a16:creationId xmlns:a16="http://schemas.microsoft.com/office/drawing/2014/main" id="{CDF89E1F-0023-9515-BA64-C6E3069073BB}"/>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1">
                <a:extLst>
                  <a:ext uri="{FF2B5EF4-FFF2-40B4-BE49-F238E27FC236}">
                    <a16:creationId xmlns:a16="http://schemas.microsoft.com/office/drawing/2014/main" id="{C1C90675-0D4C-713B-E2D8-90402BF66DA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2" name="object 22">
              <a:extLst>
                <a:ext uri="{FF2B5EF4-FFF2-40B4-BE49-F238E27FC236}">
                  <a16:creationId xmlns:a16="http://schemas.microsoft.com/office/drawing/2014/main" id="{A7BF0FC5-516C-5F05-69E9-553792A748B7}"/>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13" name="object 23">
              <a:extLst>
                <a:ext uri="{FF2B5EF4-FFF2-40B4-BE49-F238E27FC236}">
                  <a16:creationId xmlns:a16="http://schemas.microsoft.com/office/drawing/2014/main" id="{2467B862-C5DC-3DA1-5928-409722F0AF16}"/>
                </a:ext>
              </a:extLst>
            </p:cNvPr>
            <p:cNvGrpSpPr/>
            <p:nvPr/>
          </p:nvGrpSpPr>
          <p:grpSpPr>
            <a:xfrm>
              <a:off x="9242701" y="249950"/>
              <a:ext cx="202816" cy="135423"/>
              <a:chOff x="18288992" y="494982"/>
              <a:chExt cx="401320" cy="267970"/>
            </a:xfrm>
          </p:grpSpPr>
          <p:sp>
            <p:nvSpPr>
              <p:cNvPr id="14" name="object 24">
                <a:extLst>
                  <a:ext uri="{FF2B5EF4-FFF2-40B4-BE49-F238E27FC236}">
                    <a16:creationId xmlns:a16="http://schemas.microsoft.com/office/drawing/2014/main" id="{FAA55E6C-4A99-2A35-A93E-7D7FB6AD70D3}"/>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5" name="object 25">
                <a:extLst>
                  <a:ext uri="{FF2B5EF4-FFF2-40B4-BE49-F238E27FC236}">
                    <a16:creationId xmlns:a16="http://schemas.microsoft.com/office/drawing/2014/main" id="{6AC2C530-E103-81C3-7066-0BE25AD312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6" name="object 26">
                <a:extLst>
                  <a:ext uri="{FF2B5EF4-FFF2-40B4-BE49-F238E27FC236}">
                    <a16:creationId xmlns:a16="http://schemas.microsoft.com/office/drawing/2014/main" id="{A0A9B4D5-A213-FAC5-6246-D06734809CA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4" name="TextBox 3">
            <a:extLst>
              <a:ext uri="{FF2B5EF4-FFF2-40B4-BE49-F238E27FC236}">
                <a16:creationId xmlns:a16="http://schemas.microsoft.com/office/drawing/2014/main" id="{E696180B-0ED5-1053-C40B-70DC2018862F}"/>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24" name="Slide Number Placeholder 2">
            <a:extLst>
              <a:ext uri="{FF2B5EF4-FFF2-40B4-BE49-F238E27FC236}">
                <a16:creationId xmlns:a16="http://schemas.microsoft.com/office/drawing/2014/main" id="{FD5FE8AB-FF44-D068-BF84-BC232F196235}"/>
              </a:ext>
            </a:extLst>
          </p:cNvPr>
          <p:cNvSpPr>
            <a:spLocks noGrp="1"/>
          </p:cNvSpPr>
          <p:nvPr>
            <p:ph type="sldNum" sz="quarter" idx="10"/>
          </p:nvPr>
        </p:nvSpPr>
        <p:spPr>
          <a:xfrm>
            <a:off x="3" y="6356352"/>
            <a:ext cx="491300" cy="365125"/>
          </a:xfrm>
        </p:spPr>
        <p:txBody>
          <a:bodyPr/>
          <a:lstStyle>
            <a:lvl1pPr>
              <a:defRPr>
                <a:solidFill>
                  <a:schemeClr val="bg1"/>
                </a:solidFill>
              </a:defRPr>
            </a:lvl1pPr>
          </a:lstStyle>
          <a:p>
            <a:fld id="{C4B1DB5C-CBD1-46F1-83D6-F5AA23577CB7}" type="slidenum">
              <a:rPr lang="en-GB" smtClean="0"/>
              <a:pPr/>
              <a:t>‹#›</a:t>
            </a:fld>
            <a:endParaRPr lang="en-GB"/>
          </a:p>
        </p:txBody>
      </p:sp>
      <p:pic>
        <p:nvPicPr>
          <p:cNvPr id="3" name="Picture 2">
            <a:extLst>
              <a:ext uri="{FF2B5EF4-FFF2-40B4-BE49-F238E27FC236}">
                <a16:creationId xmlns:a16="http://schemas.microsoft.com/office/drawing/2014/main" id="{9C372AAB-4B75-2F25-BC32-9F4A7112CF8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914BDECA-09B2-0BFC-42C2-308F528457C4}"/>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2" name="Title Placeholder 21">
            <a:extLst>
              <a:ext uri="{FF2B5EF4-FFF2-40B4-BE49-F238E27FC236}">
                <a16:creationId xmlns:a16="http://schemas.microsoft.com/office/drawing/2014/main" id="{71AB19D1-BC5F-3C4B-EDD2-BC8539BC0C0E}"/>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lvl1pPr>
              <a:defRPr>
                <a:solidFill>
                  <a:srgbClr val="5EEC6F"/>
                </a:solidFill>
              </a:defRPr>
            </a:lvl1pPr>
          </a:lstStyle>
          <a:p>
            <a:r>
              <a:rPr lang="en-GB"/>
              <a:t>Click to edit Master title</a:t>
            </a:r>
            <a:endParaRPr lang="en-US"/>
          </a:p>
        </p:txBody>
      </p:sp>
      <p:sp>
        <p:nvSpPr>
          <p:cNvPr id="6" name="Text Placeholder 2">
            <a:extLst>
              <a:ext uri="{FF2B5EF4-FFF2-40B4-BE49-F238E27FC236}">
                <a16:creationId xmlns:a16="http://schemas.microsoft.com/office/drawing/2014/main" id="{09B4D5BA-54B7-AC73-A1BC-4825B5D0E8F6}"/>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hcSlideMaster40.Blank blueHeader" descr="Classification: Internal">
            <a:extLst>
              <a:ext uri="{FF2B5EF4-FFF2-40B4-BE49-F238E27FC236}">
                <a16:creationId xmlns:a16="http://schemas.microsoft.com/office/drawing/2014/main" id="{B8B7FADC-D868-6206-8F62-C4FAF660F2FA}"/>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632776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blue 1">
    <p:bg>
      <p:bgPr>
        <a:solidFill>
          <a:schemeClr val="tx2"/>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73B6076B-D9C5-8F0E-BCDD-D843DDA94745}"/>
              </a:ext>
            </a:extLst>
          </p:cNvPr>
          <p:cNvSpPr>
            <a:spLocks noGrp="1"/>
          </p:cNvSpPr>
          <p:nvPr>
            <p:ph type="pic" sz="quarter" idx="15"/>
          </p:nvPr>
        </p:nvSpPr>
        <p:spPr>
          <a:xfrm>
            <a:off x="5934269" y="816888"/>
            <a:ext cx="6257731" cy="5177041"/>
          </a:xfrm>
          <a:custGeom>
            <a:avLst/>
            <a:gdLst>
              <a:gd name="connsiteX0" fmla="*/ 1805307 w 6055200"/>
              <a:gd name="connsiteY0" fmla="*/ 0 h 4744529"/>
              <a:gd name="connsiteX1" fmla="*/ 6055200 w 6055200"/>
              <a:gd name="connsiteY1" fmla="*/ 0 h 4744529"/>
              <a:gd name="connsiteX2" fmla="*/ 6055200 w 6055200"/>
              <a:gd name="connsiteY2" fmla="*/ 4744529 h 4744529"/>
              <a:gd name="connsiteX3" fmla="*/ 0 w 6055200"/>
              <a:gd name="connsiteY3" fmla="*/ 4744529 h 4744529"/>
            </a:gdLst>
            <a:ahLst/>
            <a:cxnLst>
              <a:cxn ang="0">
                <a:pos x="connsiteX0" y="connsiteY0"/>
              </a:cxn>
              <a:cxn ang="0">
                <a:pos x="connsiteX1" y="connsiteY1"/>
              </a:cxn>
              <a:cxn ang="0">
                <a:pos x="connsiteX2" y="connsiteY2"/>
              </a:cxn>
              <a:cxn ang="0">
                <a:pos x="connsiteX3" y="connsiteY3"/>
              </a:cxn>
            </a:cxnLst>
            <a:rect l="l" t="t" r="r" b="b"/>
            <a:pathLst>
              <a:path w="6055200" h="4744529">
                <a:moveTo>
                  <a:pt x="1805307" y="0"/>
                </a:moveTo>
                <a:lnTo>
                  <a:pt x="6055200" y="0"/>
                </a:lnTo>
                <a:lnTo>
                  <a:pt x="6055200" y="4744529"/>
                </a:lnTo>
                <a:lnTo>
                  <a:pt x="0" y="4744529"/>
                </a:lnTo>
                <a:close/>
              </a:path>
            </a:pathLst>
          </a:custGeom>
        </p:spPr>
        <p:txBody>
          <a:bodyPr wrap="square" anchor="ctr">
            <a:noAutofit/>
          </a:bodyPr>
          <a:lstStyle>
            <a:lvl1pPr algn="ctr">
              <a:defRPr>
                <a:solidFill>
                  <a:schemeClr val="bg1"/>
                </a:solidFill>
              </a:defRPr>
            </a:lvl1pPr>
          </a:lstStyle>
          <a:p>
            <a:endParaRPr lang="en-US"/>
          </a:p>
        </p:txBody>
      </p:sp>
      <p:grpSp>
        <p:nvGrpSpPr>
          <p:cNvPr id="17" name="Group 16">
            <a:extLst>
              <a:ext uri="{FF2B5EF4-FFF2-40B4-BE49-F238E27FC236}">
                <a16:creationId xmlns:a16="http://schemas.microsoft.com/office/drawing/2014/main" id="{6824FB13-A710-3604-1DFA-7EB16A1599DD}"/>
              </a:ext>
            </a:extLst>
          </p:cNvPr>
          <p:cNvGrpSpPr/>
          <p:nvPr userDrawn="1"/>
        </p:nvGrpSpPr>
        <p:grpSpPr>
          <a:xfrm>
            <a:off x="11084200" y="316628"/>
            <a:ext cx="761725" cy="157981"/>
            <a:chOff x="9242701" y="249950"/>
            <a:chExt cx="652960" cy="135423"/>
          </a:xfrm>
        </p:grpSpPr>
        <p:sp>
          <p:nvSpPr>
            <p:cNvPr id="18" name="object 6">
              <a:extLst>
                <a:ext uri="{FF2B5EF4-FFF2-40B4-BE49-F238E27FC236}">
                  <a16:creationId xmlns:a16="http://schemas.microsoft.com/office/drawing/2014/main" id="{B25B4BF6-52E5-389C-804A-F07AE19AC3A0}"/>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9" name="object 7">
              <a:extLst>
                <a:ext uri="{FF2B5EF4-FFF2-40B4-BE49-F238E27FC236}">
                  <a16:creationId xmlns:a16="http://schemas.microsoft.com/office/drawing/2014/main" id="{461B9713-8B60-111C-CC58-694680C56E5C}"/>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20" name="object 8">
              <a:extLst>
                <a:ext uri="{FF2B5EF4-FFF2-40B4-BE49-F238E27FC236}">
                  <a16:creationId xmlns:a16="http://schemas.microsoft.com/office/drawing/2014/main" id="{AEF4C171-5B2C-20F6-F682-059D5043D14D}"/>
                </a:ext>
              </a:extLst>
            </p:cNvPr>
            <p:cNvGrpSpPr/>
            <p:nvPr/>
          </p:nvGrpSpPr>
          <p:grpSpPr>
            <a:xfrm>
              <a:off x="9242701" y="249950"/>
              <a:ext cx="202816" cy="135423"/>
              <a:chOff x="18288992" y="494982"/>
              <a:chExt cx="401320" cy="267970"/>
            </a:xfrm>
          </p:grpSpPr>
          <p:sp>
            <p:nvSpPr>
              <p:cNvPr id="26" name="object 9">
                <a:extLst>
                  <a:ext uri="{FF2B5EF4-FFF2-40B4-BE49-F238E27FC236}">
                    <a16:creationId xmlns:a16="http://schemas.microsoft.com/office/drawing/2014/main" id="{4DBBD0F8-636E-924E-251F-1E750B7D6ECA}"/>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7" name="object 10">
                <a:extLst>
                  <a:ext uri="{FF2B5EF4-FFF2-40B4-BE49-F238E27FC236}">
                    <a16:creationId xmlns:a16="http://schemas.microsoft.com/office/drawing/2014/main" id="{32FE21A8-0292-E992-68A7-D493E81C6FA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9" name="object 11">
                <a:extLst>
                  <a:ext uri="{FF2B5EF4-FFF2-40B4-BE49-F238E27FC236}">
                    <a16:creationId xmlns:a16="http://schemas.microsoft.com/office/drawing/2014/main" id="{A8F8113F-F527-DF24-6F62-275E5BECDA8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21" name="object 22">
              <a:extLst>
                <a:ext uri="{FF2B5EF4-FFF2-40B4-BE49-F238E27FC236}">
                  <a16:creationId xmlns:a16="http://schemas.microsoft.com/office/drawing/2014/main" id="{A3EB1A4C-0B99-1909-6DBD-1BE3C0FDE59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2" name="object 23">
              <a:extLst>
                <a:ext uri="{FF2B5EF4-FFF2-40B4-BE49-F238E27FC236}">
                  <a16:creationId xmlns:a16="http://schemas.microsoft.com/office/drawing/2014/main" id="{DF528001-5EB3-DE52-0785-82DFA8E56541}"/>
                </a:ext>
              </a:extLst>
            </p:cNvPr>
            <p:cNvGrpSpPr/>
            <p:nvPr/>
          </p:nvGrpSpPr>
          <p:grpSpPr>
            <a:xfrm>
              <a:off x="9242701" y="249950"/>
              <a:ext cx="202816" cy="135423"/>
              <a:chOff x="18288992" y="494982"/>
              <a:chExt cx="401320" cy="267970"/>
            </a:xfrm>
          </p:grpSpPr>
          <p:sp>
            <p:nvSpPr>
              <p:cNvPr id="23" name="object 24">
                <a:extLst>
                  <a:ext uri="{FF2B5EF4-FFF2-40B4-BE49-F238E27FC236}">
                    <a16:creationId xmlns:a16="http://schemas.microsoft.com/office/drawing/2014/main" id="{B43A1203-EFD0-52EB-E965-58B41339FDC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4" name="object 25">
                <a:extLst>
                  <a:ext uri="{FF2B5EF4-FFF2-40B4-BE49-F238E27FC236}">
                    <a16:creationId xmlns:a16="http://schemas.microsoft.com/office/drawing/2014/main" id="{EA8187B0-9D47-5A92-0663-7EAD561F4B2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26">
                <a:extLst>
                  <a:ext uri="{FF2B5EF4-FFF2-40B4-BE49-F238E27FC236}">
                    <a16:creationId xmlns:a16="http://schemas.microsoft.com/office/drawing/2014/main" id="{BF92E0E9-0288-3B16-4BCF-DD834E56811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6" name="TextBox 35">
            <a:extLst>
              <a:ext uri="{FF2B5EF4-FFF2-40B4-BE49-F238E27FC236}">
                <a16:creationId xmlns:a16="http://schemas.microsoft.com/office/drawing/2014/main" id="{00439E84-97CE-7951-71AF-552278CECA61}"/>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4" name="Title 1">
            <a:extLst>
              <a:ext uri="{FF2B5EF4-FFF2-40B4-BE49-F238E27FC236}">
                <a16:creationId xmlns:a16="http://schemas.microsoft.com/office/drawing/2014/main" id="{BAEC7D47-3DF7-1D30-C3A9-A47CD4A0228E}"/>
              </a:ext>
            </a:extLst>
          </p:cNvPr>
          <p:cNvSpPr>
            <a:spLocks noGrp="1"/>
          </p:cNvSpPr>
          <p:nvPr>
            <p:ph type="title" hasCustomPrompt="1"/>
          </p:nvPr>
        </p:nvSpPr>
        <p:spPr>
          <a:xfrm>
            <a:off x="245655" y="2600329"/>
            <a:ext cx="5223495" cy="1317583"/>
          </a:xfrm>
          <a:prstGeom prst="rect">
            <a:avLst/>
          </a:prstGeom>
        </p:spPr>
        <p:txBody>
          <a:bodyPr/>
          <a:lstStyle>
            <a:lvl1pPr algn="l" defTabSz="914332" rtl="0" eaLnBrk="1" latinLnBrk="0" hangingPunct="1">
              <a:lnSpc>
                <a:spcPct val="90000"/>
              </a:lnSpc>
              <a:spcBef>
                <a:spcPct val="0"/>
              </a:spcBef>
              <a:buNone/>
              <a:defRPr lang="en-US" sz="3600" b="0" i="0" kern="1200" dirty="0">
                <a:solidFill>
                  <a:srgbClr val="5EEC6F"/>
                </a:solidFill>
                <a:latin typeface="+mj-lt"/>
                <a:ea typeface="+mj-ea"/>
                <a:cs typeface="+mj-cs"/>
              </a:defRPr>
            </a:lvl1pPr>
          </a:lstStyle>
          <a:p>
            <a:r>
              <a:rPr lang="en-GB"/>
              <a:t>Click to edit title</a:t>
            </a:r>
            <a:endParaRPr lang="en-US"/>
          </a:p>
        </p:txBody>
      </p:sp>
      <p:grpSp>
        <p:nvGrpSpPr>
          <p:cNvPr id="38" name="object 12">
            <a:extLst>
              <a:ext uri="{FF2B5EF4-FFF2-40B4-BE49-F238E27FC236}">
                <a16:creationId xmlns:a16="http://schemas.microsoft.com/office/drawing/2014/main" id="{4220A984-EF30-6E1A-F8E2-7C62137C70C0}"/>
              </a:ext>
            </a:extLst>
          </p:cNvPr>
          <p:cNvGrpSpPr/>
          <p:nvPr userDrawn="1"/>
        </p:nvGrpSpPr>
        <p:grpSpPr>
          <a:xfrm>
            <a:off x="349429" y="1267022"/>
            <a:ext cx="666571" cy="837025"/>
            <a:chOff x="520782" y="2111749"/>
            <a:chExt cx="1109980" cy="1393825"/>
          </a:xfrm>
        </p:grpSpPr>
        <p:sp>
          <p:nvSpPr>
            <p:cNvPr id="39" name="object 13">
              <a:extLst>
                <a:ext uri="{FF2B5EF4-FFF2-40B4-BE49-F238E27FC236}">
                  <a16:creationId xmlns:a16="http://schemas.microsoft.com/office/drawing/2014/main" id="{9EAF4BC3-EFAF-5E08-D630-5F8FF8953398}"/>
                </a:ext>
              </a:extLst>
            </p:cNvPr>
            <p:cNvSpPr/>
            <p:nvPr/>
          </p:nvSpPr>
          <p:spPr>
            <a:xfrm>
              <a:off x="795950" y="2116984"/>
              <a:ext cx="528320" cy="1383665"/>
            </a:xfrm>
            <a:custGeom>
              <a:avLst/>
              <a:gdLst/>
              <a:ahLst/>
              <a:cxnLst/>
              <a:rect l="l" t="t" r="r" b="b"/>
              <a:pathLst>
                <a:path w="528319" h="1383664">
                  <a:moveTo>
                    <a:pt x="527711" y="0"/>
                  </a:moveTo>
                  <a:lnTo>
                    <a:pt x="0" y="1383099"/>
                  </a:lnTo>
                </a:path>
              </a:pathLst>
            </a:custGeom>
            <a:ln w="10470">
              <a:solidFill>
                <a:srgbClr val="FFFFFF"/>
              </a:solidFill>
            </a:ln>
          </p:spPr>
          <p:txBody>
            <a:bodyPr wrap="square" lIns="0" tIns="0" rIns="0" bIns="0" rtlCol="0"/>
            <a:lstStyle/>
            <a:p>
              <a:endParaRPr sz="1351"/>
            </a:p>
          </p:txBody>
        </p:sp>
        <p:sp>
          <p:nvSpPr>
            <p:cNvPr id="40" name="object 14">
              <a:extLst>
                <a:ext uri="{FF2B5EF4-FFF2-40B4-BE49-F238E27FC236}">
                  <a16:creationId xmlns:a16="http://schemas.microsoft.com/office/drawing/2014/main" id="{596942C6-08D6-015B-2394-0C8DA250B3B0}"/>
                </a:ext>
              </a:extLst>
            </p:cNvPr>
            <p:cNvSpPr/>
            <p:nvPr/>
          </p:nvSpPr>
          <p:spPr>
            <a:xfrm>
              <a:off x="871409" y="2116990"/>
              <a:ext cx="528320" cy="1383665"/>
            </a:xfrm>
            <a:custGeom>
              <a:avLst/>
              <a:gdLst/>
              <a:ahLst/>
              <a:cxnLst/>
              <a:rect l="l" t="t" r="r" b="b"/>
              <a:pathLst>
                <a:path w="528319" h="1383664">
                  <a:moveTo>
                    <a:pt x="527711" y="0"/>
                  </a:moveTo>
                  <a:lnTo>
                    <a:pt x="0" y="1383099"/>
                  </a:lnTo>
                </a:path>
              </a:pathLst>
            </a:custGeom>
            <a:ln w="10470">
              <a:solidFill>
                <a:srgbClr val="A0CD8D"/>
              </a:solidFill>
            </a:ln>
          </p:spPr>
          <p:txBody>
            <a:bodyPr wrap="square" lIns="0" tIns="0" rIns="0" bIns="0" rtlCol="0"/>
            <a:lstStyle/>
            <a:p>
              <a:endParaRPr sz="1351"/>
            </a:p>
          </p:txBody>
        </p:sp>
        <p:sp>
          <p:nvSpPr>
            <p:cNvPr id="41" name="object 15">
              <a:extLst>
                <a:ext uri="{FF2B5EF4-FFF2-40B4-BE49-F238E27FC236}">
                  <a16:creationId xmlns:a16="http://schemas.microsoft.com/office/drawing/2014/main" id="{667A3EC8-FC2A-A94F-60FB-663727C43D62}"/>
                </a:ext>
              </a:extLst>
            </p:cNvPr>
            <p:cNvSpPr/>
            <p:nvPr/>
          </p:nvSpPr>
          <p:spPr>
            <a:xfrm>
              <a:off x="946868" y="2116993"/>
              <a:ext cx="678815" cy="1383665"/>
            </a:xfrm>
            <a:custGeom>
              <a:avLst/>
              <a:gdLst/>
              <a:ahLst/>
              <a:cxnLst/>
              <a:rect l="l" t="t" r="r" b="b"/>
              <a:pathLst>
                <a:path w="678814" h="1383664">
                  <a:moveTo>
                    <a:pt x="528559" y="0"/>
                  </a:moveTo>
                  <a:lnTo>
                    <a:pt x="0" y="1383088"/>
                  </a:lnTo>
                </a:path>
                <a:path w="678814" h="1383664">
                  <a:moveTo>
                    <a:pt x="528559" y="0"/>
                  </a:moveTo>
                  <a:lnTo>
                    <a:pt x="0" y="1383088"/>
                  </a:lnTo>
                </a:path>
                <a:path w="678814" h="1383664">
                  <a:moveTo>
                    <a:pt x="678639" y="0"/>
                  </a:moveTo>
                  <a:lnTo>
                    <a:pt x="150079" y="1383088"/>
                  </a:lnTo>
                </a:path>
              </a:pathLst>
            </a:custGeom>
            <a:ln w="10470">
              <a:solidFill>
                <a:srgbClr val="FFFFFF"/>
              </a:solidFill>
            </a:ln>
          </p:spPr>
          <p:txBody>
            <a:bodyPr wrap="square" lIns="0" tIns="0" rIns="0" bIns="0" rtlCol="0"/>
            <a:lstStyle/>
            <a:p>
              <a:endParaRPr sz="1351"/>
            </a:p>
          </p:txBody>
        </p:sp>
        <p:sp>
          <p:nvSpPr>
            <p:cNvPr id="42" name="object 16">
              <a:extLst>
                <a:ext uri="{FF2B5EF4-FFF2-40B4-BE49-F238E27FC236}">
                  <a16:creationId xmlns:a16="http://schemas.microsoft.com/office/drawing/2014/main" id="{6F602140-C002-0FC7-AE32-35E2530D1D49}"/>
                </a:ext>
              </a:extLst>
            </p:cNvPr>
            <p:cNvSpPr/>
            <p:nvPr/>
          </p:nvSpPr>
          <p:spPr>
            <a:xfrm>
              <a:off x="1022332" y="2116990"/>
              <a:ext cx="528320" cy="1383665"/>
            </a:xfrm>
            <a:custGeom>
              <a:avLst/>
              <a:gdLst/>
              <a:ahLst/>
              <a:cxnLst/>
              <a:rect l="l" t="t" r="r" b="b"/>
              <a:pathLst>
                <a:path w="528319" h="1383664">
                  <a:moveTo>
                    <a:pt x="527711" y="0"/>
                  </a:moveTo>
                  <a:lnTo>
                    <a:pt x="0" y="1383099"/>
                  </a:lnTo>
                </a:path>
              </a:pathLst>
            </a:custGeom>
            <a:ln w="10470">
              <a:solidFill>
                <a:srgbClr val="A0CD8D"/>
              </a:solidFill>
            </a:ln>
          </p:spPr>
          <p:txBody>
            <a:bodyPr wrap="square" lIns="0" tIns="0" rIns="0" bIns="0" rtlCol="0"/>
            <a:lstStyle/>
            <a:p>
              <a:endParaRPr sz="1351"/>
            </a:p>
          </p:txBody>
        </p:sp>
        <p:sp>
          <p:nvSpPr>
            <p:cNvPr id="43" name="object 17">
              <a:extLst>
                <a:ext uri="{FF2B5EF4-FFF2-40B4-BE49-F238E27FC236}">
                  <a16:creationId xmlns:a16="http://schemas.microsoft.com/office/drawing/2014/main" id="{3F0BA598-09D3-86CB-F3B5-7E314A525820}"/>
                </a:ext>
              </a:extLst>
            </p:cNvPr>
            <p:cNvSpPr/>
            <p:nvPr/>
          </p:nvSpPr>
          <p:spPr>
            <a:xfrm>
              <a:off x="526017" y="2299488"/>
              <a:ext cx="730250" cy="1044575"/>
            </a:xfrm>
            <a:custGeom>
              <a:avLst/>
              <a:gdLst/>
              <a:ahLst/>
              <a:cxnLst/>
              <a:rect l="l" t="t" r="r" b="b"/>
              <a:pathLst>
                <a:path w="730250" h="1044575">
                  <a:moveTo>
                    <a:pt x="372407" y="923678"/>
                  </a:moveTo>
                  <a:lnTo>
                    <a:pt x="268630" y="923678"/>
                  </a:lnTo>
                  <a:lnTo>
                    <a:pt x="268630" y="1044355"/>
                  </a:lnTo>
                  <a:lnTo>
                    <a:pt x="6575" y="1044355"/>
                  </a:lnTo>
                  <a:lnTo>
                    <a:pt x="6575" y="429117"/>
                  </a:lnTo>
                  <a:lnTo>
                    <a:pt x="201145" y="310262"/>
                  </a:lnTo>
                  <a:lnTo>
                    <a:pt x="320555" y="0"/>
                  </a:lnTo>
                  <a:lnTo>
                    <a:pt x="729988" y="0"/>
                  </a:lnTo>
                </a:path>
                <a:path w="730250" h="1044575">
                  <a:moveTo>
                    <a:pt x="268630" y="923689"/>
                  </a:moveTo>
                  <a:lnTo>
                    <a:pt x="0" y="779913"/>
                  </a:lnTo>
                </a:path>
                <a:path w="730250" h="1044575">
                  <a:moveTo>
                    <a:pt x="201145" y="310807"/>
                  </a:moveTo>
                  <a:lnTo>
                    <a:pt x="610368" y="310807"/>
                  </a:lnTo>
                </a:path>
                <a:path w="730250" h="1044575">
                  <a:moveTo>
                    <a:pt x="201177" y="310587"/>
                  </a:moveTo>
                  <a:lnTo>
                    <a:pt x="168089" y="224631"/>
                  </a:lnTo>
                  <a:lnTo>
                    <a:pt x="49370" y="224631"/>
                  </a:lnTo>
                  <a:lnTo>
                    <a:pt x="49370" y="310838"/>
                  </a:lnTo>
                  <a:lnTo>
                    <a:pt x="201177" y="310838"/>
                  </a:lnTo>
                </a:path>
                <a:path w="730250" h="1044575">
                  <a:moveTo>
                    <a:pt x="558621" y="444834"/>
                  </a:moveTo>
                  <a:lnTo>
                    <a:pt x="357036" y="445567"/>
                  </a:lnTo>
                  <a:lnTo>
                    <a:pt x="457766" y="707287"/>
                  </a:lnTo>
                </a:path>
              </a:pathLst>
            </a:custGeom>
            <a:ln w="10470">
              <a:solidFill>
                <a:srgbClr val="FFFFFF"/>
              </a:solidFill>
            </a:ln>
          </p:spPr>
          <p:txBody>
            <a:bodyPr wrap="square" lIns="0" tIns="0" rIns="0" bIns="0" rtlCol="0"/>
            <a:lstStyle/>
            <a:p>
              <a:endParaRPr sz="1351"/>
            </a:p>
          </p:txBody>
        </p:sp>
        <p:pic>
          <p:nvPicPr>
            <p:cNvPr id="44" name="object 18">
              <a:extLst>
                <a:ext uri="{FF2B5EF4-FFF2-40B4-BE49-F238E27FC236}">
                  <a16:creationId xmlns:a16="http://schemas.microsoft.com/office/drawing/2014/main" id="{65A6F000-6DB8-2D8C-9D23-04A5F267E30E}"/>
                </a:ext>
              </a:extLst>
            </p:cNvPr>
            <p:cNvPicPr/>
            <p:nvPr/>
          </p:nvPicPr>
          <p:blipFill>
            <a:blip r:embed="rId4" cstate="email">
              <a:extLst>
                <a:ext uri="{28A0092B-C50C-407E-A947-70E740481C1C}">
                  <a14:useLocalDpi xmlns:a14="http://schemas.microsoft.com/office/drawing/2010/main"/>
                </a:ext>
              </a:extLst>
            </a:blip>
            <a:stretch>
              <a:fillRect/>
            </a:stretch>
          </p:blipFill>
          <p:spPr>
            <a:xfrm>
              <a:off x="620694" y="2731898"/>
              <a:ext cx="186884" cy="185565"/>
            </a:xfrm>
            <a:prstGeom prst="rect">
              <a:avLst/>
            </a:prstGeom>
          </p:spPr>
        </p:pic>
      </p:grpSp>
      <p:pic>
        <p:nvPicPr>
          <p:cNvPr id="3" name="Picture 2">
            <a:extLst>
              <a:ext uri="{FF2B5EF4-FFF2-40B4-BE49-F238E27FC236}">
                <a16:creationId xmlns:a16="http://schemas.microsoft.com/office/drawing/2014/main" id="{0FDBB593-2139-0F1C-4724-397918367958}"/>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4F52FF77-E394-433B-DD8F-B8AD5CA9D3DE}"/>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9703997" y="6408073"/>
            <a:ext cx="2135347" cy="168971"/>
          </a:xfrm>
          <a:prstGeom prst="rect">
            <a:avLst/>
          </a:prstGeom>
        </p:spPr>
      </p:pic>
      <p:sp>
        <p:nvSpPr>
          <p:cNvPr id="6" name="Text Placeholder 6">
            <a:extLst>
              <a:ext uri="{FF2B5EF4-FFF2-40B4-BE49-F238E27FC236}">
                <a16:creationId xmlns:a16="http://schemas.microsoft.com/office/drawing/2014/main" id="{51FED1D0-7731-E5E8-681D-68F01AC9C6A9}"/>
              </a:ext>
            </a:extLst>
          </p:cNvPr>
          <p:cNvSpPr>
            <a:spLocks noGrp="1"/>
          </p:cNvSpPr>
          <p:nvPr>
            <p:ph type="body" sz="quarter" idx="13" hasCustomPrompt="1"/>
          </p:nvPr>
        </p:nvSpPr>
        <p:spPr>
          <a:xfrm>
            <a:off x="245653" y="4004398"/>
            <a:ext cx="4291843" cy="793631"/>
          </a:xfrm>
        </p:spPr>
        <p:txBody>
          <a:bodyPr/>
          <a:lstStyle>
            <a:lvl1pPr marL="0" indent="0">
              <a:lnSpc>
                <a:spcPct val="90000"/>
              </a:lnSpc>
              <a:buNone/>
              <a:defRPr sz="2400">
                <a:solidFill>
                  <a:schemeClr val="bg1"/>
                </a:solidFill>
              </a:defRPr>
            </a:lvl1pPr>
          </a:lstStyle>
          <a:p>
            <a:pPr lvl="0"/>
            <a:r>
              <a:rPr lang="en-GB"/>
              <a:t>Click here to edit subheading</a:t>
            </a:r>
            <a:endParaRPr lang="en-US"/>
          </a:p>
        </p:txBody>
      </p:sp>
      <p:sp>
        <p:nvSpPr>
          <p:cNvPr id="7" name="Text Placeholder 6">
            <a:extLst>
              <a:ext uri="{FF2B5EF4-FFF2-40B4-BE49-F238E27FC236}">
                <a16:creationId xmlns:a16="http://schemas.microsoft.com/office/drawing/2014/main" id="{62C3DEFF-2C97-366F-154D-D468A4A6F897}"/>
              </a:ext>
            </a:extLst>
          </p:cNvPr>
          <p:cNvSpPr>
            <a:spLocks noGrp="1"/>
          </p:cNvSpPr>
          <p:nvPr>
            <p:ph type="body" sz="quarter" idx="16" hasCustomPrompt="1"/>
          </p:nvPr>
        </p:nvSpPr>
        <p:spPr>
          <a:xfrm>
            <a:off x="245653" y="4891599"/>
            <a:ext cx="4291843" cy="414068"/>
          </a:xfrm>
        </p:spPr>
        <p:txBody>
          <a:bodyPr/>
          <a:lstStyle>
            <a:lvl1pPr marL="0" indent="0">
              <a:buNone/>
              <a:defRPr sz="1600">
                <a:solidFill>
                  <a:schemeClr val="bg1"/>
                </a:solidFill>
              </a:defRPr>
            </a:lvl1pPr>
          </a:lstStyle>
          <a:p>
            <a:pPr lvl="0"/>
            <a:r>
              <a:rPr lang="en-GB"/>
              <a:t>Enter Date or Document Version</a:t>
            </a:r>
            <a:endParaRPr lang="en-US"/>
          </a:p>
        </p:txBody>
      </p:sp>
      <p:sp>
        <p:nvSpPr>
          <p:cNvPr id="2" name="hcSlideMaster40.Cover blue 1Header" descr="Classification: Internal">
            <a:extLst>
              <a:ext uri="{FF2B5EF4-FFF2-40B4-BE49-F238E27FC236}">
                <a16:creationId xmlns:a16="http://schemas.microsoft.com/office/drawing/2014/main" id="{052BEA03-FB3F-DB09-2EF4-672A6EEF11B6}"/>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68407291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1639"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0B149E-6858-71E6-9F4B-5CF9CE345E1A}"/>
              </a:ext>
            </a:extLst>
          </p:cNvPr>
          <p:cNvSpPr>
            <a:spLocks noGrp="1"/>
          </p:cNvSpPr>
          <p:nvPr>
            <p:ph type="title" hasCustomPrompt="1"/>
          </p:nvPr>
        </p:nvSpPr>
        <p:spPr>
          <a:xfrm>
            <a:off x="228403" y="2819757"/>
            <a:ext cx="4350335" cy="1720800"/>
          </a:xfrm>
          <a:prstGeom prst="rect">
            <a:avLst/>
          </a:prstGeom>
        </p:spPr>
        <p:txBody>
          <a:bodyPr/>
          <a:lstStyle>
            <a:lvl1pPr>
              <a:lnSpc>
                <a:spcPct val="90000"/>
              </a:lnSpc>
              <a:defRPr sz="2800">
                <a:solidFill>
                  <a:schemeClr val="bg1"/>
                </a:solidFill>
              </a:defRPr>
            </a:lvl1pPr>
          </a:lstStyle>
          <a:p>
            <a:r>
              <a:rPr lang="en-GB"/>
              <a:t>Separator</a:t>
            </a:r>
            <a:endParaRPr lang="en-US"/>
          </a:p>
        </p:txBody>
      </p:sp>
      <p:grpSp>
        <p:nvGrpSpPr>
          <p:cNvPr id="15" name="Group 14">
            <a:extLst>
              <a:ext uri="{FF2B5EF4-FFF2-40B4-BE49-F238E27FC236}">
                <a16:creationId xmlns:a16="http://schemas.microsoft.com/office/drawing/2014/main" id="{8E945807-692A-1600-245C-85B412D88710}"/>
              </a:ext>
            </a:extLst>
          </p:cNvPr>
          <p:cNvGrpSpPr/>
          <p:nvPr userDrawn="1"/>
        </p:nvGrpSpPr>
        <p:grpSpPr>
          <a:xfrm>
            <a:off x="11084200" y="316628"/>
            <a:ext cx="761725" cy="157981"/>
            <a:chOff x="9242701" y="249950"/>
            <a:chExt cx="652960" cy="135423"/>
          </a:xfrm>
        </p:grpSpPr>
        <p:sp>
          <p:nvSpPr>
            <p:cNvPr id="16" name="object 6">
              <a:extLst>
                <a:ext uri="{FF2B5EF4-FFF2-40B4-BE49-F238E27FC236}">
                  <a16:creationId xmlns:a16="http://schemas.microsoft.com/office/drawing/2014/main" id="{FE8252D3-76C6-954E-2C0A-65EEF6F46849}"/>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7" name="object 7">
              <a:extLst>
                <a:ext uri="{FF2B5EF4-FFF2-40B4-BE49-F238E27FC236}">
                  <a16:creationId xmlns:a16="http://schemas.microsoft.com/office/drawing/2014/main" id="{EA57E122-B272-0A88-984F-964418378C1F}"/>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8" name="object 8">
              <a:extLst>
                <a:ext uri="{FF2B5EF4-FFF2-40B4-BE49-F238E27FC236}">
                  <a16:creationId xmlns:a16="http://schemas.microsoft.com/office/drawing/2014/main" id="{028306A9-661C-3404-CF5B-6FBC5F44C34C}"/>
                </a:ext>
              </a:extLst>
            </p:cNvPr>
            <p:cNvGrpSpPr/>
            <p:nvPr/>
          </p:nvGrpSpPr>
          <p:grpSpPr>
            <a:xfrm>
              <a:off x="9242701" y="249950"/>
              <a:ext cx="202816" cy="135423"/>
              <a:chOff x="18288992" y="494982"/>
              <a:chExt cx="401320" cy="267970"/>
            </a:xfrm>
          </p:grpSpPr>
          <p:sp>
            <p:nvSpPr>
              <p:cNvPr id="24" name="object 9">
                <a:extLst>
                  <a:ext uri="{FF2B5EF4-FFF2-40B4-BE49-F238E27FC236}">
                    <a16:creationId xmlns:a16="http://schemas.microsoft.com/office/drawing/2014/main" id="{02F69C2D-AE0D-2217-3C9C-5159FCC38284}"/>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5" name="object 10">
                <a:extLst>
                  <a:ext uri="{FF2B5EF4-FFF2-40B4-BE49-F238E27FC236}">
                    <a16:creationId xmlns:a16="http://schemas.microsoft.com/office/drawing/2014/main" id="{21505F9C-D02D-A3D4-E9DB-1206A8C3C78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1">
                <a:extLst>
                  <a:ext uri="{FF2B5EF4-FFF2-40B4-BE49-F238E27FC236}">
                    <a16:creationId xmlns:a16="http://schemas.microsoft.com/office/drawing/2014/main" id="{3CD5FC1C-7F9D-1E62-715B-6E31AD796965}"/>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9" name="object 22">
              <a:extLst>
                <a:ext uri="{FF2B5EF4-FFF2-40B4-BE49-F238E27FC236}">
                  <a16:creationId xmlns:a16="http://schemas.microsoft.com/office/drawing/2014/main" id="{83BF4D0F-CE14-9AC4-117D-CF805ED8B6BA}"/>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0" name="object 23">
              <a:extLst>
                <a:ext uri="{FF2B5EF4-FFF2-40B4-BE49-F238E27FC236}">
                  <a16:creationId xmlns:a16="http://schemas.microsoft.com/office/drawing/2014/main" id="{7EF3CE76-4E5E-65D3-B5BC-DB148DB55CAF}"/>
                </a:ext>
              </a:extLst>
            </p:cNvPr>
            <p:cNvGrpSpPr/>
            <p:nvPr/>
          </p:nvGrpSpPr>
          <p:grpSpPr>
            <a:xfrm>
              <a:off x="9242701" y="249950"/>
              <a:ext cx="202816" cy="135423"/>
              <a:chOff x="18288992" y="494982"/>
              <a:chExt cx="401320" cy="267970"/>
            </a:xfrm>
          </p:grpSpPr>
          <p:sp>
            <p:nvSpPr>
              <p:cNvPr id="21" name="object 24">
                <a:extLst>
                  <a:ext uri="{FF2B5EF4-FFF2-40B4-BE49-F238E27FC236}">
                    <a16:creationId xmlns:a16="http://schemas.microsoft.com/office/drawing/2014/main" id="{62141BAA-CBDC-6AE2-4753-B610C908CBA7}"/>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2" name="object 25">
                <a:extLst>
                  <a:ext uri="{FF2B5EF4-FFF2-40B4-BE49-F238E27FC236}">
                    <a16:creationId xmlns:a16="http://schemas.microsoft.com/office/drawing/2014/main" id="{D040E6F7-D30E-79FA-F11F-49B5E8F2F1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3" name="object 26">
                <a:extLst>
                  <a:ext uri="{FF2B5EF4-FFF2-40B4-BE49-F238E27FC236}">
                    <a16:creationId xmlns:a16="http://schemas.microsoft.com/office/drawing/2014/main" id="{03017B78-8403-B42E-AC00-2235C5E29D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3" name="TextBox 32">
            <a:extLst>
              <a:ext uri="{FF2B5EF4-FFF2-40B4-BE49-F238E27FC236}">
                <a16:creationId xmlns:a16="http://schemas.microsoft.com/office/drawing/2014/main" id="{0D3738DA-E1A3-951E-954E-52831689FC14}"/>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pic>
        <p:nvPicPr>
          <p:cNvPr id="2" name="Picture 1">
            <a:extLst>
              <a:ext uri="{FF2B5EF4-FFF2-40B4-BE49-F238E27FC236}">
                <a16:creationId xmlns:a16="http://schemas.microsoft.com/office/drawing/2014/main" id="{D8B18A12-64EF-C999-98FF-5C256D331B0C}"/>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9" name="Graphic 8">
            <a:extLst>
              <a:ext uri="{FF2B5EF4-FFF2-40B4-BE49-F238E27FC236}">
                <a16:creationId xmlns:a16="http://schemas.microsoft.com/office/drawing/2014/main" id="{12A237FD-243E-F7DE-6A21-C0BFA5F3C9A9}"/>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4" name="Graphic 3">
            <a:extLst>
              <a:ext uri="{FF2B5EF4-FFF2-40B4-BE49-F238E27FC236}">
                <a16:creationId xmlns:a16="http://schemas.microsoft.com/office/drawing/2014/main" id="{BD2DE003-0D9A-4995-1702-E3984259CEA9}"/>
              </a:ext>
            </a:extLst>
          </p:cNvPr>
          <p:cNvPicPr>
            <a:picLocks noChangeAspect="1"/>
          </p:cNvPicPr>
          <p:nvPr userDrawn="1"/>
        </p:nvPicPr>
        <p:blipFill rotWithShape="1">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rcRect t="17778" b="17841"/>
          <a:stretch/>
        </p:blipFill>
        <p:spPr>
          <a:xfrm>
            <a:off x="3206998" y="148040"/>
            <a:ext cx="7896353" cy="6228000"/>
          </a:xfrm>
          <a:prstGeom prst="rect">
            <a:avLst/>
          </a:prstGeom>
        </p:spPr>
      </p:pic>
      <p:sp>
        <p:nvSpPr>
          <p:cNvPr id="3" name="hcSlideMaster40.DividerHeader" descr="Classification: Internal">
            <a:extLst>
              <a:ext uri="{FF2B5EF4-FFF2-40B4-BE49-F238E27FC236}">
                <a16:creationId xmlns:a16="http://schemas.microsoft.com/office/drawing/2014/main" id="{7896BC78-6934-6C78-98E5-BE19D5A1CD0D}"/>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8152837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EFFDF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8F120E7E-F773-E7BC-D998-12FB871DE60C}"/>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BD1EF069-B5B1-5375-790D-672448B8744C}"/>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6" name="Text Placeholder 6">
            <a:extLst>
              <a:ext uri="{FF2B5EF4-FFF2-40B4-BE49-F238E27FC236}">
                <a16:creationId xmlns:a16="http://schemas.microsoft.com/office/drawing/2014/main" id="{A0F36DA8-9FED-76BB-4381-1FBFE3A27B52}"/>
              </a:ext>
            </a:extLst>
          </p:cNvPr>
          <p:cNvSpPr>
            <a:spLocks noGrp="1"/>
          </p:cNvSpPr>
          <p:nvPr>
            <p:ph type="body" sz="quarter" idx="14" hasCustomPrompt="1"/>
          </p:nvPr>
        </p:nvSpPr>
        <p:spPr>
          <a:xfrm>
            <a:off x="245652" y="1794295"/>
            <a:ext cx="11709901"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5" name="TextBox 4">
            <a:extLst>
              <a:ext uri="{FF2B5EF4-FFF2-40B4-BE49-F238E27FC236}">
                <a16:creationId xmlns:a16="http://schemas.microsoft.com/office/drawing/2014/main" id="{0B552774-4AE5-A349-6E94-A62029CCE0CB}"/>
              </a:ext>
            </a:extLst>
          </p:cNvPr>
          <p:cNvSpPr txBox="1"/>
          <p:nvPr userDrawn="1"/>
        </p:nvSpPr>
        <p:spPr>
          <a:xfrm>
            <a:off x="437245" y="6373607"/>
            <a:ext cx="6098875" cy="184666"/>
          </a:xfrm>
          <a:prstGeom prst="rect">
            <a:avLst/>
          </a:prstGeom>
          <a:noFill/>
        </p:spPr>
        <p:txBody>
          <a:bodyPr wrap="square">
            <a:spAutoFit/>
          </a:bodyPr>
          <a:lstStyle>
            <a:defPPr>
              <a:defRPr lang="en-US"/>
            </a:defPPr>
            <a:lvl1pPr lvl="0">
              <a:defRPr sz="600" spc="-20" baseline="0">
                <a:solidFill>
                  <a:schemeClr val="tx2"/>
                </a:solidFill>
                <a:effectLst/>
              </a:defRPr>
            </a:lvl1pPr>
          </a:lstStyle>
          <a:p>
            <a:pPr lvl="0"/>
            <a:r>
              <a:rPr lang="en-GB"/>
              <a:t>© Copyright 2024 Tata Technologies. All rights reserved. All other trademarks are trademarks of their respective owners.</a:t>
            </a:r>
          </a:p>
        </p:txBody>
      </p:sp>
      <p:sp>
        <p:nvSpPr>
          <p:cNvPr id="7" name="hcSlideMaster40.Title onlyHeader" descr="Classification: Internal">
            <a:extLst>
              <a:ext uri="{FF2B5EF4-FFF2-40B4-BE49-F238E27FC236}">
                <a16:creationId xmlns:a16="http://schemas.microsoft.com/office/drawing/2014/main" id="{DAA9356E-5552-E349-6D20-EFE42F80BBF4}"/>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570300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7A3324-CF26-0748-B4CF-963B702B3F50}"/>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7800C36E-23A3-A880-59DF-BC9A66F7F1F4}"/>
              </a:ext>
            </a:extLst>
          </p:cNvPr>
          <p:cNvSpPr>
            <a:spLocks noGrp="1"/>
          </p:cNvSpPr>
          <p:nvPr>
            <p:ph type="body" sz="quarter" idx="13" hasCustomPrompt="1"/>
          </p:nvPr>
        </p:nvSpPr>
        <p:spPr>
          <a:xfrm>
            <a:off x="4059299" y="804351"/>
            <a:ext cx="6292400" cy="1377087"/>
          </a:xfrm>
        </p:spPr>
        <p:txBody>
          <a:bodyPr/>
          <a:lstStyle>
            <a:lvl1pPr marL="0" indent="0">
              <a:lnSpc>
                <a:spcPct val="90000"/>
              </a:lnSpc>
              <a:spcBef>
                <a:spcPts val="0"/>
              </a:spcBef>
              <a:buNone/>
              <a:defRPr sz="1800">
                <a:solidFill>
                  <a:srgbClr val="002B37"/>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7A5A69EF-2F3B-DFCB-5808-DFE7FC9E747E}"/>
              </a:ext>
            </a:extLst>
          </p:cNvPr>
          <p:cNvSpPr>
            <a:spLocks noGrp="1"/>
          </p:cNvSpPr>
          <p:nvPr>
            <p:ph type="body" sz="quarter" idx="14" hasCustomPrompt="1"/>
          </p:nvPr>
        </p:nvSpPr>
        <p:spPr>
          <a:xfrm>
            <a:off x="232402" y="2342169"/>
            <a:ext cx="11672055" cy="3834795"/>
          </a:xfrm>
        </p:spPr>
        <p:txBody>
          <a:bodyPr numCol="4"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Title 1">
            <a:extLst>
              <a:ext uri="{FF2B5EF4-FFF2-40B4-BE49-F238E27FC236}">
                <a16:creationId xmlns:a16="http://schemas.microsoft.com/office/drawing/2014/main" id="{949DDFE2-9038-836D-DA36-FAA59D5D3400}"/>
              </a:ext>
            </a:extLst>
          </p:cNvPr>
          <p:cNvSpPr>
            <a:spLocks noGrp="1"/>
          </p:cNvSpPr>
          <p:nvPr>
            <p:ph type="title" hasCustomPrompt="1"/>
          </p:nvPr>
        </p:nvSpPr>
        <p:spPr>
          <a:xfrm>
            <a:off x="228354" y="849280"/>
            <a:ext cx="3222215" cy="1356365"/>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16" name="Group 15">
            <a:extLst>
              <a:ext uri="{FF2B5EF4-FFF2-40B4-BE49-F238E27FC236}">
                <a16:creationId xmlns:a16="http://schemas.microsoft.com/office/drawing/2014/main" id="{E8D51EC2-0C3E-D847-A05D-4AB70622EA52}"/>
              </a:ext>
            </a:extLst>
          </p:cNvPr>
          <p:cNvGrpSpPr/>
          <p:nvPr userDrawn="1"/>
        </p:nvGrpSpPr>
        <p:grpSpPr>
          <a:xfrm>
            <a:off x="11084202" y="316459"/>
            <a:ext cx="761727" cy="157980"/>
            <a:chOff x="9242701" y="249950"/>
            <a:chExt cx="652960" cy="135423"/>
          </a:xfrm>
        </p:grpSpPr>
        <p:sp>
          <p:nvSpPr>
            <p:cNvPr id="17" name="object 11">
              <a:extLst>
                <a:ext uri="{FF2B5EF4-FFF2-40B4-BE49-F238E27FC236}">
                  <a16:creationId xmlns:a16="http://schemas.microsoft.com/office/drawing/2014/main" id="{29221EF7-6A51-8F7D-B564-929FB26C6D95}"/>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8" name="object 12">
              <a:extLst>
                <a:ext uri="{FF2B5EF4-FFF2-40B4-BE49-F238E27FC236}">
                  <a16:creationId xmlns:a16="http://schemas.microsoft.com/office/drawing/2014/main" id="{218582E0-2A5B-56D8-0C63-76593A0A51A3}"/>
                </a:ext>
              </a:extLst>
            </p:cNvPr>
            <p:cNvGrpSpPr/>
            <p:nvPr/>
          </p:nvGrpSpPr>
          <p:grpSpPr>
            <a:xfrm>
              <a:off x="9242701" y="249950"/>
              <a:ext cx="202816" cy="135423"/>
              <a:chOff x="18288992" y="494982"/>
              <a:chExt cx="401320" cy="267970"/>
            </a:xfrm>
          </p:grpSpPr>
          <p:sp>
            <p:nvSpPr>
              <p:cNvPr id="19" name="object 13">
                <a:extLst>
                  <a:ext uri="{FF2B5EF4-FFF2-40B4-BE49-F238E27FC236}">
                    <a16:creationId xmlns:a16="http://schemas.microsoft.com/office/drawing/2014/main" id="{EA476F20-B3D1-DC85-8A95-9A5505D7C3D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0" name="object 14">
                <a:extLst>
                  <a:ext uri="{FF2B5EF4-FFF2-40B4-BE49-F238E27FC236}">
                    <a16:creationId xmlns:a16="http://schemas.microsoft.com/office/drawing/2014/main" id="{3582D895-C8C8-B690-AD9F-10B1629E86CE}"/>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1" name="object 15">
                <a:extLst>
                  <a:ext uri="{FF2B5EF4-FFF2-40B4-BE49-F238E27FC236}">
                    <a16:creationId xmlns:a16="http://schemas.microsoft.com/office/drawing/2014/main" id="{D161E6C6-0726-A22E-7F8C-EBF4C37F083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4" name="Graphic 3">
            <a:extLst>
              <a:ext uri="{FF2B5EF4-FFF2-40B4-BE49-F238E27FC236}">
                <a16:creationId xmlns:a16="http://schemas.microsoft.com/office/drawing/2014/main" id="{FF5FD16D-E844-CD82-184C-14BE1CA751A8}"/>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FCB49AD2-AA08-15DD-A5AF-499D676BE4AD}"/>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TextBox 1">
            <a:extLst>
              <a:ext uri="{FF2B5EF4-FFF2-40B4-BE49-F238E27FC236}">
                <a16:creationId xmlns:a16="http://schemas.microsoft.com/office/drawing/2014/main" id="{C5E1468F-B399-C334-D20B-658F431C6742}"/>
              </a:ext>
            </a:extLst>
          </p:cNvPr>
          <p:cNvSpPr txBox="1"/>
          <p:nvPr userDrawn="1"/>
        </p:nvSpPr>
        <p:spPr>
          <a:xfrm>
            <a:off x="437245" y="6373607"/>
            <a:ext cx="6098875" cy="184666"/>
          </a:xfrm>
          <a:prstGeom prst="rect">
            <a:avLst/>
          </a:prstGeom>
          <a:noFill/>
        </p:spPr>
        <p:txBody>
          <a:bodyPr wrap="square">
            <a:spAutoFit/>
          </a:bodyPr>
          <a:lstStyle>
            <a:defPPr>
              <a:defRPr lang="en-US"/>
            </a:defPPr>
            <a:lvl1pPr lvl="0">
              <a:defRPr sz="600" spc="-20" baseline="0">
                <a:solidFill>
                  <a:schemeClr val="tx2"/>
                </a:solidFill>
                <a:effectLst/>
              </a:defRPr>
            </a:lvl1pPr>
          </a:lstStyle>
          <a:p>
            <a:pPr lvl="0"/>
            <a:r>
              <a:rPr lang="en-GB"/>
              <a:t>© Copyright 2024 Tata Technologies. All rights reserved. All other trademarks are trademarks of their respective owners.</a:t>
            </a:r>
          </a:p>
        </p:txBody>
      </p:sp>
      <p:sp>
        <p:nvSpPr>
          <p:cNvPr id="6" name="hcSlideMaster40.Content 1Header" descr="Classification: Internal">
            <a:extLst>
              <a:ext uri="{FF2B5EF4-FFF2-40B4-BE49-F238E27FC236}">
                <a16:creationId xmlns:a16="http://schemas.microsoft.com/office/drawing/2014/main" id="{A3CC2836-4C1F-EA45-AA0F-F780EE0AC450}"/>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6435099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rgbClr val="EFFDF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8B7FC8-EE15-AEF0-1D58-CE9F1AEC3A63}"/>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10" name="Text Placeholder 6">
            <a:extLst>
              <a:ext uri="{FF2B5EF4-FFF2-40B4-BE49-F238E27FC236}">
                <a16:creationId xmlns:a16="http://schemas.microsoft.com/office/drawing/2014/main" id="{B58CDEAE-0597-06FC-ABED-A9C01545D022}"/>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Picture Placeholder 11">
            <a:extLst>
              <a:ext uri="{FF2B5EF4-FFF2-40B4-BE49-F238E27FC236}">
                <a16:creationId xmlns:a16="http://schemas.microsoft.com/office/drawing/2014/main" id="{B5D368A5-187B-6D30-1945-820656F673A2}"/>
              </a:ext>
            </a:extLst>
          </p:cNvPr>
          <p:cNvSpPr>
            <a:spLocks noGrp="1"/>
          </p:cNvSpPr>
          <p:nvPr>
            <p:ph type="pic" sz="quarter" idx="15"/>
          </p:nvPr>
        </p:nvSpPr>
        <p:spPr>
          <a:xfrm>
            <a:off x="5" y="1811342"/>
            <a:ext cx="3675063" cy="4365625"/>
          </a:xfrm>
          <a:solidFill>
            <a:schemeClr val="bg1">
              <a:lumMod val="95000"/>
            </a:schemeClr>
          </a:solidFill>
        </p:spPr>
        <p:txBody>
          <a:bodyPr anchor="ctr"/>
          <a:lstStyle>
            <a:lvl1pPr algn="ctr">
              <a:defRPr/>
            </a:lvl1pPr>
          </a:lstStyle>
          <a:p>
            <a:endParaRPr lang="en-US"/>
          </a:p>
        </p:txBody>
      </p:sp>
      <p:sp>
        <p:nvSpPr>
          <p:cNvPr id="17" name="Title 1">
            <a:extLst>
              <a:ext uri="{FF2B5EF4-FFF2-40B4-BE49-F238E27FC236}">
                <a16:creationId xmlns:a16="http://schemas.microsoft.com/office/drawing/2014/main" id="{57CA5432-E6C4-9E0E-4AE7-A5CAD48F4F7D}"/>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21" name="Group 20">
            <a:extLst>
              <a:ext uri="{FF2B5EF4-FFF2-40B4-BE49-F238E27FC236}">
                <a16:creationId xmlns:a16="http://schemas.microsoft.com/office/drawing/2014/main" id="{53874EF4-1CF7-7897-D289-2ACFF353C026}"/>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6613F8F-3605-BDAD-82A2-772717016A50}"/>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D5DDB524-DC96-9CC5-5D30-5121EC25B0F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08685EC9-126E-7223-FB54-4682ABB8AF49}"/>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638480FE-5064-365E-0764-1EDB515E42D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9EB73C38-AE3B-108A-9FC8-295E5E8C530C}"/>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70C8B42C-76E0-0B30-100F-2C7A111E305E}"/>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355D11B3-A420-3B49-C9A4-6BA0ED4C2937}"/>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Box 4">
            <a:extLst>
              <a:ext uri="{FF2B5EF4-FFF2-40B4-BE49-F238E27FC236}">
                <a16:creationId xmlns:a16="http://schemas.microsoft.com/office/drawing/2014/main" id="{4EDF18FE-20FC-F311-CC25-F8BC7E842BEC}"/>
              </a:ext>
            </a:extLst>
          </p:cNvPr>
          <p:cNvSpPr txBox="1"/>
          <p:nvPr userDrawn="1"/>
        </p:nvSpPr>
        <p:spPr>
          <a:xfrm>
            <a:off x="437245" y="6373607"/>
            <a:ext cx="6098875" cy="184666"/>
          </a:xfrm>
          <a:prstGeom prst="rect">
            <a:avLst/>
          </a:prstGeom>
          <a:noFill/>
        </p:spPr>
        <p:txBody>
          <a:bodyPr wrap="square">
            <a:spAutoFit/>
          </a:bodyPr>
          <a:lstStyle>
            <a:defPPr>
              <a:defRPr lang="en-US"/>
            </a:defPPr>
            <a:lvl1pPr lvl="0">
              <a:defRPr sz="600" spc="-20" baseline="0">
                <a:solidFill>
                  <a:schemeClr val="tx2"/>
                </a:solidFill>
                <a:effectLst/>
              </a:defRPr>
            </a:lvl1pPr>
          </a:lstStyle>
          <a:p>
            <a:pPr lvl="0"/>
            <a:r>
              <a:rPr lang="en-GB"/>
              <a:t>© Copyright 2024 Tata Technologies. All rights reserved. All other trademarks are trademarks of their respective owners.</a:t>
            </a:r>
          </a:p>
        </p:txBody>
      </p:sp>
      <p:sp>
        <p:nvSpPr>
          <p:cNvPr id="6" name="hcSlideMaster40.Content 2Header" descr="Classification: Internal">
            <a:extLst>
              <a:ext uri="{FF2B5EF4-FFF2-40B4-BE49-F238E27FC236}">
                <a16:creationId xmlns:a16="http://schemas.microsoft.com/office/drawing/2014/main" id="{F09CF50E-1741-5943-7066-8AE6663BE2C6}"/>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41925889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85254999-0687-9882-5AD2-9787176AA3A3}"/>
              </a:ext>
            </a:extLst>
          </p:cNvPr>
          <p:cNvSpPr>
            <a:spLocks noGrp="1"/>
          </p:cNvSpPr>
          <p:nvPr>
            <p:ph type="body" sz="quarter" idx="13" hasCustomPrompt="1"/>
          </p:nvPr>
        </p:nvSpPr>
        <p:spPr>
          <a:xfrm>
            <a:off x="245653" y="1783836"/>
            <a:ext cx="3560323" cy="4427525"/>
          </a:xfrm>
        </p:spPr>
        <p:txBody>
          <a:bodyPr/>
          <a:lstStyle>
            <a:lvl1pPr marL="0" indent="0">
              <a:lnSpc>
                <a:spcPct val="90000"/>
              </a:lnSpc>
              <a:spcBef>
                <a:spcPts val="0"/>
              </a:spcBef>
              <a:buNone/>
              <a:defRPr sz="1800">
                <a:solidFill>
                  <a:srgbClr val="002B37"/>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CCEC5A13-BD8A-5C44-99F9-90183704A03F}"/>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ACDACD51-9515-C108-732D-2D3925E3D760}"/>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B0EE1AE6-4250-1EC1-7C1F-F4C43552D90F}"/>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Box 4">
            <a:extLst>
              <a:ext uri="{FF2B5EF4-FFF2-40B4-BE49-F238E27FC236}">
                <a16:creationId xmlns:a16="http://schemas.microsoft.com/office/drawing/2014/main" id="{2C336B5F-6949-D907-2C56-D467C5AE481C}"/>
              </a:ext>
            </a:extLst>
          </p:cNvPr>
          <p:cNvSpPr txBox="1"/>
          <p:nvPr userDrawn="1"/>
        </p:nvSpPr>
        <p:spPr>
          <a:xfrm>
            <a:off x="437245" y="6373607"/>
            <a:ext cx="6098875" cy="184666"/>
          </a:xfrm>
          <a:prstGeom prst="rect">
            <a:avLst/>
          </a:prstGeom>
          <a:noFill/>
        </p:spPr>
        <p:txBody>
          <a:bodyPr wrap="square">
            <a:spAutoFit/>
          </a:bodyPr>
          <a:lstStyle>
            <a:defPPr>
              <a:defRPr lang="en-US"/>
            </a:defPPr>
            <a:lvl1pPr lvl="0">
              <a:defRPr sz="600" spc="-20" baseline="0">
                <a:solidFill>
                  <a:schemeClr val="tx2"/>
                </a:solidFill>
                <a:effectLst/>
              </a:defRPr>
            </a:lvl1pPr>
          </a:lstStyle>
          <a:p>
            <a:pPr lvl="0"/>
            <a:r>
              <a:rPr lang="en-GB"/>
              <a:t>© Copyright 2024 Tata Technologies. All rights reserved. All other trademarks are trademarks of their respective owners.</a:t>
            </a:r>
          </a:p>
        </p:txBody>
      </p:sp>
      <p:sp>
        <p:nvSpPr>
          <p:cNvPr id="6" name="hcSlideMaster40.Content 3Header" descr="Classification: Internal">
            <a:extLst>
              <a:ext uri="{FF2B5EF4-FFF2-40B4-BE49-F238E27FC236}">
                <a16:creationId xmlns:a16="http://schemas.microsoft.com/office/drawing/2014/main" id="{0F0C1A21-4B88-945E-B040-7B8B3B597C39}"/>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5110852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tx2"/>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676F08B8-0EF2-276E-D85F-151FA39423C7}"/>
              </a:ext>
            </a:extLst>
          </p:cNvPr>
          <p:cNvSpPr txBox="1"/>
          <p:nvPr userDrawn="1"/>
        </p:nvSpPr>
        <p:spPr>
          <a:xfrm>
            <a:off x="323648" y="1693821"/>
            <a:ext cx="2467781" cy="1265748"/>
          </a:xfrm>
          <a:prstGeom prst="rect">
            <a:avLst/>
          </a:prstGeom>
        </p:spPr>
        <p:txBody>
          <a:bodyPr vert="horz" wrap="square" lIns="0" tIns="31449" rIns="0" bIns="0" rtlCol="0">
            <a:spAutoFit/>
          </a:bodyPr>
          <a:lstStyle/>
          <a:p>
            <a:pPr marL="6419">
              <a:lnSpc>
                <a:spcPct val="120000"/>
              </a:lnSpc>
              <a:spcBef>
                <a:spcPts val="248"/>
              </a:spcBef>
            </a:pPr>
            <a:r>
              <a:rPr sz="1100" spc="81">
                <a:solidFill>
                  <a:schemeClr val="bg2"/>
                </a:solidFill>
                <a:latin typeface="DMSans-Medium"/>
                <a:cs typeface="DMSans-Medium"/>
              </a:rPr>
              <a:t>ASIA</a:t>
            </a:r>
            <a:r>
              <a:rPr sz="1100" spc="223">
                <a:solidFill>
                  <a:schemeClr val="bg2"/>
                </a:solidFill>
                <a:latin typeface="DMSans-Medium"/>
                <a:cs typeface="DMSans-Medium"/>
              </a:rPr>
              <a:t> </a:t>
            </a:r>
            <a:r>
              <a:rPr sz="1100" spc="71">
                <a:solidFill>
                  <a:schemeClr val="bg2"/>
                </a:solidFill>
                <a:latin typeface="DMSans-Medium"/>
                <a:cs typeface="DMSans-Medium"/>
              </a:rPr>
              <a:t>PACIFIC </a:t>
            </a:r>
            <a:endParaRPr sz="1100">
              <a:solidFill>
                <a:schemeClr val="bg2"/>
              </a:solidFill>
              <a:latin typeface="DMSans-Medium"/>
              <a:cs typeface="DMSans-Medium"/>
            </a:endParaRPr>
          </a:p>
          <a:p>
            <a:pPr marL="6419" marR="2567">
              <a:lnSpc>
                <a:spcPct val="120000"/>
              </a:lnSpc>
            </a:pPr>
            <a:r>
              <a:rPr sz="1100">
                <a:solidFill>
                  <a:srgbClr val="FFFFFF"/>
                </a:solidFill>
                <a:latin typeface="DM Sans"/>
                <a:cs typeface="DM Sans"/>
              </a:rPr>
              <a:t>25</a:t>
            </a:r>
            <a:r>
              <a:rPr sz="1100" spc="-19">
                <a:solidFill>
                  <a:srgbClr val="FFFFFF"/>
                </a:solidFill>
                <a:latin typeface="DM Sans"/>
                <a:cs typeface="DM Sans"/>
              </a:rPr>
              <a:t> </a:t>
            </a:r>
            <a:r>
              <a:rPr sz="1100">
                <a:solidFill>
                  <a:srgbClr val="FFFFFF"/>
                </a:solidFill>
                <a:latin typeface="DM Sans"/>
                <a:cs typeface="DM Sans"/>
              </a:rPr>
              <a:t>Rajiv</a:t>
            </a:r>
            <a:r>
              <a:rPr sz="1100" spc="-19">
                <a:solidFill>
                  <a:srgbClr val="FFFFFF"/>
                </a:solidFill>
                <a:latin typeface="DM Sans"/>
                <a:cs typeface="DM Sans"/>
              </a:rPr>
              <a:t> </a:t>
            </a:r>
            <a:r>
              <a:rPr sz="1100">
                <a:solidFill>
                  <a:srgbClr val="FFFFFF"/>
                </a:solidFill>
                <a:latin typeface="DM Sans"/>
                <a:cs typeface="DM Sans"/>
              </a:rPr>
              <a:t>Gandhi</a:t>
            </a:r>
            <a:r>
              <a:rPr sz="1100" spc="-19">
                <a:solidFill>
                  <a:srgbClr val="FFFFFF"/>
                </a:solidFill>
                <a:latin typeface="DM Sans"/>
                <a:cs typeface="DM Sans"/>
              </a:rPr>
              <a:t> </a:t>
            </a:r>
            <a:r>
              <a:rPr sz="1100">
                <a:solidFill>
                  <a:srgbClr val="FFFFFF"/>
                </a:solidFill>
                <a:latin typeface="DM Sans"/>
                <a:cs typeface="DM Sans"/>
              </a:rPr>
              <a:t>Infotech</a:t>
            </a:r>
            <a:r>
              <a:rPr sz="1100" spc="-19">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err="1">
                <a:solidFill>
                  <a:srgbClr val="FFFFFF"/>
                </a:solidFill>
                <a:latin typeface="DM Sans"/>
                <a:cs typeface="DM Sans"/>
              </a:rPr>
              <a:t>Hinjawadi</a:t>
            </a:r>
            <a:r>
              <a:rPr sz="1100">
                <a:solidFill>
                  <a:srgbClr val="FFFFFF"/>
                </a:solidFill>
                <a:latin typeface="DM Sans"/>
                <a:cs typeface="DM Sans"/>
              </a:rPr>
              <a:t>,</a:t>
            </a:r>
            <a:r>
              <a:rPr sz="1100" spc="-33">
                <a:solidFill>
                  <a:srgbClr val="FFFFFF"/>
                </a:solidFill>
                <a:latin typeface="DM Sans"/>
                <a:cs typeface="DM Sans"/>
              </a:rPr>
              <a:t> </a:t>
            </a:r>
            <a:r>
              <a:rPr sz="1100" spc="-11">
                <a:solidFill>
                  <a:srgbClr val="FFFFFF"/>
                </a:solidFill>
                <a:latin typeface="DM Sans"/>
                <a:cs typeface="DM Sans"/>
              </a:rPr>
              <a:t>Pune</a:t>
            </a:r>
            <a:endParaRPr sz="1100">
              <a:latin typeface="DM Sans"/>
              <a:cs typeface="DM Sans"/>
            </a:endParaRPr>
          </a:p>
          <a:p>
            <a:pPr marL="6419" marR="1210942">
              <a:lnSpc>
                <a:spcPct val="120000"/>
              </a:lnSpc>
            </a:pPr>
            <a:r>
              <a:rPr sz="1100" spc="-7">
                <a:solidFill>
                  <a:srgbClr val="FFFFFF"/>
                </a:solidFill>
                <a:latin typeface="DM Sans"/>
                <a:cs typeface="DM Sans"/>
              </a:rPr>
              <a:t>India</a:t>
            </a:r>
            <a:br>
              <a:rPr lang="en-GB" sz="1100" spc="-7">
                <a:solidFill>
                  <a:srgbClr val="FFFFFF"/>
                </a:solidFill>
                <a:latin typeface="DM Sans"/>
                <a:cs typeface="DM Sans"/>
              </a:rPr>
            </a:br>
            <a:r>
              <a:rPr sz="1100" spc="-7">
                <a:solidFill>
                  <a:srgbClr val="FFFFFF"/>
                </a:solidFill>
                <a:latin typeface="DM Sans"/>
                <a:cs typeface="DM Sans"/>
              </a:rPr>
              <a:t>411057</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28">
                <a:solidFill>
                  <a:srgbClr val="FFFFFF"/>
                </a:solidFill>
                <a:latin typeface="DM Sans"/>
                <a:cs typeface="DM Sans"/>
              </a:rPr>
              <a:t> </a:t>
            </a:r>
            <a:r>
              <a:rPr sz="1100">
                <a:solidFill>
                  <a:srgbClr val="FFFFFF"/>
                </a:solidFill>
                <a:latin typeface="DM Sans"/>
                <a:cs typeface="DM Sans"/>
              </a:rPr>
              <a:t>+91</a:t>
            </a:r>
            <a:r>
              <a:rPr sz="1100" spc="-28">
                <a:solidFill>
                  <a:srgbClr val="FFFFFF"/>
                </a:solidFill>
                <a:latin typeface="DM Sans"/>
                <a:cs typeface="DM Sans"/>
              </a:rPr>
              <a:t> </a:t>
            </a:r>
            <a:r>
              <a:rPr sz="1100">
                <a:solidFill>
                  <a:srgbClr val="FFFFFF"/>
                </a:solidFill>
                <a:latin typeface="DM Sans"/>
                <a:cs typeface="DM Sans"/>
              </a:rPr>
              <a:t>20</a:t>
            </a:r>
            <a:r>
              <a:rPr sz="1100" spc="-28">
                <a:solidFill>
                  <a:srgbClr val="FFFFFF"/>
                </a:solidFill>
                <a:latin typeface="DM Sans"/>
                <a:cs typeface="DM Sans"/>
              </a:rPr>
              <a:t> </a:t>
            </a:r>
            <a:r>
              <a:rPr sz="1100">
                <a:solidFill>
                  <a:srgbClr val="FFFFFF"/>
                </a:solidFill>
                <a:latin typeface="DM Sans"/>
                <a:cs typeface="DM Sans"/>
              </a:rPr>
              <a:t>6652</a:t>
            </a:r>
            <a:r>
              <a:rPr sz="1100" spc="-27">
                <a:solidFill>
                  <a:srgbClr val="FFFFFF"/>
                </a:solidFill>
                <a:latin typeface="DM Sans"/>
                <a:cs typeface="DM Sans"/>
              </a:rPr>
              <a:t> </a:t>
            </a:r>
            <a:r>
              <a:rPr sz="1100" spc="-11">
                <a:solidFill>
                  <a:srgbClr val="FFFFFF"/>
                </a:solidFill>
                <a:latin typeface="DM Sans"/>
                <a:cs typeface="DM Sans"/>
              </a:rPr>
              <a:t>9090</a:t>
            </a:r>
            <a:endParaRPr sz="1100">
              <a:latin typeface="DM Sans"/>
              <a:cs typeface="DM Sans"/>
            </a:endParaRPr>
          </a:p>
        </p:txBody>
      </p:sp>
      <p:sp>
        <p:nvSpPr>
          <p:cNvPr id="13" name="object 4">
            <a:extLst>
              <a:ext uri="{FF2B5EF4-FFF2-40B4-BE49-F238E27FC236}">
                <a16:creationId xmlns:a16="http://schemas.microsoft.com/office/drawing/2014/main" id="{BF26C33B-9003-AF9E-198E-D60A669D328F}"/>
              </a:ext>
            </a:extLst>
          </p:cNvPr>
          <p:cNvSpPr txBox="1"/>
          <p:nvPr userDrawn="1"/>
        </p:nvSpPr>
        <p:spPr>
          <a:xfrm>
            <a:off x="323650" y="3110926"/>
            <a:ext cx="3097129" cy="1672013"/>
          </a:xfrm>
          <a:prstGeom prst="rect">
            <a:avLst/>
          </a:prstGeom>
        </p:spPr>
        <p:txBody>
          <a:bodyPr vert="horz" wrap="square" lIns="0" tIns="31449" rIns="0" bIns="0" rtlCol="0">
            <a:spAutoFit/>
          </a:bodyPr>
          <a:lstStyle/>
          <a:p>
            <a:pPr marL="6419">
              <a:lnSpc>
                <a:spcPct val="120000"/>
              </a:lnSpc>
              <a:spcBef>
                <a:spcPts val="248"/>
              </a:spcBef>
            </a:pPr>
            <a:r>
              <a:rPr sz="1100" spc="83">
                <a:solidFill>
                  <a:schemeClr val="bg2"/>
                </a:solidFill>
                <a:latin typeface="DMSans-Medium"/>
                <a:cs typeface="DMSans-Medium"/>
              </a:rPr>
              <a:t>EUROPE </a:t>
            </a:r>
            <a:endParaRPr sz="1100">
              <a:solidFill>
                <a:schemeClr val="bg2"/>
              </a:solidFill>
              <a:latin typeface="DMSans-Medium"/>
              <a:cs typeface="DMSans-Medium"/>
            </a:endParaRPr>
          </a:p>
          <a:p>
            <a:pPr marL="6419" marR="2567">
              <a:lnSpc>
                <a:spcPct val="120000"/>
              </a:lnSpc>
            </a:pPr>
            <a:r>
              <a:rPr sz="1100">
                <a:solidFill>
                  <a:srgbClr val="FFFFFF"/>
                </a:solidFill>
                <a:latin typeface="DM Sans"/>
                <a:cs typeface="DM Sans"/>
              </a:rPr>
              <a:t>The</a:t>
            </a:r>
            <a:r>
              <a:rPr sz="1100" spc="-12">
                <a:solidFill>
                  <a:srgbClr val="FFFFFF"/>
                </a:solidFill>
                <a:latin typeface="DM Sans"/>
                <a:cs typeface="DM Sans"/>
              </a:rPr>
              <a:t> </a:t>
            </a:r>
            <a:r>
              <a:rPr sz="1100">
                <a:solidFill>
                  <a:srgbClr val="FFFFFF"/>
                </a:solidFill>
                <a:latin typeface="DM Sans"/>
                <a:cs typeface="DM Sans"/>
              </a:rPr>
              <a:t>European</a:t>
            </a:r>
            <a:r>
              <a:rPr sz="1100" spc="-11">
                <a:solidFill>
                  <a:srgbClr val="FFFFFF"/>
                </a:solidFill>
                <a:latin typeface="DM Sans"/>
                <a:cs typeface="DM Sans"/>
              </a:rPr>
              <a:t> </a:t>
            </a:r>
            <a:r>
              <a:rPr sz="1100" spc="-7">
                <a:solidFill>
                  <a:srgbClr val="FFFFFF"/>
                </a:solidFill>
                <a:latin typeface="DM Sans"/>
                <a:cs typeface="DM Sans"/>
              </a:rPr>
              <a:t>Innovation</a:t>
            </a:r>
            <a:br>
              <a:rPr lang="en-GB" sz="1100" spc="-11">
                <a:solidFill>
                  <a:srgbClr val="FFFFFF"/>
                </a:solidFill>
                <a:latin typeface="DM Sans"/>
                <a:cs typeface="DM Sans"/>
              </a:rPr>
            </a:br>
            <a:r>
              <a:rPr sz="1100" spc="-12">
                <a:solidFill>
                  <a:srgbClr val="FFFFFF"/>
                </a:solidFill>
                <a:latin typeface="DM Sans"/>
                <a:cs typeface="DM Sans"/>
              </a:rPr>
              <a:t>and </a:t>
            </a:r>
            <a:r>
              <a:rPr sz="1100">
                <a:solidFill>
                  <a:srgbClr val="FFFFFF"/>
                </a:solidFill>
                <a:latin typeface="DM Sans"/>
                <a:cs typeface="DM Sans"/>
              </a:rPr>
              <a:t>Development</a:t>
            </a:r>
            <a:r>
              <a:rPr sz="1100" spc="-33">
                <a:solidFill>
                  <a:srgbClr val="FFFFFF"/>
                </a:solidFill>
                <a:latin typeface="DM Sans"/>
                <a:cs typeface="DM Sans"/>
              </a:rPr>
              <a:t> </a:t>
            </a:r>
            <a:r>
              <a:rPr sz="1100">
                <a:solidFill>
                  <a:srgbClr val="FFFFFF"/>
                </a:solidFill>
                <a:latin typeface="DM Sans"/>
                <a:cs typeface="DM Sans"/>
              </a:rPr>
              <a:t>Centre</a:t>
            </a:r>
            <a:r>
              <a:rPr sz="1100" spc="-31">
                <a:solidFill>
                  <a:srgbClr val="FFFFFF"/>
                </a:solidFill>
                <a:latin typeface="DM Sans"/>
                <a:cs typeface="DM Sans"/>
              </a:rPr>
              <a:t> </a:t>
            </a:r>
            <a:r>
              <a:rPr sz="1100" spc="-7">
                <a:solidFill>
                  <a:srgbClr val="FFFFFF"/>
                </a:solidFill>
                <a:latin typeface="DM Sans"/>
                <a:cs typeface="DM Sans"/>
              </a:rPr>
              <a:t>(E</a:t>
            </a:r>
            <a:r>
              <a:rPr lang="en-US" sz="1100" spc="-7">
                <a:solidFill>
                  <a:srgbClr val="FFFFFF"/>
                </a:solidFill>
                <a:latin typeface="DM Sans"/>
                <a:cs typeface="DM Sans"/>
              </a:rPr>
              <a:t>I</a:t>
            </a:r>
            <a:r>
              <a:rPr sz="1100" spc="-7">
                <a:solidFill>
                  <a:srgbClr val="FFFFFF"/>
                </a:solidFill>
                <a:latin typeface="DM Sans"/>
                <a:cs typeface="DM Sans"/>
              </a:rPr>
              <a:t>DC)</a:t>
            </a:r>
            <a:br>
              <a:rPr lang="en-GB" sz="1100" spc="-7">
                <a:solidFill>
                  <a:srgbClr val="FFFFFF"/>
                </a:solidFill>
                <a:latin typeface="DM Sans"/>
                <a:cs typeface="DM Sans"/>
              </a:rPr>
            </a:br>
            <a:r>
              <a:rPr sz="1100">
                <a:solidFill>
                  <a:srgbClr val="FFFFFF"/>
                </a:solidFill>
                <a:latin typeface="DM Sans"/>
                <a:cs typeface="DM Sans"/>
              </a:rPr>
              <a:t>Olympus </a:t>
            </a:r>
            <a:r>
              <a:rPr sz="1100" spc="-7">
                <a:solidFill>
                  <a:srgbClr val="FFFFFF"/>
                </a:solidFill>
                <a:latin typeface="DM Sans"/>
                <a:cs typeface="DM Sans"/>
              </a:rPr>
              <a:t>Avenue</a:t>
            </a:r>
            <a:endParaRPr sz="1100">
              <a:latin typeface="DM Sans"/>
              <a:cs typeface="DM Sans"/>
            </a:endParaRPr>
          </a:p>
          <a:p>
            <a:pPr marL="6419" marR="737668">
              <a:lnSpc>
                <a:spcPct val="120000"/>
              </a:lnSpc>
            </a:pPr>
            <a:r>
              <a:rPr sz="1100" spc="-7" err="1">
                <a:solidFill>
                  <a:srgbClr val="FFFFFF"/>
                </a:solidFill>
                <a:latin typeface="DM Sans"/>
                <a:cs typeface="DM Sans"/>
              </a:rPr>
              <a:t>Tachbrook</a:t>
            </a:r>
            <a:r>
              <a:rPr sz="1100" spc="-47">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a:solidFill>
                  <a:srgbClr val="FFFFFF"/>
                </a:solidFill>
                <a:latin typeface="DM Sans"/>
                <a:cs typeface="DM Sans"/>
              </a:rPr>
              <a:t>Warwick,</a:t>
            </a:r>
            <a:r>
              <a:rPr sz="1100" spc="-47">
                <a:solidFill>
                  <a:srgbClr val="FFFFFF"/>
                </a:solidFill>
                <a:latin typeface="DM Sans"/>
                <a:cs typeface="DM Sans"/>
              </a:rPr>
              <a:t> </a:t>
            </a:r>
            <a:r>
              <a:rPr sz="1100" spc="-12">
                <a:solidFill>
                  <a:srgbClr val="FFFFFF"/>
                </a:solidFill>
                <a:latin typeface="DM Sans"/>
                <a:cs typeface="DM Sans"/>
              </a:rPr>
              <a:t>UK</a:t>
            </a:r>
            <a:br>
              <a:rPr lang="en-GB" sz="1100" spc="-12">
                <a:solidFill>
                  <a:srgbClr val="FFFFFF"/>
                </a:solidFill>
                <a:latin typeface="DM Sans"/>
                <a:cs typeface="DM Sans"/>
              </a:rPr>
            </a:br>
            <a:r>
              <a:rPr sz="1100">
                <a:solidFill>
                  <a:srgbClr val="FFFFFF"/>
                </a:solidFill>
                <a:latin typeface="DM Sans"/>
                <a:cs typeface="DM Sans"/>
              </a:rPr>
              <a:t>CV34</a:t>
            </a:r>
            <a:r>
              <a:rPr sz="1100" spc="-19">
                <a:solidFill>
                  <a:srgbClr val="FFFFFF"/>
                </a:solidFill>
                <a:latin typeface="DM Sans"/>
                <a:cs typeface="DM Sans"/>
              </a:rPr>
              <a:t> </a:t>
            </a:r>
            <a:r>
              <a:rPr sz="1100" spc="-12">
                <a:solidFill>
                  <a:srgbClr val="FFFFFF"/>
                </a:solidFill>
                <a:latin typeface="DM Sans"/>
                <a:cs typeface="DM Sans"/>
              </a:rPr>
              <a:t>6RJ</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31">
                <a:solidFill>
                  <a:srgbClr val="FFFFFF"/>
                </a:solidFill>
                <a:latin typeface="DM Sans"/>
                <a:cs typeface="DM Sans"/>
              </a:rPr>
              <a:t> </a:t>
            </a:r>
            <a:r>
              <a:rPr sz="1100">
                <a:solidFill>
                  <a:srgbClr val="FFFFFF"/>
                </a:solidFill>
                <a:latin typeface="DM Sans"/>
                <a:cs typeface="DM Sans"/>
              </a:rPr>
              <a:t>+44</a:t>
            </a:r>
            <a:r>
              <a:rPr sz="1100" spc="-28">
                <a:solidFill>
                  <a:srgbClr val="FFFFFF"/>
                </a:solidFill>
                <a:latin typeface="DM Sans"/>
                <a:cs typeface="DM Sans"/>
              </a:rPr>
              <a:t> </a:t>
            </a:r>
            <a:r>
              <a:rPr sz="1100" spc="-11">
                <a:solidFill>
                  <a:srgbClr val="FFFFFF"/>
                </a:solidFill>
                <a:latin typeface="DM Sans"/>
                <a:cs typeface="DM Sans"/>
              </a:rPr>
              <a:t>(0)</a:t>
            </a:r>
            <a:r>
              <a:rPr sz="1100" spc="-31">
                <a:solidFill>
                  <a:srgbClr val="FFFFFF"/>
                </a:solidFill>
                <a:latin typeface="DM Sans"/>
                <a:cs typeface="DM Sans"/>
              </a:rPr>
              <a:t> </a:t>
            </a:r>
            <a:r>
              <a:rPr sz="1100">
                <a:solidFill>
                  <a:srgbClr val="FFFFFF"/>
                </a:solidFill>
                <a:latin typeface="DM Sans"/>
                <a:cs typeface="DM Sans"/>
              </a:rPr>
              <a:t>8443</a:t>
            </a:r>
            <a:r>
              <a:rPr sz="1100" spc="-28">
                <a:solidFill>
                  <a:srgbClr val="FFFFFF"/>
                </a:solidFill>
                <a:latin typeface="DM Sans"/>
                <a:cs typeface="DM Sans"/>
              </a:rPr>
              <a:t> </a:t>
            </a:r>
            <a:r>
              <a:rPr sz="1100">
                <a:solidFill>
                  <a:srgbClr val="FFFFFF"/>
                </a:solidFill>
                <a:latin typeface="DM Sans"/>
                <a:cs typeface="DM Sans"/>
              </a:rPr>
              <a:t>759</a:t>
            </a:r>
            <a:r>
              <a:rPr sz="1100" spc="-28">
                <a:solidFill>
                  <a:srgbClr val="FFFFFF"/>
                </a:solidFill>
                <a:latin typeface="DM Sans"/>
                <a:cs typeface="DM Sans"/>
              </a:rPr>
              <a:t> </a:t>
            </a:r>
            <a:r>
              <a:rPr sz="1100" spc="-12">
                <a:solidFill>
                  <a:srgbClr val="FFFFFF"/>
                </a:solidFill>
                <a:latin typeface="DM Sans"/>
                <a:cs typeface="DM Sans"/>
              </a:rPr>
              <a:t>685</a:t>
            </a:r>
            <a:endParaRPr sz="1100">
              <a:latin typeface="DM Sans"/>
              <a:cs typeface="DM Sans"/>
            </a:endParaRPr>
          </a:p>
        </p:txBody>
      </p:sp>
      <p:sp>
        <p:nvSpPr>
          <p:cNvPr id="14" name="object 5">
            <a:extLst>
              <a:ext uri="{FF2B5EF4-FFF2-40B4-BE49-F238E27FC236}">
                <a16:creationId xmlns:a16="http://schemas.microsoft.com/office/drawing/2014/main" id="{6A3C39D7-D3DF-5D8A-DB08-939B708E7FE3}"/>
              </a:ext>
            </a:extLst>
          </p:cNvPr>
          <p:cNvSpPr txBox="1"/>
          <p:nvPr userDrawn="1"/>
        </p:nvSpPr>
        <p:spPr>
          <a:xfrm>
            <a:off x="323319" y="4869200"/>
            <a:ext cx="2295732" cy="1291396"/>
          </a:xfrm>
          <a:prstGeom prst="rect">
            <a:avLst/>
          </a:prstGeom>
        </p:spPr>
        <p:txBody>
          <a:bodyPr vert="horz" wrap="square" lIns="0" tIns="31449" rIns="0" bIns="0" rtlCol="0">
            <a:spAutoFit/>
          </a:bodyPr>
          <a:lstStyle/>
          <a:p>
            <a:pPr marL="6419">
              <a:lnSpc>
                <a:spcPct val="120000"/>
              </a:lnSpc>
              <a:spcBef>
                <a:spcPts val="248"/>
              </a:spcBef>
            </a:pPr>
            <a:r>
              <a:rPr sz="1100" spc="87">
                <a:solidFill>
                  <a:schemeClr val="bg2"/>
                </a:solidFill>
                <a:latin typeface="DMSans-Medium"/>
                <a:cs typeface="DMSans-Medium"/>
              </a:rPr>
              <a:t>NORTH</a:t>
            </a:r>
            <a:r>
              <a:rPr sz="1100" spc="219">
                <a:solidFill>
                  <a:schemeClr val="bg2"/>
                </a:solidFill>
                <a:latin typeface="DMSans-Medium"/>
                <a:cs typeface="DMSans-Medium"/>
              </a:rPr>
              <a:t> </a:t>
            </a:r>
            <a:r>
              <a:rPr sz="1100" spc="87">
                <a:solidFill>
                  <a:schemeClr val="bg2"/>
                </a:solidFill>
                <a:latin typeface="DMSans-Medium"/>
                <a:cs typeface="DMSans-Medium"/>
              </a:rPr>
              <a:t>AMERICA</a:t>
            </a:r>
            <a:endParaRPr sz="1100">
              <a:solidFill>
                <a:schemeClr val="bg2"/>
              </a:solidFill>
              <a:latin typeface="DMSans-Medium"/>
              <a:cs typeface="DMSans-Medium"/>
            </a:endParaRPr>
          </a:p>
          <a:p>
            <a:pPr marL="6419">
              <a:lnSpc>
                <a:spcPct val="120000"/>
              </a:lnSpc>
              <a:spcBef>
                <a:spcPts val="200"/>
              </a:spcBef>
            </a:pPr>
            <a:r>
              <a:rPr sz="1100">
                <a:solidFill>
                  <a:srgbClr val="FFFFFF"/>
                </a:solidFill>
                <a:latin typeface="DM Sans"/>
                <a:cs typeface="DM Sans"/>
              </a:rPr>
              <a:t>6001 Cass </a:t>
            </a:r>
            <a:r>
              <a:rPr sz="1100" spc="-7">
                <a:solidFill>
                  <a:srgbClr val="FFFFFF"/>
                </a:solidFill>
                <a:latin typeface="DM Sans"/>
                <a:cs typeface="DM Sans"/>
              </a:rPr>
              <a:t>Avenue</a:t>
            </a:r>
            <a:endParaRPr sz="1100">
              <a:latin typeface="DM Sans"/>
              <a:cs typeface="DM Sans"/>
            </a:endParaRPr>
          </a:p>
          <a:p>
            <a:pPr marL="6419" marR="497981">
              <a:lnSpc>
                <a:spcPct val="120000"/>
              </a:lnSpc>
              <a:spcBef>
                <a:spcPts val="3"/>
              </a:spcBef>
            </a:pPr>
            <a:r>
              <a:rPr sz="1100">
                <a:solidFill>
                  <a:srgbClr val="FFFFFF"/>
                </a:solidFill>
                <a:latin typeface="DM Sans"/>
                <a:cs typeface="DM Sans"/>
              </a:rPr>
              <a:t>Suite</a:t>
            </a:r>
            <a:r>
              <a:rPr sz="1100" spc="-16">
                <a:solidFill>
                  <a:srgbClr val="FFFFFF"/>
                </a:solidFill>
                <a:latin typeface="DM Sans"/>
                <a:cs typeface="DM Sans"/>
              </a:rPr>
              <a:t> </a:t>
            </a:r>
            <a:r>
              <a:rPr sz="1100" spc="-12">
                <a:solidFill>
                  <a:srgbClr val="FFFFFF"/>
                </a:solidFill>
                <a:latin typeface="DM Sans"/>
                <a:cs typeface="DM Sans"/>
              </a:rPr>
              <a:t>600</a:t>
            </a:r>
            <a:br>
              <a:rPr lang="en-GB" sz="1100" spc="-12">
                <a:solidFill>
                  <a:srgbClr val="FFFFFF"/>
                </a:solidFill>
                <a:latin typeface="DM Sans"/>
                <a:cs typeface="DM Sans"/>
              </a:rPr>
            </a:br>
            <a:r>
              <a:rPr sz="1100">
                <a:solidFill>
                  <a:srgbClr val="FFFFFF"/>
                </a:solidFill>
                <a:latin typeface="DM Sans"/>
                <a:cs typeface="DM Sans"/>
              </a:rPr>
              <a:t>Detroit</a:t>
            </a:r>
            <a:r>
              <a:rPr sz="1100" spc="-36">
                <a:solidFill>
                  <a:srgbClr val="FFFFFF"/>
                </a:solidFill>
                <a:latin typeface="DM Sans"/>
                <a:cs typeface="DM Sans"/>
              </a:rPr>
              <a:t> </a:t>
            </a:r>
            <a:r>
              <a:rPr sz="1100" spc="-12">
                <a:solidFill>
                  <a:srgbClr val="FFFFFF"/>
                </a:solidFill>
                <a:latin typeface="DM Sans"/>
                <a:cs typeface="DM Sans"/>
              </a:rPr>
              <a:t>MI</a:t>
            </a:r>
            <a:br>
              <a:rPr lang="en-GB" sz="1100" spc="-12">
                <a:solidFill>
                  <a:srgbClr val="FFFFFF"/>
                </a:solidFill>
                <a:latin typeface="DM Sans"/>
                <a:cs typeface="DM Sans"/>
              </a:rPr>
            </a:br>
            <a:r>
              <a:rPr sz="1100">
                <a:solidFill>
                  <a:srgbClr val="FFFFFF"/>
                </a:solidFill>
                <a:latin typeface="DM Sans"/>
                <a:cs typeface="DM Sans"/>
              </a:rPr>
              <a:t>USA </a:t>
            </a:r>
            <a:r>
              <a:rPr sz="1100" spc="-11">
                <a:solidFill>
                  <a:srgbClr val="FFFFFF"/>
                </a:solidFill>
                <a:latin typeface="DM Sans"/>
                <a:cs typeface="DM Sans"/>
              </a:rPr>
              <a:t>48202</a:t>
            </a:r>
            <a:endParaRPr sz="1100">
              <a:latin typeface="DM Sans"/>
              <a:cs typeface="DM Sans"/>
            </a:endParaRPr>
          </a:p>
          <a:p>
            <a:pPr marL="6419">
              <a:lnSpc>
                <a:spcPct val="120000"/>
              </a:lnSpc>
              <a:spcBef>
                <a:spcPts val="200"/>
              </a:spcBef>
            </a:pPr>
            <a:r>
              <a:rPr sz="1100" spc="-11">
                <a:solidFill>
                  <a:srgbClr val="FFFFFF"/>
                </a:solidFill>
                <a:latin typeface="DM Sans"/>
                <a:cs typeface="DM Sans"/>
              </a:rPr>
              <a:t>Tel:</a:t>
            </a:r>
            <a:r>
              <a:rPr sz="1100" spc="-16">
                <a:solidFill>
                  <a:srgbClr val="FFFFFF"/>
                </a:solidFill>
                <a:latin typeface="DM Sans"/>
                <a:cs typeface="DM Sans"/>
              </a:rPr>
              <a:t> </a:t>
            </a:r>
            <a:r>
              <a:rPr sz="1100">
                <a:solidFill>
                  <a:srgbClr val="FFFFFF"/>
                </a:solidFill>
                <a:latin typeface="DM Sans"/>
                <a:cs typeface="DM Sans"/>
              </a:rPr>
              <a:t>+1</a:t>
            </a:r>
            <a:r>
              <a:rPr sz="1100" spc="-16">
                <a:solidFill>
                  <a:srgbClr val="FFFFFF"/>
                </a:solidFill>
                <a:latin typeface="DM Sans"/>
                <a:cs typeface="DM Sans"/>
              </a:rPr>
              <a:t> </a:t>
            </a:r>
            <a:r>
              <a:rPr sz="1100">
                <a:solidFill>
                  <a:srgbClr val="FFFFFF"/>
                </a:solidFill>
                <a:latin typeface="DM Sans"/>
                <a:cs typeface="DM Sans"/>
              </a:rPr>
              <a:t>248</a:t>
            </a:r>
            <a:r>
              <a:rPr sz="1100" spc="-16">
                <a:solidFill>
                  <a:srgbClr val="FFFFFF"/>
                </a:solidFill>
                <a:latin typeface="DM Sans"/>
                <a:cs typeface="DM Sans"/>
              </a:rPr>
              <a:t> </a:t>
            </a:r>
            <a:r>
              <a:rPr sz="1100">
                <a:solidFill>
                  <a:srgbClr val="FFFFFF"/>
                </a:solidFill>
                <a:latin typeface="DM Sans"/>
                <a:cs typeface="DM Sans"/>
              </a:rPr>
              <a:t>426</a:t>
            </a:r>
            <a:r>
              <a:rPr sz="1100" spc="-16">
                <a:solidFill>
                  <a:srgbClr val="FFFFFF"/>
                </a:solidFill>
                <a:latin typeface="DM Sans"/>
                <a:cs typeface="DM Sans"/>
              </a:rPr>
              <a:t> </a:t>
            </a:r>
            <a:r>
              <a:rPr sz="1100" spc="-11">
                <a:solidFill>
                  <a:srgbClr val="FFFFFF"/>
                </a:solidFill>
                <a:latin typeface="DM Sans"/>
                <a:cs typeface="DM Sans"/>
              </a:rPr>
              <a:t>1482</a:t>
            </a:r>
            <a:endParaRPr sz="1100">
              <a:latin typeface="DM Sans"/>
              <a:cs typeface="DM Sans"/>
            </a:endParaRPr>
          </a:p>
        </p:txBody>
      </p:sp>
      <p:sp>
        <p:nvSpPr>
          <p:cNvPr id="16" name="object 7">
            <a:extLst>
              <a:ext uri="{FF2B5EF4-FFF2-40B4-BE49-F238E27FC236}">
                <a16:creationId xmlns:a16="http://schemas.microsoft.com/office/drawing/2014/main" id="{923C88B8-5438-2D75-3F88-60E1DEB762A3}"/>
              </a:ext>
            </a:extLst>
          </p:cNvPr>
          <p:cNvSpPr txBox="1"/>
          <p:nvPr userDrawn="1"/>
        </p:nvSpPr>
        <p:spPr>
          <a:xfrm>
            <a:off x="9742353" y="1921197"/>
            <a:ext cx="2233747" cy="1739582"/>
          </a:xfrm>
          <a:prstGeom prst="rect">
            <a:avLst/>
          </a:prstGeom>
        </p:spPr>
        <p:txBody>
          <a:bodyPr vert="horz" wrap="square" lIns="0" tIns="6099" rIns="0" bIns="0" rtlCol="0">
            <a:spAutoFit/>
          </a:bodyPr>
          <a:lstStyle/>
          <a:p>
            <a:pPr marL="198294" marR="577236">
              <a:lnSpc>
                <a:spcPct val="150000"/>
              </a:lnSpc>
              <a:spcBef>
                <a:spcPts val="48"/>
              </a:spcBef>
            </a:pPr>
            <a:r>
              <a:rPr sz="1100" spc="-7">
                <a:solidFill>
                  <a:srgbClr val="FFFFFF"/>
                </a:solidFill>
                <a:latin typeface="DM Sans"/>
                <a:cs typeface="DM Sans"/>
              </a:rPr>
              <a:t>/</a:t>
            </a:r>
            <a:r>
              <a:rPr sz="1100" spc="-7" err="1">
                <a:solidFill>
                  <a:srgbClr val="FFFFFF"/>
                </a:solidFill>
                <a:latin typeface="DM Sans"/>
                <a:cs typeface="DM Sans"/>
              </a:rPr>
              <a:t>TataTechnologies</a:t>
            </a:r>
            <a:r>
              <a:rPr sz="1100" spc="-7">
                <a:solidFill>
                  <a:srgbClr val="FFFFFF"/>
                </a:solidFill>
                <a:latin typeface="DM Sans"/>
                <a:cs typeface="DM Sans"/>
              </a:rPr>
              <a:t> </a:t>
            </a:r>
            <a:br>
              <a:rPr lang="en-GB" sz="1100" spc="-7">
                <a:solidFill>
                  <a:srgbClr val="FFFFFF"/>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TataTech_News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/TataTechnologies</a:t>
            </a:r>
            <a:endParaRPr sz="1100">
              <a:latin typeface="DM Sans"/>
              <a:cs typeface="DM Sans"/>
            </a:endParaRPr>
          </a:p>
          <a:p>
            <a:pPr marL="6419">
              <a:lnSpc>
                <a:spcPct val="150000"/>
              </a:lnSpc>
              <a:spcBef>
                <a:spcPts val="959"/>
              </a:spcBef>
            </a:pPr>
            <a:r>
              <a:rPr sz="1600" spc="-7">
                <a:solidFill>
                  <a:schemeClr val="bg2"/>
                </a:solidFill>
                <a:latin typeface="DM Sans"/>
                <a:cs typeface="DM Sans"/>
              </a:rPr>
              <a:t>tatatechnologies.com</a:t>
            </a:r>
            <a:endParaRPr sz="1600">
              <a:solidFill>
                <a:schemeClr val="bg2"/>
              </a:solidFill>
              <a:latin typeface="DM Sans"/>
              <a:cs typeface="DM Sans"/>
            </a:endParaRPr>
          </a:p>
        </p:txBody>
      </p:sp>
      <p:pic>
        <p:nvPicPr>
          <p:cNvPr id="25" name="Graphic 24">
            <a:extLst>
              <a:ext uri="{FF2B5EF4-FFF2-40B4-BE49-F238E27FC236}">
                <a16:creationId xmlns:a16="http://schemas.microsoft.com/office/drawing/2014/main" id="{9E75AABC-1D3F-ED3D-D014-E03BF4DD33A5}"/>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750004" y="2021240"/>
            <a:ext cx="132408" cy="132408"/>
          </a:xfrm>
          <a:prstGeom prst="rect">
            <a:avLst/>
          </a:prstGeom>
        </p:spPr>
      </p:pic>
      <p:pic>
        <p:nvPicPr>
          <p:cNvPr id="27" name="Graphic 26">
            <a:extLst>
              <a:ext uri="{FF2B5EF4-FFF2-40B4-BE49-F238E27FC236}">
                <a16:creationId xmlns:a16="http://schemas.microsoft.com/office/drawing/2014/main" id="{D1F38D71-2C71-CD1F-67F5-81B2893EF010}"/>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41177" y="3002251"/>
            <a:ext cx="146107" cy="136976"/>
          </a:xfrm>
          <a:prstGeom prst="rect">
            <a:avLst/>
          </a:prstGeom>
        </p:spPr>
      </p:pic>
      <p:pic>
        <p:nvPicPr>
          <p:cNvPr id="31" name="Picture 30">
            <a:extLst>
              <a:ext uri="{FF2B5EF4-FFF2-40B4-BE49-F238E27FC236}">
                <a16:creationId xmlns:a16="http://schemas.microsoft.com/office/drawing/2014/main" id="{13A46D62-9014-4131-D10C-A48F66076732}"/>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b="-3480"/>
          <a:stretch/>
        </p:blipFill>
        <p:spPr>
          <a:xfrm>
            <a:off x="9733028" y="2771735"/>
            <a:ext cx="166369" cy="113863"/>
          </a:xfrm>
          <a:prstGeom prst="rect">
            <a:avLst/>
          </a:prstGeom>
        </p:spPr>
      </p:pic>
      <p:pic>
        <p:nvPicPr>
          <p:cNvPr id="33" name="Graphic 32">
            <a:extLst>
              <a:ext uri="{FF2B5EF4-FFF2-40B4-BE49-F238E27FC236}">
                <a16:creationId xmlns:a16="http://schemas.microsoft.com/office/drawing/2014/main" id="{D16FBCCA-8A9C-57F9-EB5A-94CAD1FA3A4D}"/>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750004" y="2274945"/>
            <a:ext cx="132408" cy="132408"/>
          </a:xfrm>
          <a:prstGeom prst="rect">
            <a:avLst/>
          </a:prstGeom>
        </p:spPr>
      </p:pic>
      <p:grpSp>
        <p:nvGrpSpPr>
          <p:cNvPr id="37" name="Group 36">
            <a:extLst>
              <a:ext uri="{FF2B5EF4-FFF2-40B4-BE49-F238E27FC236}">
                <a16:creationId xmlns:a16="http://schemas.microsoft.com/office/drawing/2014/main" id="{012E4E5D-C822-2EBA-AF22-2AEE010CC154}"/>
              </a:ext>
            </a:extLst>
          </p:cNvPr>
          <p:cNvGrpSpPr/>
          <p:nvPr userDrawn="1"/>
        </p:nvGrpSpPr>
        <p:grpSpPr>
          <a:xfrm>
            <a:off x="11084200" y="316628"/>
            <a:ext cx="761725" cy="157981"/>
            <a:chOff x="9242701" y="249950"/>
            <a:chExt cx="652960" cy="135423"/>
          </a:xfrm>
        </p:grpSpPr>
        <p:sp>
          <p:nvSpPr>
            <p:cNvPr id="38" name="object 6">
              <a:extLst>
                <a:ext uri="{FF2B5EF4-FFF2-40B4-BE49-F238E27FC236}">
                  <a16:creationId xmlns:a16="http://schemas.microsoft.com/office/drawing/2014/main" id="{F5A0F20E-7471-B72F-242E-62B531EBBA02}"/>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39" name="object 7">
              <a:extLst>
                <a:ext uri="{FF2B5EF4-FFF2-40B4-BE49-F238E27FC236}">
                  <a16:creationId xmlns:a16="http://schemas.microsoft.com/office/drawing/2014/main" id="{0FA289AB-5950-69E5-7E38-BD63CD501E91}"/>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40" name="object 8">
              <a:extLst>
                <a:ext uri="{FF2B5EF4-FFF2-40B4-BE49-F238E27FC236}">
                  <a16:creationId xmlns:a16="http://schemas.microsoft.com/office/drawing/2014/main" id="{CB03E7B7-4899-9258-ACC1-BF186B9180B6}"/>
                </a:ext>
              </a:extLst>
            </p:cNvPr>
            <p:cNvGrpSpPr/>
            <p:nvPr/>
          </p:nvGrpSpPr>
          <p:grpSpPr>
            <a:xfrm>
              <a:off x="9242701" y="249950"/>
              <a:ext cx="202816" cy="135423"/>
              <a:chOff x="18288992" y="494982"/>
              <a:chExt cx="401320" cy="267970"/>
            </a:xfrm>
          </p:grpSpPr>
          <p:sp>
            <p:nvSpPr>
              <p:cNvPr id="46" name="object 9">
                <a:extLst>
                  <a:ext uri="{FF2B5EF4-FFF2-40B4-BE49-F238E27FC236}">
                    <a16:creationId xmlns:a16="http://schemas.microsoft.com/office/drawing/2014/main" id="{87FADE85-A416-FC74-7EB3-B815C06B922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7" name="object 10">
                <a:extLst>
                  <a:ext uri="{FF2B5EF4-FFF2-40B4-BE49-F238E27FC236}">
                    <a16:creationId xmlns:a16="http://schemas.microsoft.com/office/drawing/2014/main" id="{6652C85E-10AB-F076-C344-1B1811E88CA1}"/>
                  </a:ext>
                </a:extLst>
              </p:cNvPr>
              <p:cNvPicPr/>
              <p:nvPr/>
            </p:nvPicPr>
            <p:blipFill>
              <a:blip r:embed="rId9"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8" name="object 11">
                <a:extLst>
                  <a:ext uri="{FF2B5EF4-FFF2-40B4-BE49-F238E27FC236}">
                    <a16:creationId xmlns:a16="http://schemas.microsoft.com/office/drawing/2014/main" id="{430224B0-A0D4-0745-0A0A-F95198FAD892}"/>
                  </a:ext>
                </a:extLst>
              </p:cNvPr>
              <p:cNvPicPr/>
              <p:nvPr/>
            </p:nvPicPr>
            <p:blipFill>
              <a:blip r:embed="rId10"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41" name="object 22">
              <a:extLst>
                <a:ext uri="{FF2B5EF4-FFF2-40B4-BE49-F238E27FC236}">
                  <a16:creationId xmlns:a16="http://schemas.microsoft.com/office/drawing/2014/main" id="{8826A970-02DC-C41C-A705-05879B32AE3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42" name="object 23">
              <a:extLst>
                <a:ext uri="{FF2B5EF4-FFF2-40B4-BE49-F238E27FC236}">
                  <a16:creationId xmlns:a16="http://schemas.microsoft.com/office/drawing/2014/main" id="{37D147A8-D3E3-B4B6-EDBB-19B01B294B22}"/>
                </a:ext>
              </a:extLst>
            </p:cNvPr>
            <p:cNvGrpSpPr/>
            <p:nvPr/>
          </p:nvGrpSpPr>
          <p:grpSpPr>
            <a:xfrm>
              <a:off x="9242701" y="249950"/>
              <a:ext cx="202816" cy="135423"/>
              <a:chOff x="18288992" y="494982"/>
              <a:chExt cx="401320" cy="267970"/>
            </a:xfrm>
          </p:grpSpPr>
          <p:sp>
            <p:nvSpPr>
              <p:cNvPr id="43" name="object 24">
                <a:extLst>
                  <a:ext uri="{FF2B5EF4-FFF2-40B4-BE49-F238E27FC236}">
                    <a16:creationId xmlns:a16="http://schemas.microsoft.com/office/drawing/2014/main" id="{112D2006-19F3-7134-0287-D1CCD0E61AA6}"/>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4" name="object 25">
                <a:extLst>
                  <a:ext uri="{FF2B5EF4-FFF2-40B4-BE49-F238E27FC236}">
                    <a16:creationId xmlns:a16="http://schemas.microsoft.com/office/drawing/2014/main" id="{CFF13B7E-B12D-6EFA-970E-24B4B87CA339}"/>
                  </a:ext>
                </a:extLst>
              </p:cNvPr>
              <p:cNvPicPr/>
              <p:nvPr/>
            </p:nvPicPr>
            <p:blipFill>
              <a:blip r:embed="rId9"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5" name="object 26">
                <a:extLst>
                  <a:ext uri="{FF2B5EF4-FFF2-40B4-BE49-F238E27FC236}">
                    <a16:creationId xmlns:a16="http://schemas.microsoft.com/office/drawing/2014/main" id="{1CDE3C13-1150-B6C6-1277-D870DCCDD718}"/>
                  </a:ext>
                </a:extLst>
              </p:cNvPr>
              <p:cNvPicPr/>
              <p:nvPr/>
            </p:nvPicPr>
            <p:blipFill>
              <a:blip r:embed="rId10"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53" name="TextBox 52">
            <a:extLst>
              <a:ext uri="{FF2B5EF4-FFF2-40B4-BE49-F238E27FC236}">
                <a16:creationId xmlns:a16="http://schemas.microsoft.com/office/drawing/2014/main" id="{23F6EF5E-0034-969A-562B-6DE58C861065}"/>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2" name="Rectangle 1">
            <a:hlinkClick r:id="rId11"/>
            <a:extLst>
              <a:ext uri="{FF2B5EF4-FFF2-40B4-BE49-F238E27FC236}">
                <a16:creationId xmlns:a16="http://schemas.microsoft.com/office/drawing/2014/main" id="{EA0A9CE0-2443-7657-7D67-B984454063A3}"/>
              </a:ext>
            </a:extLst>
          </p:cNvPr>
          <p:cNvSpPr/>
          <p:nvPr userDrawn="1"/>
        </p:nvSpPr>
        <p:spPr>
          <a:xfrm>
            <a:off x="9685821" y="3384056"/>
            <a:ext cx="2156931" cy="2682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solidFill>
                <a:schemeClr val="bg2"/>
              </a:solidFill>
            </a:endParaRPr>
          </a:p>
        </p:txBody>
      </p:sp>
      <p:sp>
        <p:nvSpPr>
          <p:cNvPr id="4" name="Rectangle 3">
            <a:hlinkClick r:id="rId12"/>
            <a:extLst>
              <a:ext uri="{FF2B5EF4-FFF2-40B4-BE49-F238E27FC236}">
                <a16:creationId xmlns:a16="http://schemas.microsoft.com/office/drawing/2014/main" id="{9997344F-AC4E-EBFA-CE24-28B5CA194E53}"/>
              </a:ext>
            </a:extLst>
          </p:cNvPr>
          <p:cNvSpPr/>
          <p:nvPr userDrawn="1"/>
        </p:nvSpPr>
        <p:spPr>
          <a:xfrm>
            <a:off x="9684260" y="1988457"/>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 name="Rectangle 4">
            <a:hlinkClick r:id="rId13"/>
            <a:extLst>
              <a:ext uri="{FF2B5EF4-FFF2-40B4-BE49-F238E27FC236}">
                <a16:creationId xmlns:a16="http://schemas.microsoft.com/office/drawing/2014/main" id="{DD55A451-76D9-B0B8-7A8F-74F6E1F99879}"/>
              </a:ext>
            </a:extLst>
          </p:cNvPr>
          <p:cNvSpPr/>
          <p:nvPr userDrawn="1"/>
        </p:nvSpPr>
        <p:spPr>
          <a:xfrm>
            <a:off x="9684260" y="224971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 name="Rectangle 5">
            <a:hlinkClick r:id="rId14"/>
            <a:extLst>
              <a:ext uri="{FF2B5EF4-FFF2-40B4-BE49-F238E27FC236}">
                <a16:creationId xmlns:a16="http://schemas.microsoft.com/office/drawing/2014/main" id="{244F253B-A647-AE1C-D65F-12DEFD28A780}"/>
              </a:ext>
            </a:extLst>
          </p:cNvPr>
          <p:cNvSpPr/>
          <p:nvPr userDrawn="1"/>
        </p:nvSpPr>
        <p:spPr>
          <a:xfrm>
            <a:off x="9684255" y="2481943"/>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 name="Rectangle 6">
            <a:hlinkClick r:id="rId15"/>
            <a:extLst>
              <a:ext uri="{FF2B5EF4-FFF2-40B4-BE49-F238E27FC236}">
                <a16:creationId xmlns:a16="http://schemas.microsoft.com/office/drawing/2014/main" id="{0FA5D3DA-D797-8DEE-A0B9-5A3FAE1C01AE}"/>
              </a:ext>
            </a:extLst>
          </p:cNvPr>
          <p:cNvSpPr/>
          <p:nvPr userDrawn="1"/>
        </p:nvSpPr>
        <p:spPr>
          <a:xfrm>
            <a:off x="9684260" y="2735943"/>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11" name="Rectangle 10">
            <a:hlinkClick r:id="rId16"/>
            <a:extLst>
              <a:ext uri="{FF2B5EF4-FFF2-40B4-BE49-F238E27FC236}">
                <a16:creationId xmlns:a16="http://schemas.microsoft.com/office/drawing/2014/main" id="{2B726772-FD7D-82FD-0C0F-DAC13697EFC1}"/>
              </a:ext>
            </a:extLst>
          </p:cNvPr>
          <p:cNvSpPr/>
          <p:nvPr userDrawn="1"/>
        </p:nvSpPr>
        <p:spPr>
          <a:xfrm>
            <a:off x="9684260" y="2982687"/>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3" name="Picture 2">
            <a:extLst>
              <a:ext uri="{FF2B5EF4-FFF2-40B4-BE49-F238E27FC236}">
                <a16:creationId xmlns:a16="http://schemas.microsoft.com/office/drawing/2014/main" id="{A9EF29E6-1834-CC89-E241-4A65B6C2A81D}"/>
              </a:ext>
            </a:extLst>
          </p:cNvPr>
          <p:cNvPicPr>
            <a:picLocks noChangeAspect="1"/>
          </p:cNvPicPr>
          <p:nvPr userDrawn="1"/>
        </p:nvPicPr>
        <p:blipFill>
          <a:blip r:embed="rId17"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17" name="Graphic 16">
            <a:extLst>
              <a:ext uri="{FF2B5EF4-FFF2-40B4-BE49-F238E27FC236}">
                <a16:creationId xmlns:a16="http://schemas.microsoft.com/office/drawing/2014/main" id="{F589384E-9CF1-3065-EDEC-92FA446AB0D0}"/>
              </a:ext>
            </a:extLst>
          </p:cNvPr>
          <p:cNvPicPr>
            <a:picLocks noChangeAspect="1"/>
          </p:cNvPicPr>
          <p:nvPr userDrawn="1"/>
        </p:nvPicPr>
        <p:blipFill>
          <a:blip r:embed="rId18" cstate="email">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9703997" y="6408073"/>
            <a:ext cx="2135347" cy="168971"/>
          </a:xfrm>
          <a:prstGeom prst="rect">
            <a:avLst/>
          </a:prstGeom>
        </p:spPr>
      </p:pic>
      <p:pic>
        <p:nvPicPr>
          <p:cNvPr id="8" name="Graphic 7">
            <a:extLst>
              <a:ext uri="{FF2B5EF4-FFF2-40B4-BE49-F238E27FC236}">
                <a16:creationId xmlns:a16="http://schemas.microsoft.com/office/drawing/2014/main" id="{23EC1276-B7F0-31B0-2AAD-98EC830BA663}"/>
              </a:ext>
            </a:extLst>
          </p:cNvPr>
          <p:cNvPicPr>
            <a:picLocks noChangeAspect="1"/>
          </p:cNvPicPr>
          <p:nvPr userDrawn="1"/>
        </p:nvPicPr>
        <p:blipFill>
          <a:blip r:embed="rId20" cstate="email">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4249788" y="-659272"/>
            <a:ext cx="4659085" cy="7213520"/>
          </a:xfrm>
          <a:prstGeom prst="rect">
            <a:avLst/>
          </a:prstGeom>
        </p:spPr>
      </p:pic>
      <p:sp>
        <p:nvSpPr>
          <p:cNvPr id="9" name="object 4">
            <a:extLst>
              <a:ext uri="{FF2B5EF4-FFF2-40B4-BE49-F238E27FC236}">
                <a16:creationId xmlns:a16="http://schemas.microsoft.com/office/drawing/2014/main" id="{1BE90B08-1CCE-3333-8B49-E0A5D698153B}"/>
              </a:ext>
            </a:extLst>
          </p:cNvPr>
          <p:cNvSpPr txBox="1"/>
          <p:nvPr userDrawn="1"/>
        </p:nvSpPr>
        <p:spPr>
          <a:xfrm>
            <a:off x="9750005" y="5038798"/>
            <a:ext cx="2089340" cy="1121798"/>
          </a:xfrm>
          <a:prstGeom prst="rect">
            <a:avLst/>
          </a:prstGeom>
        </p:spPr>
        <p:txBody>
          <a:bodyPr vert="horz" wrap="square" lIns="0" tIns="31449" rIns="0" bIns="0" rtlCol="0">
            <a:spAutoFit/>
          </a:bodyPr>
          <a:lstStyle/>
          <a:p>
            <a:pPr marL="6419">
              <a:lnSpc>
                <a:spcPct val="120000"/>
              </a:lnSpc>
              <a:spcBef>
                <a:spcPts val="248"/>
              </a:spcBef>
            </a:pPr>
            <a:r>
              <a:rPr lang="en-IN" sz="900" b="1" spc="0">
                <a:solidFill>
                  <a:schemeClr val="bg2"/>
                </a:solidFill>
                <a:latin typeface="DMSans-Medium"/>
                <a:cs typeface="DMSans-Medium"/>
              </a:rPr>
              <a:t>COPYRIGHT NOTICE</a:t>
            </a:r>
          </a:p>
          <a:p>
            <a:pPr marL="6419">
              <a:lnSpc>
                <a:spcPct val="120000"/>
              </a:lnSpc>
              <a:spcBef>
                <a:spcPts val="248"/>
              </a:spcBef>
            </a:pPr>
            <a:r>
              <a:rPr lang="en-IN" sz="700" spc="0">
                <a:solidFill>
                  <a:schemeClr val="bg1"/>
                </a:solidFill>
                <a:latin typeface="+mn-lt"/>
                <a:cs typeface="DMSans-Medium"/>
              </a:rPr>
              <a:t>All information/content contained herein is the sole property of Tata Technologies Limited or its Licensors. No intellectual property rights are granted by disclosure of its content. The information/content shall not be reproduced or disclosed to a third party without the express written consent of Tata Technologies Limited.</a:t>
            </a:r>
            <a:endParaRPr lang="en-IN" sz="700" spc="0">
              <a:solidFill>
                <a:schemeClr val="bg1"/>
              </a:solidFill>
              <a:latin typeface="+mn-lt"/>
              <a:cs typeface="DM Sans"/>
            </a:endParaRPr>
          </a:p>
        </p:txBody>
      </p:sp>
      <p:pic>
        <p:nvPicPr>
          <p:cNvPr id="10" name="Picture 9">
            <a:extLst>
              <a:ext uri="{FF2B5EF4-FFF2-40B4-BE49-F238E27FC236}">
                <a16:creationId xmlns:a16="http://schemas.microsoft.com/office/drawing/2014/main" id="{ABB86D82-F6FD-D48B-E590-E4A0366A3C02}"/>
              </a:ext>
            </a:extLst>
          </p:cNvPr>
          <p:cNvPicPr>
            <a:picLocks noChangeAspect="1"/>
          </p:cNvPicPr>
          <p:nvPr userDrawn="1"/>
        </p:nvPicPr>
        <p:blipFill>
          <a:blip r:embed="rId22"/>
          <a:stretch>
            <a:fillRect/>
          </a:stretch>
        </p:blipFill>
        <p:spPr>
          <a:xfrm>
            <a:off x="9746021" y="2503581"/>
            <a:ext cx="136391" cy="139259"/>
          </a:xfrm>
          <a:prstGeom prst="rect">
            <a:avLst/>
          </a:prstGeom>
        </p:spPr>
      </p:pic>
      <p:sp>
        <p:nvSpPr>
          <p:cNvPr id="15" name="hcSlideMaster40.Closing slideHeader" descr="Classification: Internal">
            <a:extLst>
              <a:ext uri="{FF2B5EF4-FFF2-40B4-BE49-F238E27FC236}">
                <a16:creationId xmlns:a16="http://schemas.microsoft.com/office/drawing/2014/main" id="{E47D41CB-AC2D-54DF-F285-CFDEF6A915BB}"/>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8059587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s">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A435E51-844A-2141-B90B-A70DBBCD4586}"/>
              </a:ext>
            </a:extLst>
          </p:cNvPr>
          <p:cNvGrpSpPr/>
          <p:nvPr userDrawn="1"/>
        </p:nvGrpSpPr>
        <p:grpSpPr>
          <a:xfrm>
            <a:off x="11084202" y="316459"/>
            <a:ext cx="761727" cy="157980"/>
            <a:chOff x="9242701" y="249950"/>
            <a:chExt cx="652960" cy="135423"/>
          </a:xfrm>
        </p:grpSpPr>
        <p:sp>
          <p:nvSpPr>
            <p:cNvPr id="10" name="object 11">
              <a:extLst>
                <a:ext uri="{FF2B5EF4-FFF2-40B4-BE49-F238E27FC236}">
                  <a16:creationId xmlns:a16="http://schemas.microsoft.com/office/drawing/2014/main" id="{81BD2E13-45B4-E949-3723-6356489E16A1}"/>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1" name="object 12">
              <a:extLst>
                <a:ext uri="{FF2B5EF4-FFF2-40B4-BE49-F238E27FC236}">
                  <a16:creationId xmlns:a16="http://schemas.microsoft.com/office/drawing/2014/main" id="{02532EAD-2FFF-920D-34C9-969D37ECDA30}"/>
                </a:ext>
              </a:extLst>
            </p:cNvPr>
            <p:cNvGrpSpPr/>
            <p:nvPr/>
          </p:nvGrpSpPr>
          <p:grpSpPr>
            <a:xfrm>
              <a:off x="9242701" y="249950"/>
              <a:ext cx="202816" cy="135423"/>
              <a:chOff x="18288992" y="494982"/>
              <a:chExt cx="401320" cy="267970"/>
            </a:xfrm>
          </p:grpSpPr>
          <p:sp>
            <p:nvSpPr>
              <p:cNvPr id="12" name="object 13">
                <a:extLst>
                  <a:ext uri="{FF2B5EF4-FFF2-40B4-BE49-F238E27FC236}">
                    <a16:creationId xmlns:a16="http://schemas.microsoft.com/office/drawing/2014/main" id="{6F8402D7-0D12-D996-14EF-78EDB371B7B8}"/>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3" name="object 14">
                <a:extLst>
                  <a:ext uri="{FF2B5EF4-FFF2-40B4-BE49-F238E27FC236}">
                    <a16:creationId xmlns:a16="http://schemas.microsoft.com/office/drawing/2014/main" id="{0DFC7A20-C017-CE95-7FD8-5CE9BF1F254E}"/>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4" name="object 15">
                <a:extLst>
                  <a:ext uri="{FF2B5EF4-FFF2-40B4-BE49-F238E27FC236}">
                    <a16:creationId xmlns:a16="http://schemas.microsoft.com/office/drawing/2014/main" id="{B6CF14D8-ADE7-8B01-6048-FE97A4CFD2BB}"/>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15" name="Picture 14">
            <a:extLst>
              <a:ext uri="{FF2B5EF4-FFF2-40B4-BE49-F238E27FC236}">
                <a16:creationId xmlns:a16="http://schemas.microsoft.com/office/drawing/2014/main" id="{AB2D3BC4-9F86-13CC-15DD-3323E356022C}"/>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16" name="TextBox 15">
            <a:extLst>
              <a:ext uri="{FF2B5EF4-FFF2-40B4-BE49-F238E27FC236}">
                <a16:creationId xmlns:a16="http://schemas.microsoft.com/office/drawing/2014/main" id="{4B743D94-FB0E-9B5A-7614-A06E99D1E621}"/>
              </a:ext>
            </a:extLst>
          </p:cNvPr>
          <p:cNvSpPr txBox="1"/>
          <p:nvPr userDrawn="1"/>
        </p:nvSpPr>
        <p:spPr>
          <a:xfrm>
            <a:off x="437245" y="6373607"/>
            <a:ext cx="6098875" cy="184666"/>
          </a:xfrm>
          <a:prstGeom prst="rect">
            <a:avLst/>
          </a:prstGeom>
          <a:noFill/>
        </p:spPr>
        <p:txBody>
          <a:bodyPr wrap="square">
            <a:spAutoFit/>
          </a:bodyPr>
          <a:lstStyle>
            <a:defPPr>
              <a:defRPr lang="en-US"/>
            </a:defPPr>
            <a:lvl1pPr>
              <a:defRPr sz="700" spc="-20" baseline="0">
                <a:solidFill>
                  <a:srgbClr val="0000B3"/>
                </a:solidFill>
                <a:effectLst/>
                <a:latin typeface="DM Sans" pitchFamily="2" charset="77"/>
              </a:defRPr>
            </a:lvl1pPr>
          </a:lstStyle>
          <a:p>
            <a:pPr lvl="0"/>
            <a:r>
              <a:rPr lang="en-GB"/>
              <a:t>© Copyright 2025 Tata Technologies. All rights reserved. All other trademarks are trademarks of their respective owners.</a:t>
            </a:r>
          </a:p>
        </p:txBody>
      </p:sp>
      <p:pic>
        <p:nvPicPr>
          <p:cNvPr id="17" name="Graphic 16">
            <a:extLst>
              <a:ext uri="{FF2B5EF4-FFF2-40B4-BE49-F238E27FC236}">
                <a16:creationId xmlns:a16="http://schemas.microsoft.com/office/drawing/2014/main" id="{A3E01C9D-0970-8630-CA3F-FCB69E91126C}"/>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1444" y="6413853"/>
            <a:ext cx="2135345" cy="168971"/>
          </a:xfrm>
          <a:prstGeom prst="rect">
            <a:avLst/>
          </a:prstGeom>
        </p:spPr>
      </p:pic>
      <p:sp>
        <p:nvSpPr>
          <p:cNvPr id="20" name="Title 93">
            <a:extLst>
              <a:ext uri="{FF2B5EF4-FFF2-40B4-BE49-F238E27FC236}">
                <a16:creationId xmlns:a16="http://schemas.microsoft.com/office/drawing/2014/main" id="{CC234BA9-2187-E96D-4312-B104D6FF3DCA}"/>
              </a:ext>
            </a:extLst>
          </p:cNvPr>
          <p:cNvSpPr>
            <a:spLocks noGrp="1"/>
          </p:cNvSpPr>
          <p:nvPr>
            <p:ph type="title" hasCustomPrompt="1"/>
          </p:nvPr>
        </p:nvSpPr>
        <p:spPr>
          <a:xfrm>
            <a:off x="233384" y="780079"/>
            <a:ext cx="10515600" cy="445170"/>
          </a:xfrm>
        </p:spPr>
        <p:txBody>
          <a:bodyPr>
            <a:noAutofit/>
          </a:bodyPr>
          <a:lstStyle>
            <a:lvl1pPr marL="0" algn="l" defTabSz="914354" rtl="0" eaLnBrk="1" latinLnBrk="0" hangingPunct="1">
              <a:lnSpc>
                <a:spcPct val="90000"/>
              </a:lnSpc>
              <a:spcBef>
                <a:spcPts val="0"/>
              </a:spcBef>
              <a:buNone/>
              <a:defRPr lang="en-US" sz="2800" b="0" i="0" kern="1200" dirty="0">
                <a:solidFill>
                  <a:srgbClr val="0000B3"/>
                </a:solidFill>
                <a:latin typeface="DM Sans" pitchFamily="2" charset="77"/>
                <a:ea typeface="+mj-ea"/>
                <a:cs typeface="+mj-cs"/>
              </a:defRPr>
            </a:lvl1pPr>
          </a:lstStyle>
          <a:p>
            <a:r>
              <a:rPr lang="en-GB"/>
              <a:t>Contents</a:t>
            </a:r>
            <a:endParaRPr lang="en-US"/>
          </a:p>
        </p:txBody>
      </p:sp>
      <p:sp>
        <p:nvSpPr>
          <p:cNvPr id="2" name="hcSlideMaster40.ContentsHeader" descr="Classification: Internal">
            <a:extLst>
              <a:ext uri="{FF2B5EF4-FFF2-40B4-BE49-F238E27FC236}">
                <a16:creationId xmlns:a16="http://schemas.microsoft.com/office/drawing/2014/main" id="{A29914B3-52FC-49CA-4F86-3834CE949A82}"/>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US" sz="1200" b="0" i="0" u="none" baseline="0">
                <a:solidFill>
                  <a:srgbClr val="000000"/>
                </a:solidFill>
                <a:latin typeface="Microsoft Sans Serif" panose="020B0604020202020204" pitchFamily="34" charset="0"/>
              </a:rPr>
              <a:t>Classification: </a:t>
            </a:r>
            <a:r>
              <a:rPr lang="en-US"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7748846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5543B039-69D0-2FE4-8325-30AD54A65656}"/>
              </a:ext>
            </a:extLst>
          </p:cNvPr>
          <p:cNvGrpSpPr/>
          <p:nvPr userDrawn="1"/>
        </p:nvGrpSpPr>
        <p:grpSpPr>
          <a:xfrm>
            <a:off x="11084202" y="316459"/>
            <a:ext cx="761727" cy="157980"/>
            <a:chOff x="9242701" y="249950"/>
            <a:chExt cx="652960" cy="135423"/>
          </a:xfrm>
        </p:grpSpPr>
        <p:sp>
          <p:nvSpPr>
            <p:cNvPr id="21" name="object 11">
              <a:extLst>
                <a:ext uri="{FF2B5EF4-FFF2-40B4-BE49-F238E27FC236}">
                  <a16:creationId xmlns:a16="http://schemas.microsoft.com/office/drawing/2014/main" id="{BE153C13-7C39-0143-E8B4-E58FE15F2ABF}"/>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2" name="object 12">
              <a:extLst>
                <a:ext uri="{FF2B5EF4-FFF2-40B4-BE49-F238E27FC236}">
                  <a16:creationId xmlns:a16="http://schemas.microsoft.com/office/drawing/2014/main" id="{CAE4AD85-1AC3-CD92-D9D7-DB0815AA0644}"/>
                </a:ext>
              </a:extLst>
            </p:cNvPr>
            <p:cNvGrpSpPr/>
            <p:nvPr/>
          </p:nvGrpSpPr>
          <p:grpSpPr>
            <a:xfrm>
              <a:off x="9242701" y="249950"/>
              <a:ext cx="202816" cy="135423"/>
              <a:chOff x="18288992" y="494982"/>
              <a:chExt cx="401320" cy="267970"/>
            </a:xfrm>
          </p:grpSpPr>
          <p:sp>
            <p:nvSpPr>
              <p:cNvPr id="23" name="object 13">
                <a:extLst>
                  <a:ext uri="{FF2B5EF4-FFF2-40B4-BE49-F238E27FC236}">
                    <a16:creationId xmlns:a16="http://schemas.microsoft.com/office/drawing/2014/main" id="{5FF36A7C-B53C-0583-598B-FC8C3E6A6F9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4" name="object 14">
                <a:extLst>
                  <a:ext uri="{FF2B5EF4-FFF2-40B4-BE49-F238E27FC236}">
                    <a16:creationId xmlns:a16="http://schemas.microsoft.com/office/drawing/2014/main" id="{BC3EDFDA-0133-AE5F-F23E-C69E884815CF}"/>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15">
                <a:extLst>
                  <a:ext uri="{FF2B5EF4-FFF2-40B4-BE49-F238E27FC236}">
                    <a16:creationId xmlns:a16="http://schemas.microsoft.com/office/drawing/2014/main" id="{EA6E9E1C-315D-339C-C783-CD59E6205B16}"/>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 name="TextBox 2">
            <a:extLst>
              <a:ext uri="{FF2B5EF4-FFF2-40B4-BE49-F238E27FC236}">
                <a16:creationId xmlns:a16="http://schemas.microsoft.com/office/drawing/2014/main" id="{8BDDE7DD-8D05-9582-547C-E9A9E833BD53}"/>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sp>
        <p:nvSpPr>
          <p:cNvPr id="4" name="Slide Number Placeholder 2">
            <a:extLst>
              <a:ext uri="{FF2B5EF4-FFF2-40B4-BE49-F238E27FC236}">
                <a16:creationId xmlns:a16="http://schemas.microsoft.com/office/drawing/2014/main" id="{E361AAAF-7697-6B20-1044-B26A700DB3CC}"/>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a:t>
            </a:fld>
            <a:endParaRPr lang="en-GB"/>
          </a:p>
        </p:txBody>
      </p:sp>
      <p:pic>
        <p:nvPicPr>
          <p:cNvPr id="2" name="Graphic 1">
            <a:extLst>
              <a:ext uri="{FF2B5EF4-FFF2-40B4-BE49-F238E27FC236}">
                <a16:creationId xmlns:a16="http://schemas.microsoft.com/office/drawing/2014/main" id="{FAC30AD0-203B-56F6-C745-92AB56E4370D}"/>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43B65CBA-EE93-A815-6F40-34AF1BD9ADB8}"/>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8" name="Title Placeholder 21">
            <a:extLst>
              <a:ext uri="{FF2B5EF4-FFF2-40B4-BE49-F238E27FC236}">
                <a16:creationId xmlns:a16="http://schemas.microsoft.com/office/drawing/2014/main" id="{0BFD1BE8-C246-4C26-327C-EFA5EDB0BA09}"/>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9" name="Text Placeholder 2">
            <a:extLst>
              <a:ext uri="{FF2B5EF4-FFF2-40B4-BE49-F238E27FC236}">
                <a16:creationId xmlns:a16="http://schemas.microsoft.com/office/drawing/2014/main" id="{1E818DE4-C8B0-D98A-D99C-F9AE0D5A143B}"/>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hcSlideMaster57.BlankHeader" descr="Classification: Internal">
            <a:extLst>
              <a:ext uri="{FF2B5EF4-FFF2-40B4-BE49-F238E27FC236}">
                <a16:creationId xmlns:a16="http://schemas.microsoft.com/office/drawing/2014/main" id="{3CE98A9C-A75D-AEE3-50D6-07490694313C}"/>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8360597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blue">
    <p:bg>
      <p:bgPr>
        <a:solidFill>
          <a:schemeClr val="tx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D30AD43-9C2E-9B38-4EF9-038EABEF0BF4}"/>
              </a:ext>
            </a:extLst>
          </p:cNvPr>
          <p:cNvGrpSpPr/>
          <p:nvPr userDrawn="1"/>
        </p:nvGrpSpPr>
        <p:grpSpPr>
          <a:xfrm>
            <a:off x="11084200" y="316628"/>
            <a:ext cx="761725" cy="157981"/>
            <a:chOff x="9242701" y="249950"/>
            <a:chExt cx="652960" cy="135423"/>
          </a:xfrm>
        </p:grpSpPr>
        <p:sp>
          <p:nvSpPr>
            <p:cNvPr id="9" name="object 6">
              <a:extLst>
                <a:ext uri="{FF2B5EF4-FFF2-40B4-BE49-F238E27FC236}">
                  <a16:creationId xmlns:a16="http://schemas.microsoft.com/office/drawing/2014/main" id="{3C5E59C3-A8CA-C14E-9808-EB7D8818D781}"/>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0" name="object 7">
              <a:extLst>
                <a:ext uri="{FF2B5EF4-FFF2-40B4-BE49-F238E27FC236}">
                  <a16:creationId xmlns:a16="http://schemas.microsoft.com/office/drawing/2014/main" id="{BF193E5A-AE8E-CA58-DCD1-41E0C76CCC9A}"/>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1" name="object 8">
              <a:extLst>
                <a:ext uri="{FF2B5EF4-FFF2-40B4-BE49-F238E27FC236}">
                  <a16:creationId xmlns:a16="http://schemas.microsoft.com/office/drawing/2014/main" id="{91EB92DB-A6B5-922D-37A6-DB0EB2E23F01}"/>
                </a:ext>
              </a:extLst>
            </p:cNvPr>
            <p:cNvGrpSpPr/>
            <p:nvPr/>
          </p:nvGrpSpPr>
          <p:grpSpPr>
            <a:xfrm>
              <a:off x="9242701" y="249950"/>
              <a:ext cx="202816" cy="135423"/>
              <a:chOff x="18288992" y="494982"/>
              <a:chExt cx="401320" cy="267970"/>
            </a:xfrm>
          </p:grpSpPr>
          <p:sp>
            <p:nvSpPr>
              <p:cNvPr id="17" name="object 9">
                <a:extLst>
                  <a:ext uri="{FF2B5EF4-FFF2-40B4-BE49-F238E27FC236}">
                    <a16:creationId xmlns:a16="http://schemas.microsoft.com/office/drawing/2014/main" id="{7EC74A92-B131-4B60-C82C-053C71ADC79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8" name="object 10">
                <a:extLst>
                  <a:ext uri="{FF2B5EF4-FFF2-40B4-BE49-F238E27FC236}">
                    <a16:creationId xmlns:a16="http://schemas.microsoft.com/office/drawing/2014/main" id="{CDF89E1F-0023-9515-BA64-C6E3069073BB}"/>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1">
                <a:extLst>
                  <a:ext uri="{FF2B5EF4-FFF2-40B4-BE49-F238E27FC236}">
                    <a16:creationId xmlns:a16="http://schemas.microsoft.com/office/drawing/2014/main" id="{C1C90675-0D4C-713B-E2D8-90402BF66DA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2" name="object 22">
              <a:extLst>
                <a:ext uri="{FF2B5EF4-FFF2-40B4-BE49-F238E27FC236}">
                  <a16:creationId xmlns:a16="http://schemas.microsoft.com/office/drawing/2014/main" id="{A7BF0FC5-516C-5F05-69E9-553792A748B7}"/>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13" name="object 23">
              <a:extLst>
                <a:ext uri="{FF2B5EF4-FFF2-40B4-BE49-F238E27FC236}">
                  <a16:creationId xmlns:a16="http://schemas.microsoft.com/office/drawing/2014/main" id="{2467B862-C5DC-3DA1-5928-409722F0AF16}"/>
                </a:ext>
              </a:extLst>
            </p:cNvPr>
            <p:cNvGrpSpPr/>
            <p:nvPr/>
          </p:nvGrpSpPr>
          <p:grpSpPr>
            <a:xfrm>
              <a:off x="9242701" y="249950"/>
              <a:ext cx="202816" cy="135423"/>
              <a:chOff x="18288992" y="494982"/>
              <a:chExt cx="401320" cy="267970"/>
            </a:xfrm>
          </p:grpSpPr>
          <p:sp>
            <p:nvSpPr>
              <p:cNvPr id="14" name="object 24">
                <a:extLst>
                  <a:ext uri="{FF2B5EF4-FFF2-40B4-BE49-F238E27FC236}">
                    <a16:creationId xmlns:a16="http://schemas.microsoft.com/office/drawing/2014/main" id="{FAA55E6C-4A99-2A35-A93E-7D7FB6AD70D3}"/>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5" name="object 25">
                <a:extLst>
                  <a:ext uri="{FF2B5EF4-FFF2-40B4-BE49-F238E27FC236}">
                    <a16:creationId xmlns:a16="http://schemas.microsoft.com/office/drawing/2014/main" id="{6AC2C530-E103-81C3-7066-0BE25AD312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6" name="object 26">
                <a:extLst>
                  <a:ext uri="{FF2B5EF4-FFF2-40B4-BE49-F238E27FC236}">
                    <a16:creationId xmlns:a16="http://schemas.microsoft.com/office/drawing/2014/main" id="{A0A9B4D5-A213-FAC5-6246-D06734809CA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4" name="TextBox 3">
            <a:extLst>
              <a:ext uri="{FF2B5EF4-FFF2-40B4-BE49-F238E27FC236}">
                <a16:creationId xmlns:a16="http://schemas.microsoft.com/office/drawing/2014/main" id="{E696180B-0ED5-1053-C40B-70DC2018862F}"/>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24" name="Slide Number Placeholder 2">
            <a:extLst>
              <a:ext uri="{FF2B5EF4-FFF2-40B4-BE49-F238E27FC236}">
                <a16:creationId xmlns:a16="http://schemas.microsoft.com/office/drawing/2014/main" id="{FD5FE8AB-FF44-D068-BF84-BC232F196235}"/>
              </a:ext>
            </a:extLst>
          </p:cNvPr>
          <p:cNvSpPr>
            <a:spLocks noGrp="1"/>
          </p:cNvSpPr>
          <p:nvPr>
            <p:ph type="sldNum" sz="quarter" idx="10"/>
          </p:nvPr>
        </p:nvSpPr>
        <p:spPr>
          <a:xfrm>
            <a:off x="3" y="6356352"/>
            <a:ext cx="491300" cy="365125"/>
          </a:xfrm>
        </p:spPr>
        <p:txBody>
          <a:bodyPr/>
          <a:lstStyle>
            <a:lvl1pPr>
              <a:defRPr>
                <a:solidFill>
                  <a:schemeClr val="bg1"/>
                </a:solidFill>
              </a:defRPr>
            </a:lvl1pPr>
          </a:lstStyle>
          <a:p>
            <a:fld id="{C4B1DB5C-CBD1-46F1-83D6-F5AA23577CB7}" type="slidenum">
              <a:rPr lang="en-GB" smtClean="0"/>
              <a:pPr/>
              <a:t>‹#›</a:t>
            </a:fld>
            <a:endParaRPr lang="en-GB"/>
          </a:p>
        </p:txBody>
      </p:sp>
      <p:pic>
        <p:nvPicPr>
          <p:cNvPr id="3" name="Picture 2">
            <a:extLst>
              <a:ext uri="{FF2B5EF4-FFF2-40B4-BE49-F238E27FC236}">
                <a16:creationId xmlns:a16="http://schemas.microsoft.com/office/drawing/2014/main" id="{FC48AF02-3A19-9F7E-205D-6F4BAF89CDF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38CEED01-D0F9-357D-73CD-5FDA579D07E2}"/>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2" name="Title Placeholder 21">
            <a:extLst>
              <a:ext uri="{FF2B5EF4-FFF2-40B4-BE49-F238E27FC236}">
                <a16:creationId xmlns:a16="http://schemas.microsoft.com/office/drawing/2014/main" id="{0C00BDCD-E121-177E-C9F3-05D1351ACB19}"/>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lvl1pPr>
              <a:defRPr>
                <a:solidFill>
                  <a:schemeClr val="bg1"/>
                </a:solidFill>
              </a:defRPr>
            </a:lvl1pPr>
          </a:lstStyle>
          <a:p>
            <a:r>
              <a:rPr lang="en-GB"/>
              <a:t>Click to edit Master title</a:t>
            </a:r>
            <a:endParaRPr lang="en-US"/>
          </a:p>
        </p:txBody>
      </p:sp>
      <p:sp>
        <p:nvSpPr>
          <p:cNvPr id="6" name="Text Placeholder 2">
            <a:extLst>
              <a:ext uri="{FF2B5EF4-FFF2-40B4-BE49-F238E27FC236}">
                <a16:creationId xmlns:a16="http://schemas.microsoft.com/office/drawing/2014/main" id="{A5D3D2F1-F005-2CC2-7CB0-1039F3D8BEF6}"/>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hcSlideMaster57.Blank blueHeader" descr="Classification: Internal">
            <a:extLst>
              <a:ext uri="{FF2B5EF4-FFF2-40B4-BE49-F238E27FC236}">
                <a16:creationId xmlns:a16="http://schemas.microsoft.com/office/drawing/2014/main" id="{7EA55E60-8DD6-6AE6-D7F3-3E5B912CE0D3}"/>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3311571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ver blue 1">
    <p:bg>
      <p:bgPr>
        <a:solidFill>
          <a:schemeClr val="tx2"/>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824FB13-A710-3604-1DFA-7EB16A1599DD}"/>
              </a:ext>
            </a:extLst>
          </p:cNvPr>
          <p:cNvGrpSpPr/>
          <p:nvPr userDrawn="1"/>
        </p:nvGrpSpPr>
        <p:grpSpPr>
          <a:xfrm>
            <a:off x="11084200" y="316628"/>
            <a:ext cx="761725" cy="157981"/>
            <a:chOff x="9242701" y="249950"/>
            <a:chExt cx="652960" cy="135423"/>
          </a:xfrm>
        </p:grpSpPr>
        <p:sp>
          <p:nvSpPr>
            <p:cNvPr id="18" name="object 6">
              <a:extLst>
                <a:ext uri="{FF2B5EF4-FFF2-40B4-BE49-F238E27FC236}">
                  <a16:creationId xmlns:a16="http://schemas.microsoft.com/office/drawing/2014/main" id="{B25B4BF6-52E5-389C-804A-F07AE19AC3A0}"/>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9" name="object 7">
              <a:extLst>
                <a:ext uri="{FF2B5EF4-FFF2-40B4-BE49-F238E27FC236}">
                  <a16:creationId xmlns:a16="http://schemas.microsoft.com/office/drawing/2014/main" id="{461B9713-8B60-111C-CC58-694680C56E5C}"/>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20" name="object 8">
              <a:extLst>
                <a:ext uri="{FF2B5EF4-FFF2-40B4-BE49-F238E27FC236}">
                  <a16:creationId xmlns:a16="http://schemas.microsoft.com/office/drawing/2014/main" id="{AEF4C171-5B2C-20F6-F682-059D5043D14D}"/>
                </a:ext>
              </a:extLst>
            </p:cNvPr>
            <p:cNvGrpSpPr/>
            <p:nvPr/>
          </p:nvGrpSpPr>
          <p:grpSpPr>
            <a:xfrm>
              <a:off x="9242701" y="249950"/>
              <a:ext cx="202816" cy="135423"/>
              <a:chOff x="18288992" y="494982"/>
              <a:chExt cx="401320" cy="267970"/>
            </a:xfrm>
          </p:grpSpPr>
          <p:sp>
            <p:nvSpPr>
              <p:cNvPr id="26" name="object 9">
                <a:extLst>
                  <a:ext uri="{FF2B5EF4-FFF2-40B4-BE49-F238E27FC236}">
                    <a16:creationId xmlns:a16="http://schemas.microsoft.com/office/drawing/2014/main" id="{4DBBD0F8-636E-924E-251F-1E750B7D6ECA}"/>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7" name="object 10">
                <a:extLst>
                  <a:ext uri="{FF2B5EF4-FFF2-40B4-BE49-F238E27FC236}">
                    <a16:creationId xmlns:a16="http://schemas.microsoft.com/office/drawing/2014/main" id="{32FE21A8-0292-E992-68A7-D493E81C6FA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9" name="object 11">
                <a:extLst>
                  <a:ext uri="{FF2B5EF4-FFF2-40B4-BE49-F238E27FC236}">
                    <a16:creationId xmlns:a16="http://schemas.microsoft.com/office/drawing/2014/main" id="{A8F8113F-F527-DF24-6F62-275E5BECDA8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21" name="object 22">
              <a:extLst>
                <a:ext uri="{FF2B5EF4-FFF2-40B4-BE49-F238E27FC236}">
                  <a16:creationId xmlns:a16="http://schemas.microsoft.com/office/drawing/2014/main" id="{A3EB1A4C-0B99-1909-6DBD-1BE3C0FDE59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2" name="object 23">
              <a:extLst>
                <a:ext uri="{FF2B5EF4-FFF2-40B4-BE49-F238E27FC236}">
                  <a16:creationId xmlns:a16="http://schemas.microsoft.com/office/drawing/2014/main" id="{DF528001-5EB3-DE52-0785-82DFA8E56541}"/>
                </a:ext>
              </a:extLst>
            </p:cNvPr>
            <p:cNvGrpSpPr/>
            <p:nvPr/>
          </p:nvGrpSpPr>
          <p:grpSpPr>
            <a:xfrm>
              <a:off x="9242701" y="249950"/>
              <a:ext cx="202816" cy="135423"/>
              <a:chOff x="18288992" y="494982"/>
              <a:chExt cx="401320" cy="267970"/>
            </a:xfrm>
          </p:grpSpPr>
          <p:sp>
            <p:nvSpPr>
              <p:cNvPr id="23" name="object 24">
                <a:extLst>
                  <a:ext uri="{FF2B5EF4-FFF2-40B4-BE49-F238E27FC236}">
                    <a16:creationId xmlns:a16="http://schemas.microsoft.com/office/drawing/2014/main" id="{B43A1203-EFD0-52EB-E965-58B41339FDC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4" name="object 25">
                <a:extLst>
                  <a:ext uri="{FF2B5EF4-FFF2-40B4-BE49-F238E27FC236}">
                    <a16:creationId xmlns:a16="http://schemas.microsoft.com/office/drawing/2014/main" id="{EA8187B0-9D47-5A92-0663-7EAD561F4B2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26">
                <a:extLst>
                  <a:ext uri="{FF2B5EF4-FFF2-40B4-BE49-F238E27FC236}">
                    <a16:creationId xmlns:a16="http://schemas.microsoft.com/office/drawing/2014/main" id="{BF92E0E9-0288-3B16-4BCF-DD834E56811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6" name="TextBox 35">
            <a:extLst>
              <a:ext uri="{FF2B5EF4-FFF2-40B4-BE49-F238E27FC236}">
                <a16:creationId xmlns:a16="http://schemas.microsoft.com/office/drawing/2014/main" id="{00439E84-97CE-7951-71AF-552278CECA61}"/>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grpSp>
        <p:nvGrpSpPr>
          <p:cNvPr id="3" name="object 16">
            <a:extLst>
              <a:ext uri="{FF2B5EF4-FFF2-40B4-BE49-F238E27FC236}">
                <a16:creationId xmlns:a16="http://schemas.microsoft.com/office/drawing/2014/main" id="{E10A7DAA-8425-A61C-242E-E7A264B623F3}"/>
              </a:ext>
            </a:extLst>
          </p:cNvPr>
          <p:cNvGrpSpPr/>
          <p:nvPr userDrawn="1"/>
        </p:nvGrpSpPr>
        <p:grpSpPr>
          <a:xfrm>
            <a:off x="347961" y="1265117"/>
            <a:ext cx="671055" cy="842863"/>
            <a:chOff x="524974" y="2537873"/>
            <a:chExt cx="1106170" cy="1389380"/>
          </a:xfrm>
        </p:grpSpPr>
        <p:sp>
          <p:nvSpPr>
            <p:cNvPr id="5" name="object 17">
              <a:extLst>
                <a:ext uri="{FF2B5EF4-FFF2-40B4-BE49-F238E27FC236}">
                  <a16:creationId xmlns:a16="http://schemas.microsoft.com/office/drawing/2014/main" id="{0C042652-84D4-13B9-DA73-8B6B487E52EA}"/>
                </a:ext>
              </a:extLst>
            </p:cNvPr>
            <p:cNvSpPr/>
            <p:nvPr/>
          </p:nvSpPr>
          <p:spPr>
            <a:xfrm>
              <a:off x="796463" y="2543109"/>
              <a:ext cx="527685" cy="1378585"/>
            </a:xfrm>
            <a:custGeom>
              <a:avLst/>
              <a:gdLst/>
              <a:ahLst/>
              <a:cxnLst/>
              <a:rect l="l" t="t" r="r" b="b"/>
              <a:pathLst>
                <a:path w="527685" h="1378585">
                  <a:moveTo>
                    <a:pt x="527387" y="0"/>
                  </a:moveTo>
                  <a:lnTo>
                    <a:pt x="0" y="1378408"/>
                  </a:lnTo>
                </a:path>
              </a:pathLst>
            </a:custGeom>
            <a:ln w="10470">
              <a:solidFill>
                <a:srgbClr val="FFFFFF"/>
              </a:solidFill>
            </a:ln>
          </p:spPr>
          <p:txBody>
            <a:bodyPr wrap="square" lIns="0" tIns="0" rIns="0" bIns="0" rtlCol="0"/>
            <a:lstStyle/>
            <a:p>
              <a:endParaRPr sz="1351"/>
            </a:p>
          </p:txBody>
        </p:sp>
        <p:sp>
          <p:nvSpPr>
            <p:cNvPr id="6" name="object 18">
              <a:extLst>
                <a:ext uri="{FF2B5EF4-FFF2-40B4-BE49-F238E27FC236}">
                  <a16:creationId xmlns:a16="http://schemas.microsoft.com/office/drawing/2014/main" id="{CD51A019-F889-62EE-666E-3B75F8A8BBC2}"/>
                </a:ext>
              </a:extLst>
            </p:cNvPr>
            <p:cNvSpPr/>
            <p:nvPr/>
          </p:nvSpPr>
          <p:spPr>
            <a:xfrm>
              <a:off x="871877" y="2543111"/>
              <a:ext cx="527685" cy="1378585"/>
            </a:xfrm>
            <a:custGeom>
              <a:avLst/>
              <a:gdLst/>
              <a:ahLst/>
              <a:cxnLst/>
              <a:rect l="l" t="t" r="r" b="b"/>
              <a:pathLst>
                <a:path w="527685" h="1378585">
                  <a:moveTo>
                    <a:pt x="527387" y="0"/>
                  </a:moveTo>
                  <a:lnTo>
                    <a:pt x="0" y="1378408"/>
                  </a:lnTo>
                </a:path>
              </a:pathLst>
            </a:custGeom>
            <a:ln w="10470">
              <a:solidFill>
                <a:srgbClr val="6BC5D1"/>
              </a:solidFill>
            </a:ln>
          </p:spPr>
          <p:txBody>
            <a:bodyPr wrap="square" lIns="0" tIns="0" rIns="0" bIns="0" rtlCol="0"/>
            <a:lstStyle/>
            <a:p>
              <a:endParaRPr sz="1351"/>
            </a:p>
          </p:txBody>
        </p:sp>
        <p:sp>
          <p:nvSpPr>
            <p:cNvPr id="7" name="object 19">
              <a:extLst>
                <a:ext uri="{FF2B5EF4-FFF2-40B4-BE49-F238E27FC236}">
                  <a16:creationId xmlns:a16="http://schemas.microsoft.com/office/drawing/2014/main" id="{42332A8C-AE58-1A27-6F1B-58368FFA6CD1}"/>
                </a:ext>
              </a:extLst>
            </p:cNvPr>
            <p:cNvSpPr/>
            <p:nvPr/>
          </p:nvSpPr>
          <p:spPr>
            <a:xfrm>
              <a:off x="947290" y="2543114"/>
              <a:ext cx="678815" cy="1378585"/>
            </a:xfrm>
            <a:custGeom>
              <a:avLst/>
              <a:gdLst/>
              <a:ahLst/>
              <a:cxnLst/>
              <a:rect l="l" t="t" r="r" b="b"/>
              <a:pathLst>
                <a:path w="678814" h="1378585">
                  <a:moveTo>
                    <a:pt x="528235" y="0"/>
                  </a:moveTo>
                  <a:lnTo>
                    <a:pt x="0" y="1378408"/>
                  </a:lnTo>
                </a:path>
                <a:path w="678814" h="1378585">
                  <a:moveTo>
                    <a:pt x="528235" y="0"/>
                  </a:moveTo>
                  <a:lnTo>
                    <a:pt x="0" y="1378408"/>
                  </a:lnTo>
                </a:path>
                <a:path w="678814" h="1378585">
                  <a:moveTo>
                    <a:pt x="678220" y="0"/>
                  </a:moveTo>
                  <a:lnTo>
                    <a:pt x="149984" y="1378408"/>
                  </a:lnTo>
                </a:path>
              </a:pathLst>
            </a:custGeom>
            <a:ln w="10470">
              <a:solidFill>
                <a:srgbClr val="FFFFFF"/>
              </a:solidFill>
            </a:ln>
          </p:spPr>
          <p:txBody>
            <a:bodyPr wrap="square" lIns="0" tIns="0" rIns="0" bIns="0" rtlCol="0"/>
            <a:lstStyle/>
            <a:p>
              <a:endParaRPr sz="1351"/>
            </a:p>
          </p:txBody>
        </p:sp>
        <p:sp>
          <p:nvSpPr>
            <p:cNvPr id="8" name="object 20">
              <a:extLst>
                <a:ext uri="{FF2B5EF4-FFF2-40B4-BE49-F238E27FC236}">
                  <a16:creationId xmlns:a16="http://schemas.microsoft.com/office/drawing/2014/main" id="{65EFDCC2-8032-5978-EA54-AC5B207BCB6F}"/>
                </a:ext>
              </a:extLst>
            </p:cNvPr>
            <p:cNvSpPr/>
            <p:nvPr/>
          </p:nvSpPr>
          <p:spPr>
            <a:xfrm>
              <a:off x="800191" y="2543116"/>
              <a:ext cx="749935" cy="1378585"/>
            </a:xfrm>
            <a:custGeom>
              <a:avLst/>
              <a:gdLst/>
              <a:ahLst/>
              <a:cxnLst/>
              <a:rect l="l" t="t" r="r" b="b"/>
              <a:pathLst>
                <a:path w="749935" h="1378585">
                  <a:moveTo>
                    <a:pt x="749903" y="0"/>
                  </a:moveTo>
                  <a:lnTo>
                    <a:pt x="220977" y="1378397"/>
                  </a:lnTo>
                </a:path>
                <a:path w="749935" h="1378585">
                  <a:moveTo>
                    <a:pt x="57652" y="678440"/>
                  </a:moveTo>
                  <a:lnTo>
                    <a:pt x="0" y="830226"/>
                  </a:lnTo>
                </a:path>
              </a:pathLst>
            </a:custGeom>
            <a:ln w="10470">
              <a:solidFill>
                <a:srgbClr val="6BC5D1"/>
              </a:solidFill>
            </a:ln>
          </p:spPr>
          <p:txBody>
            <a:bodyPr wrap="square" lIns="0" tIns="0" rIns="0" bIns="0" rtlCol="0"/>
            <a:lstStyle/>
            <a:p>
              <a:endParaRPr sz="1351"/>
            </a:p>
          </p:txBody>
        </p:sp>
        <p:sp>
          <p:nvSpPr>
            <p:cNvPr id="9" name="object 21">
              <a:extLst>
                <a:ext uri="{FF2B5EF4-FFF2-40B4-BE49-F238E27FC236}">
                  <a16:creationId xmlns:a16="http://schemas.microsoft.com/office/drawing/2014/main" id="{8ACD3669-3667-09C1-35D7-FE7CAE2E3BE5}"/>
                </a:ext>
              </a:extLst>
            </p:cNvPr>
            <p:cNvSpPr/>
            <p:nvPr/>
          </p:nvSpPr>
          <p:spPr>
            <a:xfrm>
              <a:off x="729837" y="3608991"/>
              <a:ext cx="184785" cy="181610"/>
            </a:xfrm>
            <a:custGeom>
              <a:avLst/>
              <a:gdLst/>
              <a:ahLst/>
              <a:cxnLst/>
              <a:rect l="l" t="t" r="r" b="b"/>
              <a:pathLst>
                <a:path w="184784" h="181610">
                  <a:moveTo>
                    <a:pt x="184371" y="0"/>
                  </a:moveTo>
                  <a:lnTo>
                    <a:pt x="18376" y="95923"/>
                  </a:lnTo>
                  <a:lnTo>
                    <a:pt x="0" y="181544"/>
                  </a:lnTo>
                  <a:lnTo>
                    <a:pt x="127315" y="148634"/>
                  </a:lnTo>
                </a:path>
              </a:pathLst>
            </a:custGeom>
            <a:ln w="10470">
              <a:solidFill>
                <a:srgbClr val="FFFFFF"/>
              </a:solidFill>
            </a:ln>
          </p:spPr>
          <p:txBody>
            <a:bodyPr wrap="square" lIns="0" tIns="0" rIns="0" bIns="0" rtlCol="0"/>
            <a:lstStyle/>
            <a:p>
              <a:endParaRPr sz="1351"/>
            </a:p>
          </p:txBody>
        </p:sp>
        <p:sp>
          <p:nvSpPr>
            <p:cNvPr id="10" name="object 22">
              <a:extLst>
                <a:ext uri="{FF2B5EF4-FFF2-40B4-BE49-F238E27FC236}">
                  <a16:creationId xmlns:a16="http://schemas.microsoft.com/office/drawing/2014/main" id="{81A1BF6D-D78D-317C-DF66-A5C1425B2D5A}"/>
                </a:ext>
              </a:extLst>
            </p:cNvPr>
            <p:cNvSpPr/>
            <p:nvPr/>
          </p:nvSpPr>
          <p:spPr>
            <a:xfrm>
              <a:off x="664007" y="3331668"/>
              <a:ext cx="31115" cy="80645"/>
            </a:xfrm>
            <a:custGeom>
              <a:avLst/>
              <a:gdLst/>
              <a:ahLst/>
              <a:cxnLst/>
              <a:rect l="l" t="t" r="r" b="b"/>
              <a:pathLst>
                <a:path w="31115" h="80645">
                  <a:moveTo>
                    <a:pt x="31035" y="0"/>
                  </a:moveTo>
                  <a:lnTo>
                    <a:pt x="0" y="80489"/>
                  </a:lnTo>
                </a:path>
              </a:pathLst>
            </a:custGeom>
            <a:ln w="10470">
              <a:solidFill>
                <a:srgbClr val="6BC5D1"/>
              </a:solidFill>
            </a:ln>
          </p:spPr>
          <p:txBody>
            <a:bodyPr wrap="square" lIns="0" tIns="0" rIns="0" bIns="0" rtlCol="0"/>
            <a:lstStyle/>
            <a:p>
              <a:endParaRPr sz="1351"/>
            </a:p>
          </p:txBody>
        </p:sp>
        <p:sp>
          <p:nvSpPr>
            <p:cNvPr id="11" name="object 23">
              <a:extLst>
                <a:ext uri="{FF2B5EF4-FFF2-40B4-BE49-F238E27FC236}">
                  <a16:creationId xmlns:a16="http://schemas.microsoft.com/office/drawing/2014/main" id="{86038E00-ACE6-E162-85FE-71736BB558ED}"/>
                </a:ext>
              </a:extLst>
            </p:cNvPr>
            <p:cNvSpPr/>
            <p:nvPr/>
          </p:nvSpPr>
          <p:spPr>
            <a:xfrm>
              <a:off x="530210" y="2673627"/>
              <a:ext cx="646430" cy="775970"/>
            </a:xfrm>
            <a:custGeom>
              <a:avLst/>
              <a:gdLst/>
              <a:ahLst/>
              <a:cxnLst/>
              <a:rect l="l" t="t" r="r" b="b"/>
              <a:pathLst>
                <a:path w="646430" h="775970">
                  <a:moveTo>
                    <a:pt x="645844" y="253280"/>
                  </a:moveTo>
                  <a:lnTo>
                    <a:pt x="645844" y="155031"/>
                  </a:lnTo>
                  <a:lnTo>
                    <a:pt x="642656" y="119300"/>
                  </a:lnTo>
                  <a:lnTo>
                    <a:pt x="618041" y="52817"/>
                  </a:lnTo>
                  <a:lnTo>
                    <a:pt x="573518" y="5913"/>
                  </a:lnTo>
                  <a:lnTo>
                    <a:pt x="545773" y="0"/>
                  </a:lnTo>
                  <a:lnTo>
                    <a:pt x="518029" y="5913"/>
                  </a:lnTo>
                  <a:lnTo>
                    <a:pt x="473508" y="52817"/>
                  </a:lnTo>
                  <a:lnTo>
                    <a:pt x="448900" y="119300"/>
                  </a:lnTo>
                  <a:lnTo>
                    <a:pt x="445714" y="155031"/>
                  </a:lnTo>
                  <a:lnTo>
                    <a:pt x="445714" y="403998"/>
                  </a:lnTo>
                  <a:lnTo>
                    <a:pt x="22596" y="652388"/>
                  </a:lnTo>
                  <a:lnTo>
                    <a:pt x="0" y="775599"/>
                  </a:lnTo>
                  <a:lnTo>
                    <a:pt x="452164" y="646776"/>
                  </a:lnTo>
                  <a:lnTo>
                    <a:pt x="452164" y="757798"/>
                  </a:lnTo>
                </a:path>
              </a:pathLst>
            </a:custGeom>
            <a:ln w="10470">
              <a:solidFill>
                <a:srgbClr val="FFFFFF"/>
              </a:solidFill>
            </a:ln>
          </p:spPr>
          <p:txBody>
            <a:bodyPr wrap="square" lIns="0" tIns="0" rIns="0" bIns="0" rtlCol="0"/>
            <a:lstStyle/>
            <a:p>
              <a:endParaRPr sz="1351"/>
            </a:p>
          </p:txBody>
        </p:sp>
        <p:pic>
          <p:nvPicPr>
            <p:cNvPr id="12" name="object 24">
              <a:extLst>
                <a:ext uri="{FF2B5EF4-FFF2-40B4-BE49-F238E27FC236}">
                  <a16:creationId xmlns:a16="http://schemas.microsoft.com/office/drawing/2014/main" id="{AE1B7256-3269-820B-0ED5-83239FCC8270}"/>
                </a:ext>
              </a:extLst>
            </p:cNvPr>
            <p:cNvPicPr/>
            <p:nvPr/>
          </p:nvPicPr>
          <p:blipFill>
            <a:blip r:embed="rId4" cstate="email">
              <a:extLst>
                <a:ext uri="{28A0092B-C50C-407E-A947-70E740481C1C}">
                  <a14:useLocalDpi xmlns:a14="http://schemas.microsoft.com/office/drawing/2010/main"/>
                </a:ext>
              </a:extLst>
            </a:blip>
            <a:stretch>
              <a:fillRect/>
            </a:stretch>
          </p:blipFill>
          <p:spPr>
            <a:xfrm>
              <a:off x="594176" y="3157015"/>
              <a:ext cx="108991" cy="146456"/>
            </a:xfrm>
            <a:prstGeom prst="rect">
              <a:avLst/>
            </a:prstGeom>
          </p:spPr>
        </p:pic>
        <p:pic>
          <p:nvPicPr>
            <p:cNvPr id="28" name="object 25">
              <a:extLst>
                <a:ext uri="{FF2B5EF4-FFF2-40B4-BE49-F238E27FC236}">
                  <a16:creationId xmlns:a16="http://schemas.microsoft.com/office/drawing/2014/main" id="{818ED931-57EE-23DA-EA51-60DB60677918}"/>
                </a:ext>
              </a:extLst>
            </p:cNvPr>
            <p:cNvPicPr/>
            <p:nvPr/>
          </p:nvPicPr>
          <p:blipFill>
            <a:blip r:embed="rId5" cstate="email">
              <a:extLst>
                <a:ext uri="{28A0092B-C50C-407E-A947-70E740481C1C}">
                  <a14:useLocalDpi xmlns:a14="http://schemas.microsoft.com/office/drawing/2010/main"/>
                </a:ext>
              </a:extLst>
            </a:blip>
            <a:stretch>
              <a:fillRect/>
            </a:stretch>
          </p:blipFill>
          <p:spPr>
            <a:xfrm>
              <a:off x="748171" y="3067050"/>
              <a:ext cx="108980" cy="146445"/>
            </a:xfrm>
            <a:prstGeom prst="rect">
              <a:avLst/>
            </a:prstGeom>
          </p:spPr>
        </p:pic>
        <p:sp>
          <p:nvSpPr>
            <p:cNvPr id="33" name="object 26">
              <a:extLst>
                <a:ext uri="{FF2B5EF4-FFF2-40B4-BE49-F238E27FC236}">
                  <a16:creationId xmlns:a16="http://schemas.microsoft.com/office/drawing/2014/main" id="{C841E549-9088-8939-A2C6-AB8A42E0F393}"/>
                </a:ext>
              </a:extLst>
            </p:cNvPr>
            <p:cNvSpPr/>
            <p:nvPr/>
          </p:nvSpPr>
          <p:spPr>
            <a:xfrm>
              <a:off x="1076936" y="2938111"/>
              <a:ext cx="0" cy="247015"/>
            </a:xfrm>
            <a:custGeom>
              <a:avLst/>
              <a:gdLst/>
              <a:ahLst/>
              <a:cxnLst/>
              <a:rect l="l" t="t" r="r" b="b"/>
              <a:pathLst>
                <a:path h="247014">
                  <a:moveTo>
                    <a:pt x="0" y="0"/>
                  </a:moveTo>
                  <a:lnTo>
                    <a:pt x="0" y="246987"/>
                  </a:lnTo>
                </a:path>
              </a:pathLst>
            </a:custGeom>
            <a:ln w="10470">
              <a:solidFill>
                <a:srgbClr val="FFFFFF"/>
              </a:solidFill>
            </a:ln>
          </p:spPr>
          <p:txBody>
            <a:bodyPr wrap="square" lIns="0" tIns="0" rIns="0" bIns="0" rtlCol="0"/>
            <a:lstStyle/>
            <a:p>
              <a:endParaRPr sz="1351"/>
            </a:p>
          </p:txBody>
        </p:sp>
        <p:sp>
          <p:nvSpPr>
            <p:cNvPr id="37" name="object 27">
              <a:extLst>
                <a:ext uri="{FF2B5EF4-FFF2-40B4-BE49-F238E27FC236}">
                  <a16:creationId xmlns:a16="http://schemas.microsoft.com/office/drawing/2014/main" id="{C53D5D60-CA1B-2567-33DB-3482803781B9}"/>
                </a:ext>
              </a:extLst>
            </p:cNvPr>
            <p:cNvSpPr/>
            <p:nvPr/>
          </p:nvSpPr>
          <p:spPr>
            <a:xfrm>
              <a:off x="1028604" y="2768443"/>
              <a:ext cx="99695" cy="46990"/>
            </a:xfrm>
            <a:custGeom>
              <a:avLst/>
              <a:gdLst/>
              <a:ahLst/>
              <a:cxnLst/>
              <a:rect l="l" t="t" r="r" b="b"/>
              <a:pathLst>
                <a:path w="99694" h="46989">
                  <a:moveTo>
                    <a:pt x="99326" y="46721"/>
                  </a:moveTo>
                  <a:lnTo>
                    <a:pt x="0" y="46721"/>
                  </a:lnTo>
                  <a:lnTo>
                    <a:pt x="8010" y="20711"/>
                  </a:lnTo>
                  <a:lnTo>
                    <a:pt x="12227" y="12289"/>
                  </a:lnTo>
                  <a:lnTo>
                    <a:pt x="18800" y="5745"/>
                  </a:lnTo>
                  <a:lnTo>
                    <a:pt x="27140" y="1507"/>
                  </a:lnTo>
                  <a:lnTo>
                    <a:pt x="36658" y="0"/>
                  </a:lnTo>
                  <a:lnTo>
                    <a:pt x="62668" y="0"/>
                  </a:lnTo>
                  <a:lnTo>
                    <a:pt x="99326" y="46721"/>
                  </a:lnTo>
                  <a:close/>
                </a:path>
              </a:pathLst>
            </a:custGeom>
            <a:ln w="10470">
              <a:solidFill>
                <a:srgbClr val="6BC5D1"/>
              </a:solidFill>
            </a:ln>
          </p:spPr>
          <p:txBody>
            <a:bodyPr wrap="square" lIns="0" tIns="0" rIns="0" bIns="0" rtlCol="0"/>
            <a:lstStyle/>
            <a:p>
              <a:endParaRPr sz="1351"/>
            </a:p>
          </p:txBody>
        </p:sp>
      </p:grpSp>
      <p:sp>
        <p:nvSpPr>
          <p:cNvPr id="45" name="Picture Placeholder 12">
            <a:extLst>
              <a:ext uri="{FF2B5EF4-FFF2-40B4-BE49-F238E27FC236}">
                <a16:creationId xmlns:a16="http://schemas.microsoft.com/office/drawing/2014/main" id="{4C0A6BFA-50DF-57AC-2B5C-E6000CAC2BB6}"/>
              </a:ext>
            </a:extLst>
          </p:cNvPr>
          <p:cNvSpPr>
            <a:spLocks noGrp="1"/>
          </p:cNvSpPr>
          <p:nvPr>
            <p:ph type="pic" sz="quarter" idx="15"/>
          </p:nvPr>
        </p:nvSpPr>
        <p:spPr>
          <a:xfrm>
            <a:off x="5934269" y="816888"/>
            <a:ext cx="6257731" cy="5177041"/>
          </a:xfrm>
          <a:custGeom>
            <a:avLst/>
            <a:gdLst>
              <a:gd name="connsiteX0" fmla="*/ 1805307 w 6055200"/>
              <a:gd name="connsiteY0" fmla="*/ 0 h 4744529"/>
              <a:gd name="connsiteX1" fmla="*/ 6055200 w 6055200"/>
              <a:gd name="connsiteY1" fmla="*/ 0 h 4744529"/>
              <a:gd name="connsiteX2" fmla="*/ 6055200 w 6055200"/>
              <a:gd name="connsiteY2" fmla="*/ 4744529 h 4744529"/>
              <a:gd name="connsiteX3" fmla="*/ 0 w 6055200"/>
              <a:gd name="connsiteY3" fmla="*/ 4744529 h 4744529"/>
            </a:gdLst>
            <a:ahLst/>
            <a:cxnLst>
              <a:cxn ang="0">
                <a:pos x="connsiteX0" y="connsiteY0"/>
              </a:cxn>
              <a:cxn ang="0">
                <a:pos x="connsiteX1" y="connsiteY1"/>
              </a:cxn>
              <a:cxn ang="0">
                <a:pos x="connsiteX2" y="connsiteY2"/>
              </a:cxn>
              <a:cxn ang="0">
                <a:pos x="connsiteX3" y="connsiteY3"/>
              </a:cxn>
            </a:cxnLst>
            <a:rect l="l" t="t" r="r" b="b"/>
            <a:pathLst>
              <a:path w="6055200" h="4744529">
                <a:moveTo>
                  <a:pt x="1805307" y="0"/>
                </a:moveTo>
                <a:lnTo>
                  <a:pt x="6055200" y="0"/>
                </a:lnTo>
                <a:lnTo>
                  <a:pt x="6055200" y="4744529"/>
                </a:lnTo>
                <a:lnTo>
                  <a:pt x="0" y="4744529"/>
                </a:lnTo>
                <a:close/>
              </a:path>
            </a:pathLst>
          </a:custGeom>
        </p:spPr>
        <p:txBody>
          <a:bodyPr wrap="square" anchor="ctr">
            <a:noAutofit/>
          </a:bodyPr>
          <a:lstStyle>
            <a:lvl1pPr algn="ctr">
              <a:defRPr>
                <a:solidFill>
                  <a:schemeClr val="bg1"/>
                </a:solidFill>
              </a:defRPr>
            </a:lvl1pPr>
          </a:lstStyle>
          <a:p>
            <a:endParaRPr lang="en-US"/>
          </a:p>
        </p:txBody>
      </p:sp>
      <p:pic>
        <p:nvPicPr>
          <p:cNvPr id="13" name="Picture 12">
            <a:extLst>
              <a:ext uri="{FF2B5EF4-FFF2-40B4-BE49-F238E27FC236}">
                <a16:creationId xmlns:a16="http://schemas.microsoft.com/office/drawing/2014/main" id="{23397827-DF0B-A4DF-19D8-0624C34D276C}"/>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38" name="Graphic 37">
            <a:extLst>
              <a:ext uri="{FF2B5EF4-FFF2-40B4-BE49-F238E27FC236}">
                <a16:creationId xmlns:a16="http://schemas.microsoft.com/office/drawing/2014/main" id="{5A8A7E4E-790A-357C-C4A0-1D2D747802DC}"/>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703997" y="6408073"/>
            <a:ext cx="2135347" cy="168971"/>
          </a:xfrm>
          <a:prstGeom prst="rect">
            <a:avLst/>
          </a:prstGeom>
        </p:spPr>
      </p:pic>
      <p:sp>
        <p:nvSpPr>
          <p:cNvPr id="32" name="Title 1">
            <a:extLst>
              <a:ext uri="{FF2B5EF4-FFF2-40B4-BE49-F238E27FC236}">
                <a16:creationId xmlns:a16="http://schemas.microsoft.com/office/drawing/2014/main" id="{C779E27A-0665-920E-3C7D-E32C7BD7DAED}"/>
              </a:ext>
            </a:extLst>
          </p:cNvPr>
          <p:cNvSpPr>
            <a:spLocks noGrp="1"/>
          </p:cNvSpPr>
          <p:nvPr>
            <p:ph type="title" hasCustomPrompt="1"/>
          </p:nvPr>
        </p:nvSpPr>
        <p:spPr>
          <a:xfrm>
            <a:off x="245655" y="2600329"/>
            <a:ext cx="5223495" cy="1317583"/>
          </a:xfrm>
          <a:prstGeom prst="rect">
            <a:avLst/>
          </a:prstGeom>
        </p:spPr>
        <p:txBody>
          <a:bodyPr/>
          <a:lstStyle>
            <a:lvl1pPr algn="l" defTabSz="914332" rtl="0" eaLnBrk="1" latinLnBrk="0" hangingPunct="1">
              <a:lnSpc>
                <a:spcPct val="90000"/>
              </a:lnSpc>
              <a:spcBef>
                <a:spcPct val="0"/>
              </a:spcBef>
              <a:buNone/>
              <a:defRPr lang="en-US" sz="3600" kern="1200" dirty="0">
                <a:solidFill>
                  <a:schemeClr val="bg2"/>
                </a:solidFill>
                <a:latin typeface="+mn-lt"/>
                <a:ea typeface="+mn-ea"/>
                <a:cs typeface="+mn-cs"/>
              </a:defRPr>
            </a:lvl1pPr>
          </a:lstStyle>
          <a:p>
            <a:pPr marL="0" lvl="0" indent="0" algn="l" defTabSz="914332" rtl="0" eaLnBrk="1" latinLnBrk="0" hangingPunct="1">
              <a:lnSpc>
                <a:spcPct val="90000"/>
              </a:lnSpc>
              <a:spcBef>
                <a:spcPts val="0"/>
              </a:spcBef>
              <a:buFont typeface="Arial" panose="020B0604020202020204" pitchFamily="34" charset="0"/>
              <a:buNone/>
            </a:pPr>
            <a:r>
              <a:rPr lang="en-GB"/>
              <a:t>Click to edit title</a:t>
            </a:r>
            <a:endParaRPr lang="en-US"/>
          </a:p>
        </p:txBody>
      </p:sp>
      <p:sp>
        <p:nvSpPr>
          <p:cNvPr id="34" name="Text Placeholder 6">
            <a:extLst>
              <a:ext uri="{FF2B5EF4-FFF2-40B4-BE49-F238E27FC236}">
                <a16:creationId xmlns:a16="http://schemas.microsoft.com/office/drawing/2014/main" id="{802DEDDA-458D-47D1-14AD-2D9926DED0CD}"/>
              </a:ext>
            </a:extLst>
          </p:cNvPr>
          <p:cNvSpPr>
            <a:spLocks noGrp="1"/>
          </p:cNvSpPr>
          <p:nvPr>
            <p:ph type="body" sz="quarter" idx="13" hasCustomPrompt="1"/>
          </p:nvPr>
        </p:nvSpPr>
        <p:spPr>
          <a:xfrm>
            <a:off x="245653" y="4004398"/>
            <a:ext cx="4291843" cy="793631"/>
          </a:xfrm>
        </p:spPr>
        <p:txBody>
          <a:bodyPr vert="horz" lIns="91440" tIns="45720" rIns="91440" bIns="45720" rtlCol="0">
            <a:noAutofit/>
          </a:bodyPr>
          <a:lstStyle>
            <a:lvl1pPr>
              <a:defRPr lang="en-US" sz="2400" dirty="0">
                <a:solidFill>
                  <a:schemeClr val="bg1"/>
                </a:solidFill>
              </a:defRPr>
            </a:lvl1pPr>
          </a:lstStyle>
          <a:p>
            <a:pPr marL="0" lvl="0" indent="0">
              <a:lnSpc>
                <a:spcPct val="90000"/>
              </a:lnSpc>
              <a:buNone/>
            </a:pPr>
            <a:r>
              <a:rPr lang="en-GB"/>
              <a:t>Click here to edit subheading</a:t>
            </a:r>
            <a:endParaRPr lang="en-US"/>
          </a:p>
        </p:txBody>
      </p:sp>
      <p:sp>
        <p:nvSpPr>
          <p:cNvPr id="39" name="Text Placeholder 6">
            <a:extLst>
              <a:ext uri="{FF2B5EF4-FFF2-40B4-BE49-F238E27FC236}">
                <a16:creationId xmlns:a16="http://schemas.microsoft.com/office/drawing/2014/main" id="{FC8E5F86-A930-31EA-EF2D-5BB52BA483EB}"/>
              </a:ext>
            </a:extLst>
          </p:cNvPr>
          <p:cNvSpPr>
            <a:spLocks noGrp="1"/>
          </p:cNvSpPr>
          <p:nvPr>
            <p:ph type="body" sz="quarter" idx="16" hasCustomPrompt="1"/>
          </p:nvPr>
        </p:nvSpPr>
        <p:spPr>
          <a:xfrm>
            <a:off x="245653" y="4891599"/>
            <a:ext cx="4291843" cy="414068"/>
          </a:xfrm>
        </p:spPr>
        <p:txBody>
          <a:bodyPr/>
          <a:lstStyle>
            <a:lvl1pPr marL="0" indent="0">
              <a:buNone/>
              <a:defRPr sz="1600">
                <a:solidFill>
                  <a:schemeClr val="bg1"/>
                </a:solidFill>
                <a:latin typeface="+mn-lt"/>
              </a:defRPr>
            </a:lvl1pPr>
          </a:lstStyle>
          <a:p>
            <a:pPr lvl="0"/>
            <a:r>
              <a:rPr lang="en-GB"/>
              <a:t>Enter Date or Document Version</a:t>
            </a:r>
            <a:endParaRPr lang="en-US"/>
          </a:p>
        </p:txBody>
      </p:sp>
      <p:sp>
        <p:nvSpPr>
          <p:cNvPr id="2" name="hcSlideMaster57.Cover blue 1Header" descr="Classification: Internal">
            <a:extLst>
              <a:ext uri="{FF2B5EF4-FFF2-40B4-BE49-F238E27FC236}">
                <a16:creationId xmlns:a16="http://schemas.microsoft.com/office/drawing/2014/main" id="{333019E9-45F7-309B-6055-4AEE3C9E4D0A}"/>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701559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0B149E-6858-71E6-9F4B-5CF9CE345E1A}"/>
              </a:ext>
            </a:extLst>
          </p:cNvPr>
          <p:cNvSpPr>
            <a:spLocks noGrp="1"/>
          </p:cNvSpPr>
          <p:nvPr>
            <p:ph type="title" hasCustomPrompt="1"/>
          </p:nvPr>
        </p:nvSpPr>
        <p:spPr>
          <a:xfrm>
            <a:off x="228403" y="2819759"/>
            <a:ext cx="4350335" cy="1715893"/>
          </a:xfrm>
          <a:prstGeom prst="rect">
            <a:avLst/>
          </a:prstGeom>
        </p:spPr>
        <p:txBody>
          <a:bodyPr/>
          <a:lstStyle>
            <a:lvl1pPr>
              <a:lnSpc>
                <a:spcPct val="90000"/>
              </a:lnSpc>
              <a:defRPr sz="2800">
                <a:solidFill>
                  <a:schemeClr val="bg1"/>
                </a:solidFill>
              </a:defRPr>
            </a:lvl1pPr>
          </a:lstStyle>
          <a:p>
            <a:r>
              <a:rPr lang="en-GB"/>
              <a:t>Separator</a:t>
            </a:r>
            <a:endParaRPr lang="en-US"/>
          </a:p>
        </p:txBody>
      </p:sp>
      <p:grpSp>
        <p:nvGrpSpPr>
          <p:cNvPr id="15" name="Group 14">
            <a:extLst>
              <a:ext uri="{FF2B5EF4-FFF2-40B4-BE49-F238E27FC236}">
                <a16:creationId xmlns:a16="http://schemas.microsoft.com/office/drawing/2014/main" id="{8E945807-692A-1600-245C-85B412D88710}"/>
              </a:ext>
            </a:extLst>
          </p:cNvPr>
          <p:cNvGrpSpPr/>
          <p:nvPr userDrawn="1"/>
        </p:nvGrpSpPr>
        <p:grpSpPr>
          <a:xfrm>
            <a:off x="11084200" y="316628"/>
            <a:ext cx="761725" cy="157981"/>
            <a:chOff x="9242701" y="249950"/>
            <a:chExt cx="652960" cy="135423"/>
          </a:xfrm>
        </p:grpSpPr>
        <p:sp>
          <p:nvSpPr>
            <p:cNvPr id="16" name="object 6">
              <a:extLst>
                <a:ext uri="{FF2B5EF4-FFF2-40B4-BE49-F238E27FC236}">
                  <a16:creationId xmlns:a16="http://schemas.microsoft.com/office/drawing/2014/main" id="{FE8252D3-76C6-954E-2C0A-65EEF6F46849}"/>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7" name="object 7">
              <a:extLst>
                <a:ext uri="{FF2B5EF4-FFF2-40B4-BE49-F238E27FC236}">
                  <a16:creationId xmlns:a16="http://schemas.microsoft.com/office/drawing/2014/main" id="{EA57E122-B272-0A88-984F-964418378C1F}"/>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8" name="object 8">
              <a:extLst>
                <a:ext uri="{FF2B5EF4-FFF2-40B4-BE49-F238E27FC236}">
                  <a16:creationId xmlns:a16="http://schemas.microsoft.com/office/drawing/2014/main" id="{028306A9-661C-3404-CF5B-6FBC5F44C34C}"/>
                </a:ext>
              </a:extLst>
            </p:cNvPr>
            <p:cNvGrpSpPr/>
            <p:nvPr/>
          </p:nvGrpSpPr>
          <p:grpSpPr>
            <a:xfrm>
              <a:off x="9242701" y="249950"/>
              <a:ext cx="202816" cy="135423"/>
              <a:chOff x="18288992" y="494982"/>
              <a:chExt cx="401320" cy="267970"/>
            </a:xfrm>
          </p:grpSpPr>
          <p:sp>
            <p:nvSpPr>
              <p:cNvPr id="24" name="object 9">
                <a:extLst>
                  <a:ext uri="{FF2B5EF4-FFF2-40B4-BE49-F238E27FC236}">
                    <a16:creationId xmlns:a16="http://schemas.microsoft.com/office/drawing/2014/main" id="{02F69C2D-AE0D-2217-3C9C-5159FCC38284}"/>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5" name="object 10">
                <a:extLst>
                  <a:ext uri="{FF2B5EF4-FFF2-40B4-BE49-F238E27FC236}">
                    <a16:creationId xmlns:a16="http://schemas.microsoft.com/office/drawing/2014/main" id="{21505F9C-D02D-A3D4-E9DB-1206A8C3C78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1">
                <a:extLst>
                  <a:ext uri="{FF2B5EF4-FFF2-40B4-BE49-F238E27FC236}">
                    <a16:creationId xmlns:a16="http://schemas.microsoft.com/office/drawing/2014/main" id="{3CD5FC1C-7F9D-1E62-715B-6E31AD796965}"/>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9" name="object 22">
              <a:extLst>
                <a:ext uri="{FF2B5EF4-FFF2-40B4-BE49-F238E27FC236}">
                  <a16:creationId xmlns:a16="http://schemas.microsoft.com/office/drawing/2014/main" id="{83BF4D0F-CE14-9AC4-117D-CF805ED8B6BA}"/>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0" name="object 23">
              <a:extLst>
                <a:ext uri="{FF2B5EF4-FFF2-40B4-BE49-F238E27FC236}">
                  <a16:creationId xmlns:a16="http://schemas.microsoft.com/office/drawing/2014/main" id="{7EF3CE76-4E5E-65D3-B5BC-DB148DB55CAF}"/>
                </a:ext>
              </a:extLst>
            </p:cNvPr>
            <p:cNvGrpSpPr/>
            <p:nvPr/>
          </p:nvGrpSpPr>
          <p:grpSpPr>
            <a:xfrm>
              <a:off x="9242701" y="249950"/>
              <a:ext cx="202816" cy="135423"/>
              <a:chOff x="18288992" y="494982"/>
              <a:chExt cx="401320" cy="267970"/>
            </a:xfrm>
          </p:grpSpPr>
          <p:sp>
            <p:nvSpPr>
              <p:cNvPr id="21" name="object 24">
                <a:extLst>
                  <a:ext uri="{FF2B5EF4-FFF2-40B4-BE49-F238E27FC236}">
                    <a16:creationId xmlns:a16="http://schemas.microsoft.com/office/drawing/2014/main" id="{62141BAA-CBDC-6AE2-4753-B610C908CBA7}"/>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2" name="object 25">
                <a:extLst>
                  <a:ext uri="{FF2B5EF4-FFF2-40B4-BE49-F238E27FC236}">
                    <a16:creationId xmlns:a16="http://schemas.microsoft.com/office/drawing/2014/main" id="{D040E6F7-D30E-79FA-F11F-49B5E8F2F1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3" name="object 26">
                <a:extLst>
                  <a:ext uri="{FF2B5EF4-FFF2-40B4-BE49-F238E27FC236}">
                    <a16:creationId xmlns:a16="http://schemas.microsoft.com/office/drawing/2014/main" id="{03017B78-8403-B42E-AC00-2235C5E29D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3" name="TextBox 32">
            <a:extLst>
              <a:ext uri="{FF2B5EF4-FFF2-40B4-BE49-F238E27FC236}">
                <a16:creationId xmlns:a16="http://schemas.microsoft.com/office/drawing/2014/main" id="{0D3738DA-E1A3-951E-954E-52831689FC14}"/>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pic>
        <p:nvPicPr>
          <p:cNvPr id="4" name="Picture 3">
            <a:extLst>
              <a:ext uri="{FF2B5EF4-FFF2-40B4-BE49-F238E27FC236}">
                <a16:creationId xmlns:a16="http://schemas.microsoft.com/office/drawing/2014/main" id="{8235111B-3D43-5230-8371-E4CB34F33D17}"/>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B1F0CA55-66CE-5362-726B-2599F843D9BD}"/>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8" name="Graphic 7">
            <a:extLst>
              <a:ext uri="{FF2B5EF4-FFF2-40B4-BE49-F238E27FC236}">
                <a16:creationId xmlns:a16="http://schemas.microsoft.com/office/drawing/2014/main" id="{98DA2041-42A4-E9FF-57FB-D969BD811A05}"/>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5621874" y="231867"/>
            <a:ext cx="4149695" cy="6343104"/>
          </a:xfrm>
          <a:prstGeom prst="rect">
            <a:avLst/>
          </a:prstGeom>
        </p:spPr>
      </p:pic>
      <p:sp>
        <p:nvSpPr>
          <p:cNvPr id="2" name="hcSlideMaster57.DividerHeader" descr="Classification: Internal">
            <a:extLst>
              <a:ext uri="{FF2B5EF4-FFF2-40B4-BE49-F238E27FC236}">
                <a16:creationId xmlns:a16="http://schemas.microsoft.com/office/drawing/2014/main" id="{90A961B2-C03C-A6DA-7F8C-320C4B12A502}"/>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5348611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ECFCFC"/>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 style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3" name="TextBox 22">
            <a:extLst>
              <a:ext uri="{FF2B5EF4-FFF2-40B4-BE49-F238E27FC236}">
                <a16:creationId xmlns:a16="http://schemas.microsoft.com/office/drawing/2014/main" id="{4819D38D-91FB-FD21-94E8-8E11DC131A76}"/>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pic>
        <p:nvPicPr>
          <p:cNvPr id="2" name="Graphic 1">
            <a:extLst>
              <a:ext uri="{FF2B5EF4-FFF2-40B4-BE49-F238E27FC236}">
                <a16:creationId xmlns:a16="http://schemas.microsoft.com/office/drawing/2014/main" id="{32074292-E203-3499-3BE4-28D3E0763EA8}"/>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D7A163D1-F5AA-6262-0442-537C119EA454}"/>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 Placeholder 6">
            <a:extLst>
              <a:ext uri="{FF2B5EF4-FFF2-40B4-BE49-F238E27FC236}">
                <a16:creationId xmlns:a16="http://schemas.microsoft.com/office/drawing/2014/main" id="{4755C2FD-0260-8312-4E74-505CE1DBB495}"/>
              </a:ext>
            </a:extLst>
          </p:cNvPr>
          <p:cNvSpPr>
            <a:spLocks noGrp="1"/>
          </p:cNvSpPr>
          <p:nvPr>
            <p:ph type="body" sz="quarter" idx="14" hasCustomPrompt="1"/>
          </p:nvPr>
        </p:nvSpPr>
        <p:spPr>
          <a:xfrm>
            <a:off x="245652" y="1794295"/>
            <a:ext cx="11709901"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6" name="hcSlideMaster57.Title onlyHeader" descr="Classification: Internal">
            <a:extLst>
              <a:ext uri="{FF2B5EF4-FFF2-40B4-BE49-F238E27FC236}">
                <a16:creationId xmlns:a16="http://schemas.microsoft.com/office/drawing/2014/main" id="{AA24AA93-9667-9CC5-0833-11C68C020E0A}"/>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5249897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7A3324-CF26-0748-B4CF-963B702B3F50}"/>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7800C36E-23A3-A880-59DF-BC9A66F7F1F4}"/>
              </a:ext>
            </a:extLst>
          </p:cNvPr>
          <p:cNvSpPr>
            <a:spLocks noGrp="1"/>
          </p:cNvSpPr>
          <p:nvPr>
            <p:ph type="body" sz="quarter" idx="13" hasCustomPrompt="1"/>
          </p:nvPr>
        </p:nvSpPr>
        <p:spPr>
          <a:xfrm>
            <a:off x="4059299" y="804351"/>
            <a:ext cx="6292400" cy="1377087"/>
          </a:xfrm>
        </p:spPr>
        <p:txBody>
          <a:bodyPr/>
          <a:lstStyle>
            <a:lvl1pPr marL="0" indent="0">
              <a:lnSpc>
                <a:spcPct val="90000"/>
              </a:lnSpc>
              <a:spcBef>
                <a:spcPts val="0"/>
              </a:spcBef>
              <a:buNone/>
              <a:defRPr sz="1800">
                <a:solidFill>
                  <a:schemeClr val="bg2"/>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7A5A69EF-2F3B-DFCB-5808-DFE7FC9E747E}"/>
              </a:ext>
            </a:extLst>
          </p:cNvPr>
          <p:cNvSpPr>
            <a:spLocks noGrp="1"/>
          </p:cNvSpPr>
          <p:nvPr>
            <p:ph type="body" sz="quarter" idx="14" hasCustomPrompt="1"/>
          </p:nvPr>
        </p:nvSpPr>
        <p:spPr>
          <a:xfrm>
            <a:off x="232402" y="2342169"/>
            <a:ext cx="11672055" cy="3834795"/>
          </a:xfrm>
        </p:spPr>
        <p:txBody>
          <a:bodyPr numCol="4"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Title 1">
            <a:extLst>
              <a:ext uri="{FF2B5EF4-FFF2-40B4-BE49-F238E27FC236}">
                <a16:creationId xmlns:a16="http://schemas.microsoft.com/office/drawing/2014/main" id="{949DDFE2-9038-836D-DA36-FAA59D5D3400}"/>
              </a:ext>
            </a:extLst>
          </p:cNvPr>
          <p:cNvSpPr>
            <a:spLocks noGrp="1"/>
          </p:cNvSpPr>
          <p:nvPr>
            <p:ph type="title" hasCustomPrompt="1"/>
          </p:nvPr>
        </p:nvSpPr>
        <p:spPr>
          <a:xfrm>
            <a:off x="228353" y="849280"/>
            <a:ext cx="3830947" cy="1356365"/>
          </a:xfrm>
          <a:prstGeom prst="rect">
            <a:avLst/>
          </a:prstGeom>
        </p:spPr>
        <p:txBody>
          <a:bodyPr/>
          <a:lstStyle>
            <a:lvl1pPr>
              <a:lnSpc>
                <a:spcPct val="90000"/>
              </a:lnSpc>
              <a:spcBef>
                <a:spcPts val="0"/>
              </a:spcBef>
              <a:defRPr sz="2800">
                <a:solidFill>
                  <a:schemeClr val="tx1"/>
                </a:solidFill>
              </a:defRPr>
            </a:lvl1pPr>
          </a:lstStyle>
          <a:p>
            <a:r>
              <a:rPr lang="en-GB"/>
              <a:t>Click to edit title style</a:t>
            </a:r>
            <a:endParaRPr lang="en-US"/>
          </a:p>
        </p:txBody>
      </p:sp>
      <p:grpSp>
        <p:nvGrpSpPr>
          <p:cNvPr id="16" name="Group 15">
            <a:extLst>
              <a:ext uri="{FF2B5EF4-FFF2-40B4-BE49-F238E27FC236}">
                <a16:creationId xmlns:a16="http://schemas.microsoft.com/office/drawing/2014/main" id="{E8D51EC2-0C3E-D847-A05D-4AB70622EA52}"/>
              </a:ext>
            </a:extLst>
          </p:cNvPr>
          <p:cNvGrpSpPr/>
          <p:nvPr userDrawn="1"/>
        </p:nvGrpSpPr>
        <p:grpSpPr>
          <a:xfrm>
            <a:off x="11084202" y="316459"/>
            <a:ext cx="761727" cy="157980"/>
            <a:chOff x="9242701" y="249950"/>
            <a:chExt cx="652960" cy="135423"/>
          </a:xfrm>
        </p:grpSpPr>
        <p:sp>
          <p:nvSpPr>
            <p:cNvPr id="17" name="object 11">
              <a:extLst>
                <a:ext uri="{FF2B5EF4-FFF2-40B4-BE49-F238E27FC236}">
                  <a16:creationId xmlns:a16="http://schemas.microsoft.com/office/drawing/2014/main" id="{29221EF7-6A51-8F7D-B564-929FB26C6D95}"/>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8" name="object 12">
              <a:extLst>
                <a:ext uri="{FF2B5EF4-FFF2-40B4-BE49-F238E27FC236}">
                  <a16:creationId xmlns:a16="http://schemas.microsoft.com/office/drawing/2014/main" id="{218582E0-2A5B-56D8-0C63-76593A0A51A3}"/>
                </a:ext>
              </a:extLst>
            </p:cNvPr>
            <p:cNvGrpSpPr/>
            <p:nvPr/>
          </p:nvGrpSpPr>
          <p:grpSpPr>
            <a:xfrm>
              <a:off x="9242701" y="249950"/>
              <a:ext cx="202816" cy="135423"/>
              <a:chOff x="18288992" y="494982"/>
              <a:chExt cx="401320" cy="267970"/>
            </a:xfrm>
          </p:grpSpPr>
          <p:sp>
            <p:nvSpPr>
              <p:cNvPr id="19" name="object 13">
                <a:extLst>
                  <a:ext uri="{FF2B5EF4-FFF2-40B4-BE49-F238E27FC236}">
                    <a16:creationId xmlns:a16="http://schemas.microsoft.com/office/drawing/2014/main" id="{EA476F20-B3D1-DC85-8A95-9A5505D7C3D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0" name="object 14">
                <a:extLst>
                  <a:ext uri="{FF2B5EF4-FFF2-40B4-BE49-F238E27FC236}">
                    <a16:creationId xmlns:a16="http://schemas.microsoft.com/office/drawing/2014/main" id="{3582D895-C8C8-B690-AD9F-10B1629E86CE}"/>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1" name="object 15">
                <a:extLst>
                  <a:ext uri="{FF2B5EF4-FFF2-40B4-BE49-F238E27FC236}">
                    <a16:creationId xmlns:a16="http://schemas.microsoft.com/office/drawing/2014/main" id="{D161E6C6-0726-A22E-7F8C-EBF4C37F083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5" name="TextBox 24">
            <a:extLst>
              <a:ext uri="{FF2B5EF4-FFF2-40B4-BE49-F238E27FC236}">
                <a16:creationId xmlns:a16="http://schemas.microsoft.com/office/drawing/2014/main" id="{8C19C1E7-8295-246C-61F7-8607BE60CAD7}"/>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pic>
        <p:nvPicPr>
          <p:cNvPr id="2" name="Graphic 1">
            <a:extLst>
              <a:ext uri="{FF2B5EF4-FFF2-40B4-BE49-F238E27FC236}">
                <a16:creationId xmlns:a16="http://schemas.microsoft.com/office/drawing/2014/main" id="{193FF807-1054-EBAF-C4AF-7A6AAAE280C5}"/>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E8D45214-C27B-C9A7-E846-7CF73AA4BB18}"/>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4" name="hcSlideMaster57.Content 1Header" descr="Classification: Internal">
            <a:extLst>
              <a:ext uri="{FF2B5EF4-FFF2-40B4-BE49-F238E27FC236}">
                <a16:creationId xmlns:a16="http://schemas.microsoft.com/office/drawing/2014/main" id="{2BBB5733-5A4B-01D7-A7F3-AC7DB7EDE337}"/>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9876597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rgbClr val="ECFCFC"/>
        </a:solidFill>
        <a:effectLst/>
      </p:bgPr>
    </p:bg>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0D7A0BF0-2489-55D2-D22F-70F6A243178F}"/>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sp>
        <p:nvSpPr>
          <p:cNvPr id="3" name="Slide Number Placeholder 2">
            <a:extLst>
              <a:ext uri="{FF2B5EF4-FFF2-40B4-BE49-F238E27FC236}">
                <a16:creationId xmlns:a16="http://schemas.microsoft.com/office/drawing/2014/main" id="{458B7FC8-EE15-AEF0-1D58-CE9F1AEC3A63}"/>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10" name="Text Placeholder 6">
            <a:extLst>
              <a:ext uri="{FF2B5EF4-FFF2-40B4-BE49-F238E27FC236}">
                <a16:creationId xmlns:a16="http://schemas.microsoft.com/office/drawing/2014/main" id="{B58CDEAE-0597-06FC-ABED-A9C01545D022}"/>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Picture Placeholder 11">
            <a:extLst>
              <a:ext uri="{FF2B5EF4-FFF2-40B4-BE49-F238E27FC236}">
                <a16:creationId xmlns:a16="http://schemas.microsoft.com/office/drawing/2014/main" id="{B5D368A5-187B-6D30-1945-820656F673A2}"/>
              </a:ext>
            </a:extLst>
          </p:cNvPr>
          <p:cNvSpPr>
            <a:spLocks noGrp="1"/>
          </p:cNvSpPr>
          <p:nvPr>
            <p:ph type="pic" sz="quarter" idx="15"/>
          </p:nvPr>
        </p:nvSpPr>
        <p:spPr>
          <a:xfrm>
            <a:off x="5" y="1811342"/>
            <a:ext cx="3675063" cy="4365625"/>
          </a:xfrm>
          <a:solidFill>
            <a:schemeClr val="bg1">
              <a:lumMod val="95000"/>
            </a:schemeClr>
          </a:solidFill>
        </p:spPr>
        <p:txBody>
          <a:bodyPr anchor="ctr"/>
          <a:lstStyle>
            <a:lvl1pPr algn="ctr">
              <a:defRPr/>
            </a:lvl1pPr>
          </a:lstStyle>
          <a:p>
            <a:endParaRPr lang="en-US"/>
          </a:p>
        </p:txBody>
      </p:sp>
      <p:sp>
        <p:nvSpPr>
          <p:cNvPr id="17" name="Title 1">
            <a:extLst>
              <a:ext uri="{FF2B5EF4-FFF2-40B4-BE49-F238E27FC236}">
                <a16:creationId xmlns:a16="http://schemas.microsoft.com/office/drawing/2014/main" id="{57CA5432-E6C4-9E0E-4AE7-A5CAD48F4F7D}"/>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 style</a:t>
            </a:r>
            <a:endParaRPr lang="en-US"/>
          </a:p>
        </p:txBody>
      </p:sp>
      <p:grpSp>
        <p:nvGrpSpPr>
          <p:cNvPr id="21" name="Group 20">
            <a:extLst>
              <a:ext uri="{FF2B5EF4-FFF2-40B4-BE49-F238E27FC236}">
                <a16:creationId xmlns:a16="http://schemas.microsoft.com/office/drawing/2014/main" id="{53874EF4-1CF7-7897-D289-2ACFF353C026}"/>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6613F8F-3605-BDAD-82A2-772717016A50}"/>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D5DDB524-DC96-9CC5-5D30-5121EC25B0F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08685EC9-126E-7223-FB54-4682ABB8AF49}"/>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638480FE-5064-365E-0764-1EDB515E42D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9EB73C38-AE3B-108A-9FC8-295E5E8C530C}"/>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00F51FAF-5C39-6DF9-93A2-E115B35BE264}"/>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DF09668A-C7B1-0FC8-F400-5996293E9E11}"/>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hcSlideMaster57.Content 2Header" descr="Classification: Internal">
            <a:extLst>
              <a:ext uri="{FF2B5EF4-FFF2-40B4-BE49-F238E27FC236}">
                <a16:creationId xmlns:a16="http://schemas.microsoft.com/office/drawing/2014/main" id="{6B01C4BF-8551-0E32-520A-45F8819D3FF5}"/>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8056756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 style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85254999-0687-9882-5AD2-9787176AA3A3}"/>
              </a:ext>
            </a:extLst>
          </p:cNvPr>
          <p:cNvSpPr>
            <a:spLocks noGrp="1"/>
          </p:cNvSpPr>
          <p:nvPr>
            <p:ph type="body" sz="quarter" idx="13" hasCustomPrompt="1"/>
          </p:nvPr>
        </p:nvSpPr>
        <p:spPr>
          <a:xfrm>
            <a:off x="245653" y="1783836"/>
            <a:ext cx="3560323" cy="4427525"/>
          </a:xfrm>
        </p:spPr>
        <p:txBody>
          <a:bodyPr/>
          <a:lstStyle>
            <a:lvl1pPr marL="0" indent="0">
              <a:lnSpc>
                <a:spcPct val="90000"/>
              </a:lnSpc>
              <a:spcBef>
                <a:spcPts val="0"/>
              </a:spcBef>
              <a:buNone/>
              <a:defRPr sz="1800">
                <a:solidFill>
                  <a:schemeClr val="bg2"/>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CCEC5A13-BD8A-5C44-99F9-90183704A03F}"/>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3" name="TextBox 22">
            <a:extLst>
              <a:ext uri="{FF2B5EF4-FFF2-40B4-BE49-F238E27FC236}">
                <a16:creationId xmlns:a16="http://schemas.microsoft.com/office/drawing/2014/main" id="{4819D38D-91FB-FD21-94E8-8E11DC131A76}"/>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pic>
        <p:nvPicPr>
          <p:cNvPr id="4" name="Graphic 3">
            <a:extLst>
              <a:ext uri="{FF2B5EF4-FFF2-40B4-BE49-F238E27FC236}">
                <a16:creationId xmlns:a16="http://schemas.microsoft.com/office/drawing/2014/main" id="{BD8D372C-45A4-81C8-EF98-6E817A88ABDA}"/>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8CB4D872-5FB7-6E25-35C6-BEE8D594CFCC}"/>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hcSlideMaster57.Content 3Header" descr="Classification: Internal">
            <a:extLst>
              <a:ext uri="{FF2B5EF4-FFF2-40B4-BE49-F238E27FC236}">
                <a16:creationId xmlns:a16="http://schemas.microsoft.com/office/drawing/2014/main" id="{93AAF41B-00DF-1B31-5DE8-667A22FE7114}"/>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8398109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tx2"/>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676F08B8-0EF2-276E-D85F-151FA39423C7}"/>
              </a:ext>
            </a:extLst>
          </p:cNvPr>
          <p:cNvSpPr txBox="1"/>
          <p:nvPr userDrawn="1"/>
        </p:nvSpPr>
        <p:spPr>
          <a:xfrm>
            <a:off x="323648" y="1693821"/>
            <a:ext cx="2467781" cy="1265748"/>
          </a:xfrm>
          <a:prstGeom prst="rect">
            <a:avLst/>
          </a:prstGeom>
        </p:spPr>
        <p:txBody>
          <a:bodyPr vert="horz" wrap="square" lIns="0" tIns="31449" rIns="0" bIns="0" rtlCol="0">
            <a:spAutoFit/>
          </a:bodyPr>
          <a:lstStyle/>
          <a:p>
            <a:pPr marL="6419">
              <a:lnSpc>
                <a:spcPct val="120000"/>
              </a:lnSpc>
              <a:spcBef>
                <a:spcPts val="248"/>
              </a:spcBef>
            </a:pPr>
            <a:r>
              <a:rPr sz="1100" spc="81">
                <a:solidFill>
                  <a:schemeClr val="bg2"/>
                </a:solidFill>
                <a:latin typeface="DMSans-Medium"/>
                <a:cs typeface="DMSans-Medium"/>
              </a:rPr>
              <a:t>ASIA</a:t>
            </a:r>
            <a:r>
              <a:rPr sz="1100" spc="223">
                <a:solidFill>
                  <a:schemeClr val="bg2"/>
                </a:solidFill>
                <a:latin typeface="DMSans-Medium"/>
                <a:cs typeface="DMSans-Medium"/>
              </a:rPr>
              <a:t> </a:t>
            </a:r>
            <a:r>
              <a:rPr sz="1100" spc="71">
                <a:solidFill>
                  <a:schemeClr val="bg2"/>
                </a:solidFill>
                <a:latin typeface="DMSans-Medium"/>
                <a:cs typeface="DMSans-Medium"/>
              </a:rPr>
              <a:t>PACIFIC </a:t>
            </a:r>
            <a:endParaRPr sz="1100">
              <a:solidFill>
                <a:schemeClr val="bg2"/>
              </a:solidFill>
              <a:latin typeface="DMSans-Medium"/>
              <a:cs typeface="DMSans-Medium"/>
            </a:endParaRPr>
          </a:p>
          <a:p>
            <a:pPr marL="6419" marR="2567">
              <a:lnSpc>
                <a:spcPct val="120000"/>
              </a:lnSpc>
            </a:pPr>
            <a:r>
              <a:rPr sz="1100">
                <a:solidFill>
                  <a:srgbClr val="FFFFFF"/>
                </a:solidFill>
                <a:latin typeface="DM Sans"/>
                <a:cs typeface="DM Sans"/>
              </a:rPr>
              <a:t>25</a:t>
            </a:r>
            <a:r>
              <a:rPr sz="1100" spc="-19">
                <a:solidFill>
                  <a:srgbClr val="FFFFFF"/>
                </a:solidFill>
                <a:latin typeface="DM Sans"/>
                <a:cs typeface="DM Sans"/>
              </a:rPr>
              <a:t> </a:t>
            </a:r>
            <a:r>
              <a:rPr sz="1100">
                <a:solidFill>
                  <a:srgbClr val="FFFFFF"/>
                </a:solidFill>
                <a:latin typeface="DM Sans"/>
                <a:cs typeface="DM Sans"/>
              </a:rPr>
              <a:t>Rajiv</a:t>
            </a:r>
            <a:r>
              <a:rPr sz="1100" spc="-19">
                <a:solidFill>
                  <a:srgbClr val="FFFFFF"/>
                </a:solidFill>
                <a:latin typeface="DM Sans"/>
                <a:cs typeface="DM Sans"/>
              </a:rPr>
              <a:t> </a:t>
            </a:r>
            <a:r>
              <a:rPr sz="1100">
                <a:solidFill>
                  <a:srgbClr val="FFFFFF"/>
                </a:solidFill>
                <a:latin typeface="DM Sans"/>
                <a:cs typeface="DM Sans"/>
              </a:rPr>
              <a:t>Gandhi</a:t>
            </a:r>
            <a:r>
              <a:rPr sz="1100" spc="-19">
                <a:solidFill>
                  <a:srgbClr val="FFFFFF"/>
                </a:solidFill>
                <a:latin typeface="DM Sans"/>
                <a:cs typeface="DM Sans"/>
              </a:rPr>
              <a:t> </a:t>
            </a:r>
            <a:r>
              <a:rPr sz="1100">
                <a:solidFill>
                  <a:srgbClr val="FFFFFF"/>
                </a:solidFill>
                <a:latin typeface="DM Sans"/>
                <a:cs typeface="DM Sans"/>
              </a:rPr>
              <a:t>Infotech</a:t>
            </a:r>
            <a:r>
              <a:rPr sz="1100" spc="-19">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err="1">
                <a:solidFill>
                  <a:srgbClr val="FFFFFF"/>
                </a:solidFill>
                <a:latin typeface="DM Sans"/>
                <a:cs typeface="DM Sans"/>
              </a:rPr>
              <a:t>Hinjawadi</a:t>
            </a:r>
            <a:r>
              <a:rPr sz="1100">
                <a:solidFill>
                  <a:srgbClr val="FFFFFF"/>
                </a:solidFill>
                <a:latin typeface="DM Sans"/>
                <a:cs typeface="DM Sans"/>
              </a:rPr>
              <a:t>,</a:t>
            </a:r>
            <a:r>
              <a:rPr sz="1100" spc="-33">
                <a:solidFill>
                  <a:srgbClr val="FFFFFF"/>
                </a:solidFill>
                <a:latin typeface="DM Sans"/>
                <a:cs typeface="DM Sans"/>
              </a:rPr>
              <a:t> </a:t>
            </a:r>
            <a:r>
              <a:rPr sz="1100" spc="-11">
                <a:solidFill>
                  <a:srgbClr val="FFFFFF"/>
                </a:solidFill>
                <a:latin typeface="DM Sans"/>
                <a:cs typeface="DM Sans"/>
              </a:rPr>
              <a:t>Pune</a:t>
            </a:r>
            <a:endParaRPr sz="1100">
              <a:latin typeface="DM Sans"/>
              <a:cs typeface="DM Sans"/>
            </a:endParaRPr>
          </a:p>
          <a:p>
            <a:pPr marL="6419" marR="1210942">
              <a:lnSpc>
                <a:spcPct val="120000"/>
              </a:lnSpc>
            </a:pPr>
            <a:r>
              <a:rPr sz="1100" spc="-7">
                <a:solidFill>
                  <a:srgbClr val="FFFFFF"/>
                </a:solidFill>
                <a:latin typeface="DM Sans"/>
                <a:cs typeface="DM Sans"/>
              </a:rPr>
              <a:t>India</a:t>
            </a:r>
            <a:br>
              <a:rPr lang="en-GB" sz="1100" spc="-7">
                <a:solidFill>
                  <a:srgbClr val="FFFFFF"/>
                </a:solidFill>
                <a:latin typeface="DM Sans"/>
                <a:cs typeface="DM Sans"/>
              </a:rPr>
            </a:br>
            <a:r>
              <a:rPr sz="1100" spc="-7">
                <a:solidFill>
                  <a:srgbClr val="FFFFFF"/>
                </a:solidFill>
                <a:latin typeface="DM Sans"/>
                <a:cs typeface="DM Sans"/>
              </a:rPr>
              <a:t>411057</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28">
                <a:solidFill>
                  <a:srgbClr val="FFFFFF"/>
                </a:solidFill>
                <a:latin typeface="DM Sans"/>
                <a:cs typeface="DM Sans"/>
              </a:rPr>
              <a:t> </a:t>
            </a:r>
            <a:r>
              <a:rPr sz="1100">
                <a:solidFill>
                  <a:srgbClr val="FFFFFF"/>
                </a:solidFill>
                <a:latin typeface="DM Sans"/>
                <a:cs typeface="DM Sans"/>
              </a:rPr>
              <a:t>+91</a:t>
            </a:r>
            <a:r>
              <a:rPr sz="1100" spc="-28">
                <a:solidFill>
                  <a:srgbClr val="FFFFFF"/>
                </a:solidFill>
                <a:latin typeface="DM Sans"/>
                <a:cs typeface="DM Sans"/>
              </a:rPr>
              <a:t> </a:t>
            </a:r>
            <a:r>
              <a:rPr sz="1100">
                <a:solidFill>
                  <a:srgbClr val="FFFFFF"/>
                </a:solidFill>
                <a:latin typeface="DM Sans"/>
                <a:cs typeface="DM Sans"/>
              </a:rPr>
              <a:t>20</a:t>
            </a:r>
            <a:r>
              <a:rPr sz="1100" spc="-28">
                <a:solidFill>
                  <a:srgbClr val="FFFFFF"/>
                </a:solidFill>
                <a:latin typeface="DM Sans"/>
                <a:cs typeface="DM Sans"/>
              </a:rPr>
              <a:t> </a:t>
            </a:r>
            <a:r>
              <a:rPr sz="1100">
                <a:solidFill>
                  <a:srgbClr val="FFFFFF"/>
                </a:solidFill>
                <a:latin typeface="DM Sans"/>
                <a:cs typeface="DM Sans"/>
              </a:rPr>
              <a:t>6652</a:t>
            </a:r>
            <a:r>
              <a:rPr sz="1100" spc="-27">
                <a:solidFill>
                  <a:srgbClr val="FFFFFF"/>
                </a:solidFill>
                <a:latin typeface="DM Sans"/>
                <a:cs typeface="DM Sans"/>
              </a:rPr>
              <a:t> </a:t>
            </a:r>
            <a:r>
              <a:rPr sz="1100" spc="-11">
                <a:solidFill>
                  <a:srgbClr val="FFFFFF"/>
                </a:solidFill>
                <a:latin typeface="DM Sans"/>
                <a:cs typeface="DM Sans"/>
              </a:rPr>
              <a:t>9090</a:t>
            </a:r>
            <a:endParaRPr sz="1100">
              <a:latin typeface="DM Sans"/>
              <a:cs typeface="DM Sans"/>
            </a:endParaRPr>
          </a:p>
        </p:txBody>
      </p:sp>
      <p:sp>
        <p:nvSpPr>
          <p:cNvPr id="13" name="object 4">
            <a:extLst>
              <a:ext uri="{FF2B5EF4-FFF2-40B4-BE49-F238E27FC236}">
                <a16:creationId xmlns:a16="http://schemas.microsoft.com/office/drawing/2014/main" id="{BF26C33B-9003-AF9E-198E-D60A669D328F}"/>
              </a:ext>
            </a:extLst>
          </p:cNvPr>
          <p:cNvSpPr txBox="1"/>
          <p:nvPr userDrawn="1"/>
        </p:nvSpPr>
        <p:spPr>
          <a:xfrm>
            <a:off x="323650" y="3110926"/>
            <a:ext cx="3097129" cy="1672013"/>
          </a:xfrm>
          <a:prstGeom prst="rect">
            <a:avLst/>
          </a:prstGeom>
        </p:spPr>
        <p:txBody>
          <a:bodyPr vert="horz" wrap="square" lIns="0" tIns="31449" rIns="0" bIns="0" rtlCol="0">
            <a:spAutoFit/>
          </a:bodyPr>
          <a:lstStyle/>
          <a:p>
            <a:pPr marL="6419">
              <a:lnSpc>
                <a:spcPct val="120000"/>
              </a:lnSpc>
              <a:spcBef>
                <a:spcPts val="248"/>
              </a:spcBef>
            </a:pPr>
            <a:r>
              <a:rPr sz="1100" spc="83">
                <a:solidFill>
                  <a:schemeClr val="bg2"/>
                </a:solidFill>
                <a:latin typeface="DMSans-Medium"/>
                <a:cs typeface="DMSans-Medium"/>
              </a:rPr>
              <a:t>EUROPE </a:t>
            </a:r>
            <a:endParaRPr sz="1100">
              <a:solidFill>
                <a:schemeClr val="bg2"/>
              </a:solidFill>
              <a:latin typeface="DMSans-Medium"/>
              <a:cs typeface="DMSans-Medium"/>
            </a:endParaRPr>
          </a:p>
          <a:p>
            <a:pPr marL="6419" marR="2567">
              <a:lnSpc>
                <a:spcPct val="120000"/>
              </a:lnSpc>
            </a:pPr>
            <a:r>
              <a:rPr sz="1100">
                <a:solidFill>
                  <a:srgbClr val="FFFFFF"/>
                </a:solidFill>
                <a:latin typeface="DM Sans"/>
                <a:cs typeface="DM Sans"/>
              </a:rPr>
              <a:t>The</a:t>
            </a:r>
            <a:r>
              <a:rPr sz="1100" spc="-12">
                <a:solidFill>
                  <a:srgbClr val="FFFFFF"/>
                </a:solidFill>
                <a:latin typeface="DM Sans"/>
                <a:cs typeface="DM Sans"/>
              </a:rPr>
              <a:t> </a:t>
            </a:r>
            <a:r>
              <a:rPr sz="1100">
                <a:solidFill>
                  <a:srgbClr val="FFFFFF"/>
                </a:solidFill>
                <a:latin typeface="DM Sans"/>
                <a:cs typeface="DM Sans"/>
              </a:rPr>
              <a:t>European</a:t>
            </a:r>
            <a:r>
              <a:rPr sz="1100" spc="-11">
                <a:solidFill>
                  <a:srgbClr val="FFFFFF"/>
                </a:solidFill>
                <a:latin typeface="DM Sans"/>
                <a:cs typeface="DM Sans"/>
              </a:rPr>
              <a:t> </a:t>
            </a:r>
            <a:r>
              <a:rPr sz="1100" spc="-7">
                <a:solidFill>
                  <a:srgbClr val="FFFFFF"/>
                </a:solidFill>
                <a:latin typeface="DM Sans"/>
                <a:cs typeface="DM Sans"/>
              </a:rPr>
              <a:t>Innovation</a:t>
            </a:r>
            <a:br>
              <a:rPr lang="en-GB" sz="1100" spc="-11">
                <a:solidFill>
                  <a:srgbClr val="FFFFFF"/>
                </a:solidFill>
                <a:latin typeface="DM Sans"/>
                <a:cs typeface="DM Sans"/>
              </a:rPr>
            </a:br>
            <a:r>
              <a:rPr sz="1100" spc="-12">
                <a:solidFill>
                  <a:srgbClr val="FFFFFF"/>
                </a:solidFill>
                <a:latin typeface="DM Sans"/>
                <a:cs typeface="DM Sans"/>
              </a:rPr>
              <a:t>and </a:t>
            </a:r>
            <a:r>
              <a:rPr sz="1100">
                <a:solidFill>
                  <a:srgbClr val="FFFFFF"/>
                </a:solidFill>
                <a:latin typeface="DM Sans"/>
                <a:cs typeface="DM Sans"/>
              </a:rPr>
              <a:t>Development</a:t>
            </a:r>
            <a:r>
              <a:rPr sz="1100" spc="-33">
                <a:solidFill>
                  <a:srgbClr val="FFFFFF"/>
                </a:solidFill>
                <a:latin typeface="DM Sans"/>
                <a:cs typeface="DM Sans"/>
              </a:rPr>
              <a:t> </a:t>
            </a:r>
            <a:r>
              <a:rPr sz="1100">
                <a:solidFill>
                  <a:srgbClr val="FFFFFF"/>
                </a:solidFill>
                <a:latin typeface="DM Sans"/>
                <a:cs typeface="DM Sans"/>
              </a:rPr>
              <a:t>Centre</a:t>
            </a:r>
            <a:r>
              <a:rPr sz="1100" spc="-31">
                <a:solidFill>
                  <a:srgbClr val="FFFFFF"/>
                </a:solidFill>
                <a:latin typeface="DM Sans"/>
                <a:cs typeface="DM Sans"/>
              </a:rPr>
              <a:t> </a:t>
            </a:r>
            <a:r>
              <a:rPr sz="1100" spc="-7">
                <a:solidFill>
                  <a:srgbClr val="FFFFFF"/>
                </a:solidFill>
                <a:latin typeface="DM Sans"/>
                <a:cs typeface="DM Sans"/>
              </a:rPr>
              <a:t>(E</a:t>
            </a:r>
            <a:r>
              <a:rPr lang="en-US" sz="1100" spc="-7">
                <a:solidFill>
                  <a:srgbClr val="FFFFFF"/>
                </a:solidFill>
                <a:latin typeface="DM Sans"/>
                <a:cs typeface="DM Sans"/>
              </a:rPr>
              <a:t>I</a:t>
            </a:r>
            <a:r>
              <a:rPr sz="1100" spc="-7">
                <a:solidFill>
                  <a:srgbClr val="FFFFFF"/>
                </a:solidFill>
                <a:latin typeface="DM Sans"/>
                <a:cs typeface="DM Sans"/>
              </a:rPr>
              <a:t>DC)</a:t>
            </a:r>
            <a:br>
              <a:rPr lang="en-GB" sz="1100" spc="-7">
                <a:solidFill>
                  <a:srgbClr val="FFFFFF"/>
                </a:solidFill>
                <a:latin typeface="DM Sans"/>
                <a:cs typeface="DM Sans"/>
              </a:rPr>
            </a:br>
            <a:r>
              <a:rPr sz="1100">
                <a:solidFill>
                  <a:srgbClr val="FFFFFF"/>
                </a:solidFill>
                <a:latin typeface="DM Sans"/>
                <a:cs typeface="DM Sans"/>
              </a:rPr>
              <a:t>Olympus </a:t>
            </a:r>
            <a:r>
              <a:rPr sz="1100" spc="-7">
                <a:solidFill>
                  <a:srgbClr val="FFFFFF"/>
                </a:solidFill>
                <a:latin typeface="DM Sans"/>
                <a:cs typeface="DM Sans"/>
              </a:rPr>
              <a:t>Avenue</a:t>
            </a:r>
            <a:endParaRPr sz="1100">
              <a:latin typeface="DM Sans"/>
              <a:cs typeface="DM Sans"/>
            </a:endParaRPr>
          </a:p>
          <a:p>
            <a:pPr marL="6419" marR="737668">
              <a:lnSpc>
                <a:spcPct val="120000"/>
              </a:lnSpc>
            </a:pPr>
            <a:r>
              <a:rPr sz="1100" spc="-7" err="1">
                <a:solidFill>
                  <a:srgbClr val="FFFFFF"/>
                </a:solidFill>
                <a:latin typeface="DM Sans"/>
                <a:cs typeface="DM Sans"/>
              </a:rPr>
              <a:t>Tachbrook</a:t>
            </a:r>
            <a:r>
              <a:rPr sz="1100" spc="-47">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a:solidFill>
                  <a:srgbClr val="FFFFFF"/>
                </a:solidFill>
                <a:latin typeface="DM Sans"/>
                <a:cs typeface="DM Sans"/>
              </a:rPr>
              <a:t>Warwick,</a:t>
            </a:r>
            <a:r>
              <a:rPr sz="1100" spc="-47">
                <a:solidFill>
                  <a:srgbClr val="FFFFFF"/>
                </a:solidFill>
                <a:latin typeface="DM Sans"/>
                <a:cs typeface="DM Sans"/>
              </a:rPr>
              <a:t> </a:t>
            </a:r>
            <a:r>
              <a:rPr sz="1100" spc="-12">
                <a:solidFill>
                  <a:srgbClr val="FFFFFF"/>
                </a:solidFill>
                <a:latin typeface="DM Sans"/>
                <a:cs typeface="DM Sans"/>
              </a:rPr>
              <a:t>UK</a:t>
            </a:r>
            <a:br>
              <a:rPr lang="en-GB" sz="1100" spc="-12">
                <a:solidFill>
                  <a:srgbClr val="FFFFFF"/>
                </a:solidFill>
                <a:latin typeface="DM Sans"/>
                <a:cs typeface="DM Sans"/>
              </a:rPr>
            </a:br>
            <a:r>
              <a:rPr sz="1100">
                <a:solidFill>
                  <a:srgbClr val="FFFFFF"/>
                </a:solidFill>
                <a:latin typeface="DM Sans"/>
                <a:cs typeface="DM Sans"/>
              </a:rPr>
              <a:t>CV34</a:t>
            </a:r>
            <a:r>
              <a:rPr sz="1100" spc="-19">
                <a:solidFill>
                  <a:srgbClr val="FFFFFF"/>
                </a:solidFill>
                <a:latin typeface="DM Sans"/>
                <a:cs typeface="DM Sans"/>
              </a:rPr>
              <a:t> </a:t>
            </a:r>
            <a:r>
              <a:rPr sz="1100" spc="-12">
                <a:solidFill>
                  <a:srgbClr val="FFFFFF"/>
                </a:solidFill>
                <a:latin typeface="DM Sans"/>
                <a:cs typeface="DM Sans"/>
              </a:rPr>
              <a:t>6RJ</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31">
                <a:solidFill>
                  <a:srgbClr val="FFFFFF"/>
                </a:solidFill>
                <a:latin typeface="DM Sans"/>
                <a:cs typeface="DM Sans"/>
              </a:rPr>
              <a:t> </a:t>
            </a:r>
            <a:r>
              <a:rPr sz="1100">
                <a:solidFill>
                  <a:srgbClr val="FFFFFF"/>
                </a:solidFill>
                <a:latin typeface="DM Sans"/>
                <a:cs typeface="DM Sans"/>
              </a:rPr>
              <a:t>+44</a:t>
            </a:r>
            <a:r>
              <a:rPr sz="1100" spc="-28">
                <a:solidFill>
                  <a:srgbClr val="FFFFFF"/>
                </a:solidFill>
                <a:latin typeface="DM Sans"/>
                <a:cs typeface="DM Sans"/>
              </a:rPr>
              <a:t> </a:t>
            </a:r>
            <a:r>
              <a:rPr sz="1100" spc="-11">
                <a:solidFill>
                  <a:srgbClr val="FFFFFF"/>
                </a:solidFill>
                <a:latin typeface="DM Sans"/>
                <a:cs typeface="DM Sans"/>
              </a:rPr>
              <a:t>(0)</a:t>
            </a:r>
            <a:r>
              <a:rPr sz="1100" spc="-31">
                <a:solidFill>
                  <a:srgbClr val="FFFFFF"/>
                </a:solidFill>
                <a:latin typeface="DM Sans"/>
                <a:cs typeface="DM Sans"/>
              </a:rPr>
              <a:t> </a:t>
            </a:r>
            <a:r>
              <a:rPr sz="1100">
                <a:solidFill>
                  <a:srgbClr val="FFFFFF"/>
                </a:solidFill>
                <a:latin typeface="DM Sans"/>
                <a:cs typeface="DM Sans"/>
              </a:rPr>
              <a:t>8443</a:t>
            </a:r>
            <a:r>
              <a:rPr sz="1100" spc="-28">
                <a:solidFill>
                  <a:srgbClr val="FFFFFF"/>
                </a:solidFill>
                <a:latin typeface="DM Sans"/>
                <a:cs typeface="DM Sans"/>
              </a:rPr>
              <a:t> </a:t>
            </a:r>
            <a:r>
              <a:rPr sz="1100">
                <a:solidFill>
                  <a:srgbClr val="FFFFFF"/>
                </a:solidFill>
                <a:latin typeface="DM Sans"/>
                <a:cs typeface="DM Sans"/>
              </a:rPr>
              <a:t>759</a:t>
            </a:r>
            <a:r>
              <a:rPr sz="1100" spc="-28">
                <a:solidFill>
                  <a:srgbClr val="FFFFFF"/>
                </a:solidFill>
                <a:latin typeface="DM Sans"/>
                <a:cs typeface="DM Sans"/>
              </a:rPr>
              <a:t> </a:t>
            </a:r>
            <a:r>
              <a:rPr sz="1100" spc="-12">
                <a:solidFill>
                  <a:srgbClr val="FFFFFF"/>
                </a:solidFill>
                <a:latin typeface="DM Sans"/>
                <a:cs typeface="DM Sans"/>
              </a:rPr>
              <a:t>685</a:t>
            </a:r>
            <a:endParaRPr sz="1100">
              <a:latin typeface="DM Sans"/>
              <a:cs typeface="DM Sans"/>
            </a:endParaRPr>
          </a:p>
        </p:txBody>
      </p:sp>
      <p:sp>
        <p:nvSpPr>
          <p:cNvPr id="14" name="object 5">
            <a:extLst>
              <a:ext uri="{FF2B5EF4-FFF2-40B4-BE49-F238E27FC236}">
                <a16:creationId xmlns:a16="http://schemas.microsoft.com/office/drawing/2014/main" id="{6A3C39D7-D3DF-5D8A-DB08-939B708E7FE3}"/>
              </a:ext>
            </a:extLst>
          </p:cNvPr>
          <p:cNvSpPr txBox="1"/>
          <p:nvPr userDrawn="1"/>
        </p:nvSpPr>
        <p:spPr>
          <a:xfrm>
            <a:off x="323319" y="4869200"/>
            <a:ext cx="2295732" cy="1291396"/>
          </a:xfrm>
          <a:prstGeom prst="rect">
            <a:avLst/>
          </a:prstGeom>
        </p:spPr>
        <p:txBody>
          <a:bodyPr vert="horz" wrap="square" lIns="0" tIns="31449" rIns="0" bIns="0" rtlCol="0">
            <a:spAutoFit/>
          </a:bodyPr>
          <a:lstStyle/>
          <a:p>
            <a:pPr marL="6419">
              <a:lnSpc>
                <a:spcPct val="120000"/>
              </a:lnSpc>
              <a:spcBef>
                <a:spcPts val="248"/>
              </a:spcBef>
            </a:pPr>
            <a:r>
              <a:rPr sz="1100" spc="87">
                <a:solidFill>
                  <a:schemeClr val="bg2"/>
                </a:solidFill>
                <a:latin typeface="DMSans-Medium"/>
                <a:cs typeface="DMSans-Medium"/>
              </a:rPr>
              <a:t>NORTH</a:t>
            </a:r>
            <a:r>
              <a:rPr sz="1100" spc="219">
                <a:solidFill>
                  <a:schemeClr val="bg2"/>
                </a:solidFill>
                <a:latin typeface="DMSans-Medium"/>
                <a:cs typeface="DMSans-Medium"/>
              </a:rPr>
              <a:t> </a:t>
            </a:r>
            <a:r>
              <a:rPr sz="1100" spc="87">
                <a:solidFill>
                  <a:schemeClr val="bg2"/>
                </a:solidFill>
                <a:latin typeface="DMSans-Medium"/>
                <a:cs typeface="DMSans-Medium"/>
              </a:rPr>
              <a:t>AMERICA</a:t>
            </a:r>
            <a:endParaRPr sz="1100">
              <a:solidFill>
                <a:schemeClr val="bg2"/>
              </a:solidFill>
              <a:latin typeface="DMSans-Medium"/>
              <a:cs typeface="DMSans-Medium"/>
            </a:endParaRPr>
          </a:p>
          <a:p>
            <a:pPr marL="6419">
              <a:lnSpc>
                <a:spcPct val="120000"/>
              </a:lnSpc>
              <a:spcBef>
                <a:spcPts val="200"/>
              </a:spcBef>
            </a:pPr>
            <a:r>
              <a:rPr sz="1100">
                <a:solidFill>
                  <a:srgbClr val="FFFFFF"/>
                </a:solidFill>
                <a:latin typeface="DM Sans"/>
                <a:cs typeface="DM Sans"/>
              </a:rPr>
              <a:t>6001 Cass </a:t>
            </a:r>
            <a:r>
              <a:rPr sz="1100" spc="-7">
                <a:solidFill>
                  <a:srgbClr val="FFFFFF"/>
                </a:solidFill>
                <a:latin typeface="DM Sans"/>
                <a:cs typeface="DM Sans"/>
              </a:rPr>
              <a:t>Avenue</a:t>
            </a:r>
            <a:endParaRPr sz="1100">
              <a:latin typeface="DM Sans"/>
              <a:cs typeface="DM Sans"/>
            </a:endParaRPr>
          </a:p>
          <a:p>
            <a:pPr marL="6419" marR="497981">
              <a:lnSpc>
                <a:spcPct val="120000"/>
              </a:lnSpc>
              <a:spcBef>
                <a:spcPts val="3"/>
              </a:spcBef>
            </a:pPr>
            <a:r>
              <a:rPr sz="1100">
                <a:solidFill>
                  <a:srgbClr val="FFFFFF"/>
                </a:solidFill>
                <a:latin typeface="DM Sans"/>
                <a:cs typeface="DM Sans"/>
              </a:rPr>
              <a:t>Suite</a:t>
            </a:r>
            <a:r>
              <a:rPr sz="1100" spc="-16">
                <a:solidFill>
                  <a:srgbClr val="FFFFFF"/>
                </a:solidFill>
                <a:latin typeface="DM Sans"/>
                <a:cs typeface="DM Sans"/>
              </a:rPr>
              <a:t> </a:t>
            </a:r>
            <a:r>
              <a:rPr sz="1100" spc="-12">
                <a:solidFill>
                  <a:srgbClr val="FFFFFF"/>
                </a:solidFill>
                <a:latin typeface="DM Sans"/>
                <a:cs typeface="DM Sans"/>
              </a:rPr>
              <a:t>600</a:t>
            </a:r>
            <a:br>
              <a:rPr lang="en-GB" sz="1100" spc="-12">
                <a:solidFill>
                  <a:srgbClr val="FFFFFF"/>
                </a:solidFill>
                <a:latin typeface="DM Sans"/>
                <a:cs typeface="DM Sans"/>
              </a:rPr>
            </a:br>
            <a:r>
              <a:rPr sz="1100">
                <a:solidFill>
                  <a:srgbClr val="FFFFFF"/>
                </a:solidFill>
                <a:latin typeface="DM Sans"/>
                <a:cs typeface="DM Sans"/>
              </a:rPr>
              <a:t>Detroit</a:t>
            </a:r>
            <a:r>
              <a:rPr sz="1100" spc="-36">
                <a:solidFill>
                  <a:srgbClr val="FFFFFF"/>
                </a:solidFill>
                <a:latin typeface="DM Sans"/>
                <a:cs typeface="DM Sans"/>
              </a:rPr>
              <a:t> </a:t>
            </a:r>
            <a:r>
              <a:rPr sz="1100" spc="-12">
                <a:solidFill>
                  <a:srgbClr val="FFFFFF"/>
                </a:solidFill>
                <a:latin typeface="DM Sans"/>
                <a:cs typeface="DM Sans"/>
              </a:rPr>
              <a:t>MI</a:t>
            </a:r>
            <a:br>
              <a:rPr lang="en-GB" sz="1100" spc="-12">
                <a:solidFill>
                  <a:srgbClr val="FFFFFF"/>
                </a:solidFill>
                <a:latin typeface="DM Sans"/>
                <a:cs typeface="DM Sans"/>
              </a:rPr>
            </a:br>
            <a:r>
              <a:rPr sz="1100">
                <a:solidFill>
                  <a:srgbClr val="FFFFFF"/>
                </a:solidFill>
                <a:latin typeface="DM Sans"/>
                <a:cs typeface="DM Sans"/>
              </a:rPr>
              <a:t>USA </a:t>
            </a:r>
            <a:r>
              <a:rPr sz="1100" spc="-11">
                <a:solidFill>
                  <a:srgbClr val="FFFFFF"/>
                </a:solidFill>
                <a:latin typeface="DM Sans"/>
                <a:cs typeface="DM Sans"/>
              </a:rPr>
              <a:t>48202</a:t>
            </a:r>
            <a:endParaRPr sz="1100">
              <a:latin typeface="DM Sans"/>
              <a:cs typeface="DM Sans"/>
            </a:endParaRPr>
          </a:p>
          <a:p>
            <a:pPr marL="6419">
              <a:lnSpc>
                <a:spcPct val="120000"/>
              </a:lnSpc>
              <a:spcBef>
                <a:spcPts val="200"/>
              </a:spcBef>
            </a:pPr>
            <a:r>
              <a:rPr sz="1100" spc="-11">
                <a:solidFill>
                  <a:srgbClr val="FFFFFF"/>
                </a:solidFill>
                <a:latin typeface="DM Sans"/>
                <a:cs typeface="DM Sans"/>
              </a:rPr>
              <a:t>Tel:</a:t>
            </a:r>
            <a:r>
              <a:rPr sz="1100" spc="-16">
                <a:solidFill>
                  <a:srgbClr val="FFFFFF"/>
                </a:solidFill>
                <a:latin typeface="DM Sans"/>
                <a:cs typeface="DM Sans"/>
              </a:rPr>
              <a:t> </a:t>
            </a:r>
            <a:r>
              <a:rPr sz="1100">
                <a:solidFill>
                  <a:srgbClr val="FFFFFF"/>
                </a:solidFill>
                <a:latin typeface="DM Sans"/>
                <a:cs typeface="DM Sans"/>
              </a:rPr>
              <a:t>+1</a:t>
            </a:r>
            <a:r>
              <a:rPr sz="1100" spc="-16">
                <a:solidFill>
                  <a:srgbClr val="FFFFFF"/>
                </a:solidFill>
                <a:latin typeface="DM Sans"/>
                <a:cs typeface="DM Sans"/>
              </a:rPr>
              <a:t> </a:t>
            </a:r>
            <a:r>
              <a:rPr sz="1100">
                <a:solidFill>
                  <a:srgbClr val="FFFFFF"/>
                </a:solidFill>
                <a:latin typeface="DM Sans"/>
                <a:cs typeface="DM Sans"/>
              </a:rPr>
              <a:t>248</a:t>
            </a:r>
            <a:r>
              <a:rPr sz="1100" spc="-16">
                <a:solidFill>
                  <a:srgbClr val="FFFFFF"/>
                </a:solidFill>
                <a:latin typeface="DM Sans"/>
                <a:cs typeface="DM Sans"/>
              </a:rPr>
              <a:t> </a:t>
            </a:r>
            <a:r>
              <a:rPr sz="1100">
                <a:solidFill>
                  <a:srgbClr val="FFFFFF"/>
                </a:solidFill>
                <a:latin typeface="DM Sans"/>
                <a:cs typeface="DM Sans"/>
              </a:rPr>
              <a:t>426</a:t>
            </a:r>
            <a:r>
              <a:rPr sz="1100" spc="-16">
                <a:solidFill>
                  <a:srgbClr val="FFFFFF"/>
                </a:solidFill>
                <a:latin typeface="DM Sans"/>
                <a:cs typeface="DM Sans"/>
              </a:rPr>
              <a:t> </a:t>
            </a:r>
            <a:r>
              <a:rPr sz="1100" spc="-11">
                <a:solidFill>
                  <a:srgbClr val="FFFFFF"/>
                </a:solidFill>
                <a:latin typeface="DM Sans"/>
                <a:cs typeface="DM Sans"/>
              </a:rPr>
              <a:t>1482</a:t>
            </a:r>
            <a:endParaRPr sz="1100">
              <a:latin typeface="DM Sans"/>
              <a:cs typeface="DM Sans"/>
            </a:endParaRPr>
          </a:p>
        </p:txBody>
      </p:sp>
      <p:sp>
        <p:nvSpPr>
          <p:cNvPr id="16" name="object 7">
            <a:extLst>
              <a:ext uri="{FF2B5EF4-FFF2-40B4-BE49-F238E27FC236}">
                <a16:creationId xmlns:a16="http://schemas.microsoft.com/office/drawing/2014/main" id="{923C88B8-5438-2D75-3F88-60E1DEB762A3}"/>
              </a:ext>
            </a:extLst>
          </p:cNvPr>
          <p:cNvSpPr txBox="1"/>
          <p:nvPr userDrawn="1"/>
        </p:nvSpPr>
        <p:spPr>
          <a:xfrm>
            <a:off x="9742353" y="1921197"/>
            <a:ext cx="2233747" cy="1739582"/>
          </a:xfrm>
          <a:prstGeom prst="rect">
            <a:avLst/>
          </a:prstGeom>
        </p:spPr>
        <p:txBody>
          <a:bodyPr vert="horz" wrap="square" lIns="0" tIns="6099" rIns="0" bIns="0" rtlCol="0">
            <a:spAutoFit/>
          </a:bodyPr>
          <a:lstStyle/>
          <a:p>
            <a:pPr marL="198294" marR="577236">
              <a:lnSpc>
                <a:spcPct val="150000"/>
              </a:lnSpc>
              <a:spcBef>
                <a:spcPts val="48"/>
              </a:spcBef>
            </a:pPr>
            <a:r>
              <a:rPr sz="1100" spc="-7">
                <a:solidFill>
                  <a:srgbClr val="FFFFFF"/>
                </a:solidFill>
                <a:latin typeface="DM Sans"/>
                <a:cs typeface="DM Sans"/>
              </a:rPr>
              <a:t>/</a:t>
            </a:r>
            <a:r>
              <a:rPr sz="1100" spc="-7" err="1">
                <a:solidFill>
                  <a:srgbClr val="FFFFFF"/>
                </a:solidFill>
                <a:latin typeface="DM Sans"/>
                <a:cs typeface="DM Sans"/>
              </a:rPr>
              <a:t>TataTechnologies</a:t>
            </a:r>
            <a:r>
              <a:rPr sz="1100" spc="-7">
                <a:solidFill>
                  <a:srgbClr val="FFFFFF"/>
                </a:solidFill>
                <a:latin typeface="DM Sans"/>
                <a:cs typeface="DM Sans"/>
              </a:rPr>
              <a:t> </a:t>
            </a:r>
            <a:br>
              <a:rPr lang="en-GB" sz="1100" spc="-7">
                <a:solidFill>
                  <a:srgbClr val="FFFFFF"/>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TataTech_News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/TataTechnologies</a:t>
            </a:r>
            <a:endParaRPr sz="1100">
              <a:latin typeface="DM Sans"/>
              <a:cs typeface="DM Sans"/>
            </a:endParaRPr>
          </a:p>
          <a:p>
            <a:pPr marL="6419">
              <a:lnSpc>
                <a:spcPct val="150000"/>
              </a:lnSpc>
              <a:spcBef>
                <a:spcPts val="959"/>
              </a:spcBef>
            </a:pPr>
            <a:r>
              <a:rPr sz="1600" spc="-7">
                <a:solidFill>
                  <a:schemeClr val="bg2"/>
                </a:solidFill>
                <a:latin typeface="DM Sans"/>
                <a:cs typeface="DM Sans"/>
              </a:rPr>
              <a:t>tatatechnologies.com</a:t>
            </a:r>
            <a:endParaRPr sz="1600">
              <a:solidFill>
                <a:schemeClr val="bg2"/>
              </a:solidFill>
              <a:latin typeface="DM Sans"/>
              <a:cs typeface="DM Sans"/>
            </a:endParaRPr>
          </a:p>
        </p:txBody>
      </p:sp>
      <p:pic>
        <p:nvPicPr>
          <p:cNvPr id="25" name="Graphic 24">
            <a:extLst>
              <a:ext uri="{FF2B5EF4-FFF2-40B4-BE49-F238E27FC236}">
                <a16:creationId xmlns:a16="http://schemas.microsoft.com/office/drawing/2014/main" id="{9E75AABC-1D3F-ED3D-D014-E03BF4DD33A5}"/>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750004" y="2021240"/>
            <a:ext cx="132408" cy="132408"/>
          </a:xfrm>
          <a:prstGeom prst="rect">
            <a:avLst/>
          </a:prstGeom>
        </p:spPr>
      </p:pic>
      <p:pic>
        <p:nvPicPr>
          <p:cNvPr id="27" name="Graphic 26">
            <a:extLst>
              <a:ext uri="{FF2B5EF4-FFF2-40B4-BE49-F238E27FC236}">
                <a16:creationId xmlns:a16="http://schemas.microsoft.com/office/drawing/2014/main" id="{D1F38D71-2C71-CD1F-67F5-81B2893EF010}"/>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41177" y="3002251"/>
            <a:ext cx="146107" cy="136976"/>
          </a:xfrm>
          <a:prstGeom prst="rect">
            <a:avLst/>
          </a:prstGeom>
        </p:spPr>
      </p:pic>
      <p:pic>
        <p:nvPicPr>
          <p:cNvPr id="31" name="Picture 30">
            <a:extLst>
              <a:ext uri="{FF2B5EF4-FFF2-40B4-BE49-F238E27FC236}">
                <a16:creationId xmlns:a16="http://schemas.microsoft.com/office/drawing/2014/main" id="{13A46D62-9014-4131-D10C-A48F66076732}"/>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b="-3480"/>
          <a:stretch/>
        </p:blipFill>
        <p:spPr>
          <a:xfrm>
            <a:off x="9733028" y="2771735"/>
            <a:ext cx="166369" cy="113863"/>
          </a:xfrm>
          <a:prstGeom prst="rect">
            <a:avLst/>
          </a:prstGeom>
        </p:spPr>
      </p:pic>
      <p:pic>
        <p:nvPicPr>
          <p:cNvPr id="33" name="Graphic 32">
            <a:extLst>
              <a:ext uri="{FF2B5EF4-FFF2-40B4-BE49-F238E27FC236}">
                <a16:creationId xmlns:a16="http://schemas.microsoft.com/office/drawing/2014/main" id="{D16FBCCA-8A9C-57F9-EB5A-94CAD1FA3A4D}"/>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750004" y="2274945"/>
            <a:ext cx="132408" cy="132408"/>
          </a:xfrm>
          <a:prstGeom prst="rect">
            <a:avLst/>
          </a:prstGeom>
        </p:spPr>
      </p:pic>
      <p:grpSp>
        <p:nvGrpSpPr>
          <p:cNvPr id="37" name="Group 36">
            <a:extLst>
              <a:ext uri="{FF2B5EF4-FFF2-40B4-BE49-F238E27FC236}">
                <a16:creationId xmlns:a16="http://schemas.microsoft.com/office/drawing/2014/main" id="{012E4E5D-C822-2EBA-AF22-2AEE010CC154}"/>
              </a:ext>
            </a:extLst>
          </p:cNvPr>
          <p:cNvGrpSpPr/>
          <p:nvPr userDrawn="1"/>
        </p:nvGrpSpPr>
        <p:grpSpPr>
          <a:xfrm>
            <a:off x="11084200" y="316628"/>
            <a:ext cx="761725" cy="157981"/>
            <a:chOff x="9242701" y="249950"/>
            <a:chExt cx="652960" cy="135423"/>
          </a:xfrm>
        </p:grpSpPr>
        <p:sp>
          <p:nvSpPr>
            <p:cNvPr id="38" name="object 6">
              <a:extLst>
                <a:ext uri="{FF2B5EF4-FFF2-40B4-BE49-F238E27FC236}">
                  <a16:creationId xmlns:a16="http://schemas.microsoft.com/office/drawing/2014/main" id="{F5A0F20E-7471-B72F-242E-62B531EBBA02}"/>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39" name="object 7">
              <a:extLst>
                <a:ext uri="{FF2B5EF4-FFF2-40B4-BE49-F238E27FC236}">
                  <a16:creationId xmlns:a16="http://schemas.microsoft.com/office/drawing/2014/main" id="{0FA289AB-5950-69E5-7E38-BD63CD501E91}"/>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40" name="object 8">
              <a:extLst>
                <a:ext uri="{FF2B5EF4-FFF2-40B4-BE49-F238E27FC236}">
                  <a16:creationId xmlns:a16="http://schemas.microsoft.com/office/drawing/2014/main" id="{CB03E7B7-4899-9258-ACC1-BF186B9180B6}"/>
                </a:ext>
              </a:extLst>
            </p:cNvPr>
            <p:cNvGrpSpPr/>
            <p:nvPr/>
          </p:nvGrpSpPr>
          <p:grpSpPr>
            <a:xfrm>
              <a:off x="9242701" y="249950"/>
              <a:ext cx="202816" cy="135423"/>
              <a:chOff x="18288992" y="494982"/>
              <a:chExt cx="401320" cy="267970"/>
            </a:xfrm>
          </p:grpSpPr>
          <p:sp>
            <p:nvSpPr>
              <p:cNvPr id="46" name="object 9">
                <a:extLst>
                  <a:ext uri="{FF2B5EF4-FFF2-40B4-BE49-F238E27FC236}">
                    <a16:creationId xmlns:a16="http://schemas.microsoft.com/office/drawing/2014/main" id="{87FADE85-A416-FC74-7EB3-B815C06B922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7" name="object 10">
                <a:extLst>
                  <a:ext uri="{FF2B5EF4-FFF2-40B4-BE49-F238E27FC236}">
                    <a16:creationId xmlns:a16="http://schemas.microsoft.com/office/drawing/2014/main" id="{6652C85E-10AB-F076-C344-1B1811E88CA1}"/>
                  </a:ext>
                </a:extLst>
              </p:cNvPr>
              <p:cNvPicPr/>
              <p:nvPr/>
            </p:nvPicPr>
            <p:blipFill>
              <a:blip r:embed="rId9"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8" name="object 11">
                <a:extLst>
                  <a:ext uri="{FF2B5EF4-FFF2-40B4-BE49-F238E27FC236}">
                    <a16:creationId xmlns:a16="http://schemas.microsoft.com/office/drawing/2014/main" id="{430224B0-A0D4-0745-0A0A-F95198FAD892}"/>
                  </a:ext>
                </a:extLst>
              </p:cNvPr>
              <p:cNvPicPr/>
              <p:nvPr/>
            </p:nvPicPr>
            <p:blipFill>
              <a:blip r:embed="rId10"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41" name="object 22">
              <a:extLst>
                <a:ext uri="{FF2B5EF4-FFF2-40B4-BE49-F238E27FC236}">
                  <a16:creationId xmlns:a16="http://schemas.microsoft.com/office/drawing/2014/main" id="{8826A970-02DC-C41C-A705-05879B32AE3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42" name="object 23">
              <a:extLst>
                <a:ext uri="{FF2B5EF4-FFF2-40B4-BE49-F238E27FC236}">
                  <a16:creationId xmlns:a16="http://schemas.microsoft.com/office/drawing/2014/main" id="{37D147A8-D3E3-B4B6-EDBB-19B01B294B22}"/>
                </a:ext>
              </a:extLst>
            </p:cNvPr>
            <p:cNvGrpSpPr/>
            <p:nvPr/>
          </p:nvGrpSpPr>
          <p:grpSpPr>
            <a:xfrm>
              <a:off x="9242701" y="249950"/>
              <a:ext cx="202816" cy="135423"/>
              <a:chOff x="18288992" y="494982"/>
              <a:chExt cx="401320" cy="267970"/>
            </a:xfrm>
          </p:grpSpPr>
          <p:sp>
            <p:nvSpPr>
              <p:cNvPr id="43" name="object 24">
                <a:extLst>
                  <a:ext uri="{FF2B5EF4-FFF2-40B4-BE49-F238E27FC236}">
                    <a16:creationId xmlns:a16="http://schemas.microsoft.com/office/drawing/2014/main" id="{112D2006-19F3-7134-0287-D1CCD0E61AA6}"/>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4" name="object 25">
                <a:extLst>
                  <a:ext uri="{FF2B5EF4-FFF2-40B4-BE49-F238E27FC236}">
                    <a16:creationId xmlns:a16="http://schemas.microsoft.com/office/drawing/2014/main" id="{CFF13B7E-B12D-6EFA-970E-24B4B87CA339}"/>
                  </a:ext>
                </a:extLst>
              </p:cNvPr>
              <p:cNvPicPr/>
              <p:nvPr/>
            </p:nvPicPr>
            <p:blipFill>
              <a:blip r:embed="rId9"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5" name="object 26">
                <a:extLst>
                  <a:ext uri="{FF2B5EF4-FFF2-40B4-BE49-F238E27FC236}">
                    <a16:creationId xmlns:a16="http://schemas.microsoft.com/office/drawing/2014/main" id="{1CDE3C13-1150-B6C6-1277-D870DCCDD718}"/>
                  </a:ext>
                </a:extLst>
              </p:cNvPr>
              <p:cNvPicPr/>
              <p:nvPr/>
            </p:nvPicPr>
            <p:blipFill>
              <a:blip r:embed="rId10"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53" name="TextBox 52">
            <a:extLst>
              <a:ext uri="{FF2B5EF4-FFF2-40B4-BE49-F238E27FC236}">
                <a16:creationId xmlns:a16="http://schemas.microsoft.com/office/drawing/2014/main" id="{23F6EF5E-0034-969A-562B-6DE58C861065}"/>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2" name="Rectangle 1">
            <a:hlinkClick r:id="rId11"/>
            <a:extLst>
              <a:ext uri="{FF2B5EF4-FFF2-40B4-BE49-F238E27FC236}">
                <a16:creationId xmlns:a16="http://schemas.microsoft.com/office/drawing/2014/main" id="{EA0A9CE0-2443-7657-7D67-B984454063A3}"/>
              </a:ext>
            </a:extLst>
          </p:cNvPr>
          <p:cNvSpPr/>
          <p:nvPr userDrawn="1"/>
        </p:nvSpPr>
        <p:spPr>
          <a:xfrm>
            <a:off x="9684257" y="3375812"/>
            <a:ext cx="2156931" cy="2682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 name="Rectangle 3">
            <a:hlinkClick r:id="rId12"/>
            <a:extLst>
              <a:ext uri="{FF2B5EF4-FFF2-40B4-BE49-F238E27FC236}">
                <a16:creationId xmlns:a16="http://schemas.microsoft.com/office/drawing/2014/main" id="{D106C030-08B5-DEAC-0659-204F7AB3B86A}"/>
              </a:ext>
            </a:extLst>
          </p:cNvPr>
          <p:cNvSpPr/>
          <p:nvPr userDrawn="1"/>
        </p:nvSpPr>
        <p:spPr>
          <a:xfrm>
            <a:off x="9684260" y="1988457"/>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 name="Rectangle 4">
            <a:hlinkClick r:id="rId13"/>
            <a:extLst>
              <a:ext uri="{FF2B5EF4-FFF2-40B4-BE49-F238E27FC236}">
                <a16:creationId xmlns:a16="http://schemas.microsoft.com/office/drawing/2014/main" id="{66C501C6-0A89-31BD-34EA-10F7853EBDC2}"/>
              </a:ext>
            </a:extLst>
          </p:cNvPr>
          <p:cNvSpPr/>
          <p:nvPr userDrawn="1"/>
        </p:nvSpPr>
        <p:spPr>
          <a:xfrm>
            <a:off x="9684260" y="224971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 name="Rectangle 5">
            <a:hlinkClick r:id="rId14"/>
            <a:extLst>
              <a:ext uri="{FF2B5EF4-FFF2-40B4-BE49-F238E27FC236}">
                <a16:creationId xmlns:a16="http://schemas.microsoft.com/office/drawing/2014/main" id="{C2D50356-3E1F-0D69-3EEC-462012741F49}"/>
              </a:ext>
            </a:extLst>
          </p:cNvPr>
          <p:cNvSpPr/>
          <p:nvPr userDrawn="1"/>
        </p:nvSpPr>
        <p:spPr>
          <a:xfrm>
            <a:off x="9726625" y="2481943"/>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 name="Rectangle 6">
            <a:hlinkClick r:id="rId15"/>
            <a:extLst>
              <a:ext uri="{FF2B5EF4-FFF2-40B4-BE49-F238E27FC236}">
                <a16:creationId xmlns:a16="http://schemas.microsoft.com/office/drawing/2014/main" id="{EF71EA9F-3AD4-B4E7-5D81-FE40D51F6F65}"/>
              </a:ext>
            </a:extLst>
          </p:cNvPr>
          <p:cNvSpPr/>
          <p:nvPr userDrawn="1"/>
        </p:nvSpPr>
        <p:spPr>
          <a:xfrm>
            <a:off x="9684260" y="2735943"/>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 name="Rectangle 7">
            <a:hlinkClick r:id="rId16"/>
            <a:extLst>
              <a:ext uri="{FF2B5EF4-FFF2-40B4-BE49-F238E27FC236}">
                <a16:creationId xmlns:a16="http://schemas.microsoft.com/office/drawing/2014/main" id="{25AC7176-8EC8-F2CA-C55E-D7688BA6EBB7}"/>
              </a:ext>
            </a:extLst>
          </p:cNvPr>
          <p:cNvSpPr/>
          <p:nvPr userDrawn="1"/>
        </p:nvSpPr>
        <p:spPr>
          <a:xfrm>
            <a:off x="9684260" y="2982687"/>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3" name="Picture 2">
            <a:extLst>
              <a:ext uri="{FF2B5EF4-FFF2-40B4-BE49-F238E27FC236}">
                <a16:creationId xmlns:a16="http://schemas.microsoft.com/office/drawing/2014/main" id="{51477998-F253-5053-C3B9-DE5A0CC106E4}"/>
              </a:ext>
            </a:extLst>
          </p:cNvPr>
          <p:cNvPicPr>
            <a:picLocks noChangeAspect="1"/>
          </p:cNvPicPr>
          <p:nvPr userDrawn="1"/>
        </p:nvPicPr>
        <p:blipFill>
          <a:blip r:embed="rId17"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9" name="Graphic 8">
            <a:extLst>
              <a:ext uri="{FF2B5EF4-FFF2-40B4-BE49-F238E27FC236}">
                <a16:creationId xmlns:a16="http://schemas.microsoft.com/office/drawing/2014/main" id="{3A14838D-0ED2-A182-C7C7-3404B5342B76}"/>
              </a:ext>
            </a:extLst>
          </p:cNvPr>
          <p:cNvPicPr>
            <a:picLocks noChangeAspect="1"/>
          </p:cNvPicPr>
          <p:nvPr userDrawn="1"/>
        </p:nvPicPr>
        <p:blipFill>
          <a:blip r:embed="rId18" cstate="email">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9703997" y="6408073"/>
            <a:ext cx="2135347" cy="168971"/>
          </a:xfrm>
          <a:prstGeom prst="rect">
            <a:avLst/>
          </a:prstGeom>
        </p:spPr>
      </p:pic>
      <p:pic>
        <p:nvPicPr>
          <p:cNvPr id="11" name="Graphic 10">
            <a:extLst>
              <a:ext uri="{FF2B5EF4-FFF2-40B4-BE49-F238E27FC236}">
                <a16:creationId xmlns:a16="http://schemas.microsoft.com/office/drawing/2014/main" id="{1FE79E2C-8FA6-80F3-DDBE-9FCE582FF209}"/>
              </a:ext>
            </a:extLst>
          </p:cNvPr>
          <p:cNvPicPr>
            <a:picLocks noChangeAspect="1"/>
          </p:cNvPicPr>
          <p:nvPr userDrawn="1"/>
        </p:nvPicPr>
        <p:blipFill>
          <a:blip r:embed="rId20" cstate="email">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5028486" y="214453"/>
            <a:ext cx="3510883" cy="6351815"/>
          </a:xfrm>
          <a:prstGeom prst="rect">
            <a:avLst/>
          </a:prstGeom>
        </p:spPr>
      </p:pic>
      <p:sp>
        <p:nvSpPr>
          <p:cNvPr id="10" name="object 4">
            <a:extLst>
              <a:ext uri="{FF2B5EF4-FFF2-40B4-BE49-F238E27FC236}">
                <a16:creationId xmlns:a16="http://schemas.microsoft.com/office/drawing/2014/main" id="{BC5BDE03-56EA-2ED2-0470-5880D8364630}"/>
              </a:ext>
            </a:extLst>
          </p:cNvPr>
          <p:cNvSpPr txBox="1"/>
          <p:nvPr userDrawn="1"/>
        </p:nvSpPr>
        <p:spPr>
          <a:xfrm>
            <a:off x="9750005" y="5038798"/>
            <a:ext cx="2089340" cy="1121798"/>
          </a:xfrm>
          <a:prstGeom prst="rect">
            <a:avLst/>
          </a:prstGeom>
        </p:spPr>
        <p:txBody>
          <a:bodyPr vert="horz" wrap="square" lIns="0" tIns="31449" rIns="0" bIns="0" rtlCol="0">
            <a:spAutoFit/>
          </a:bodyPr>
          <a:lstStyle/>
          <a:p>
            <a:pPr marL="6419">
              <a:lnSpc>
                <a:spcPct val="120000"/>
              </a:lnSpc>
              <a:spcBef>
                <a:spcPts val="248"/>
              </a:spcBef>
            </a:pPr>
            <a:r>
              <a:rPr lang="en-IN" sz="900" b="1" spc="0">
                <a:solidFill>
                  <a:schemeClr val="bg2"/>
                </a:solidFill>
                <a:latin typeface="DMSans-Medium"/>
                <a:cs typeface="DMSans-Medium"/>
              </a:rPr>
              <a:t>COPYRIGHT NOTICE</a:t>
            </a:r>
          </a:p>
          <a:p>
            <a:pPr marL="6419">
              <a:lnSpc>
                <a:spcPct val="120000"/>
              </a:lnSpc>
              <a:spcBef>
                <a:spcPts val="248"/>
              </a:spcBef>
            </a:pPr>
            <a:r>
              <a:rPr lang="en-IN" sz="700" spc="0">
                <a:solidFill>
                  <a:schemeClr val="bg1"/>
                </a:solidFill>
                <a:latin typeface="+mn-lt"/>
                <a:cs typeface="DMSans-Medium"/>
              </a:rPr>
              <a:t>All information/content contained herein is the sole property of Tata Technologies Limited or its Licensors. No intellectual property rights are granted by disclosure of its content. The information/content shall not be reproduced or disclosed to a third party without the express written consent of Tata Technologies Limited.</a:t>
            </a:r>
            <a:endParaRPr lang="en-IN" sz="700" spc="0">
              <a:solidFill>
                <a:schemeClr val="bg1"/>
              </a:solidFill>
              <a:latin typeface="+mn-lt"/>
              <a:cs typeface="DM Sans"/>
            </a:endParaRPr>
          </a:p>
        </p:txBody>
      </p:sp>
      <p:pic>
        <p:nvPicPr>
          <p:cNvPr id="15" name="Picture 14">
            <a:extLst>
              <a:ext uri="{FF2B5EF4-FFF2-40B4-BE49-F238E27FC236}">
                <a16:creationId xmlns:a16="http://schemas.microsoft.com/office/drawing/2014/main" id="{2F6EA47F-E4E8-4613-37B5-74C2EA03A700}"/>
              </a:ext>
            </a:extLst>
          </p:cNvPr>
          <p:cNvPicPr>
            <a:picLocks noChangeAspect="1"/>
          </p:cNvPicPr>
          <p:nvPr userDrawn="1"/>
        </p:nvPicPr>
        <p:blipFill>
          <a:blip r:embed="rId22"/>
          <a:stretch>
            <a:fillRect/>
          </a:stretch>
        </p:blipFill>
        <p:spPr>
          <a:xfrm>
            <a:off x="9746021" y="2503581"/>
            <a:ext cx="136391" cy="139259"/>
          </a:xfrm>
          <a:prstGeom prst="rect">
            <a:avLst/>
          </a:prstGeom>
        </p:spPr>
      </p:pic>
      <p:sp>
        <p:nvSpPr>
          <p:cNvPr id="17" name="hcSlideMaster57.Closing slideHeader" descr="Classification: Internal">
            <a:extLst>
              <a:ext uri="{FF2B5EF4-FFF2-40B4-BE49-F238E27FC236}">
                <a16:creationId xmlns:a16="http://schemas.microsoft.com/office/drawing/2014/main" id="{1E7E289D-B984-ACB1-F4EC-0A9A6ED78133}"/>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88484370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5543B039-69D0-2FE4-8325-30AD54A65656}"/>
              </a:ext>
            </a:extLst>
          </p:cNvPr>
          <p:cNvGrpSpPr/>
          <p:nvPr userDrawn="1"/>
        </p:nvGrpSpPr>
        <p:grpSpPr>
          <a:xfrm>
            <a:off x="11084202" y="316459"/>
            <a:ext cx="761727" cy="157980"/>
            <a:chOff x="9242701" y="249950"/>
            <a:chExt cx="652960" cy="135423"/>
          </a:xfrm>
        </p:grpSpPr>
        <p:sp>
          <p:nvSpPr>
            <p:cNvPr id="21" name="object 11">
              <a:extLst>
                <a:ext uri="{FF2B5EF4-FFF2-40B4-BE49-F238E27FC236}">
                  <a16:creationId xmlns:a16="http://schemas.microsoft.com/office/drawing/2014/main" id="{BE153C13-7C39-0143-E8B4-E58FE15F2ABF}"/>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2" name="object 12">
              <a:extLst>
                <a:ext uri="{FF2B5EF4-FFF2-40B4-BE49-F238E27FC236}">
                  <a16:creationId xmlns:a16="http://schemas.microsoft.com/office/drawing/2014/main" id="{CAE4AD85-1AC3-CD92-D9D7-DB0815AA0644}"/>
                </a:ext>
              </a:extLst>
            </p:cNvPr>
            <p:cNvGrpSpPr/>
            <p:nvPr/>
          </p:nvGrpSpPr>
          <p:grpSpPr>
            <a:xfrm>
              <a:off x="9242701" y="249950"/>
              <a:ext cx="202816" cy="135423"/>
              <a:chOff x="18288992" y="494982"/>
              <a:chExt cx="401320" cy="267970"/>
            </a:xfrm>
          </p:grpSpPr>
          <p:sp>
            <p:nvSpPr>
              <p:cNvPr id="23" name="object 13">
                <a:extLst>
                  <a:ext uri="{FF2B5EF4-FFF2-40B4-BE49-F238E27FC236}">
                    <a16:creationId xmlns:a16="http://schemas.microsoft.com/office/drawing/2014/main" id="{5FF36A7C-B53C-0583-598B-FC8C3E6A6F9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4" name="object 14">
                <a:extLst>
                  <a:ext uri="{FF2B5EF4-FFF2-40B4-BE49-F238E27FC236}">
                    <a16:creationId xmlns:a16="http://schemas.microsoft.com/office/drawing/2014/main" id="{BC3EDFDA-0133-AE5F-F23E-C69E884815CF}"/>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15">
                <a:extLst>
                  <a:ext uri="{FF2B5EF4-FFF2-40B4-BE49-F238E27FC236}">
                    <a16:creationId xmlns:a16="http://schemas.microsoft.com/office/drawing/2014/main" id="{EA6E9E1C-315D-339C-C783-CD59E6205B16}"/>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 name="TextBox 2">
            <a:extLst>
              <a:ext uri="{FF2B5EF4-FFF2-40B4-BE49-F238E27FC236}">
                <a16:creationId xmlns:a16="http://schemas.microsoft.com/office/drawing/2014/main" id="{8BDDE7DD-8D05-9582-547C-E9A9E833BD53}"/>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sp>
        <p:nvSpPr>
          <p:cNvPr id="4" name="Slide Number Placeholder 2">
            <a:extLst>
              <a:ext uri="{FF2B5EF4-FFF2-40B4-BE49-F238E27FC236}">
                <a16:creationId xmlns:a16="http://schemas.microsoft.com/office/drawing/2014/main" id="{E361AAAF-7697-6B20-1044-B26A700DB3CC}"/>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a:t>
            </a:fld>
            <a:endParaRPr lang="en-GB"/>
          </a:p>
        </p:txBody>
      </p:sp>
      <p:pic>
        <p:nvPicPr>
          <p:cNvPr id="2" name="Graphic 1">
            <a:extLst>
              <a:ext uri="{FF2B5EF4-FFF2-40B4-BE49-F238E27FC236}">
                <a16:creationId xmlns:a16="http://schemas.microsoft.com/office/drawing/2014/main" id="{B9D96F09-BD72-097A-DB8D-AD79517F97DE}"/>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3346F5D6-8EE5-D8AF-5D0F-F21D29BC2DA9}"/>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6" name="Title Placeholder 21">
            <a:extLst>
              <a:ext uri="{FF2B5EF4-FFF2-40B4-BE49-F238E27FC236}">
                <a16:creationId xmlns:a16="http://schemas.microsoft.com/office/drawing/2014/main" id="{28CAF5F5-0334-7524-CBE3-C9DCB12BD9F5}"/>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7" name="Text Placeholder 2">
            <a:extLst>
              <a:ext uri="{FF2B5EF4-FFF2-40B4-BE49-F238E27FC236}">
                <a16:creationId xmlns:a16="http://schemas.microsoft.com/office/drawing/2014/main" id="{257D9191-3E4F-F18F-5AC6-4B8C37C5D03B}"/>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hcSlideMaster67.BlankHeader" descr="Classification: Internal">
            <a:extLst>
              <a:ext uri="{FF2B5EF4-FFF2-40B4-BE49-F238E27FC236}">
                <a16:creationId xmlns:a16="http://schemas.microsoft.com/office/drawing/2014/main" id="{BD1CC94F-7BCC-E478-1681-2299A62C39F2}"/>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9675889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blue">
    <p:bg>
      <p:bgPr>
        <a:solidFill>
          <a:schemeClr val="tx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D30AD43-9C2E-9B38-4EF9-038EABEF0BF4}"/>
              </a:ext>
            </a:extLst>
          </p:cNvPr>
          <p:cNvGrpSpPr/>
          <p:nvPr userDrawn="1"/>
        </p:nvGrpSpPr>
        <p:grpSpPr>
          <a:xfrm>
            <a:off x="11084200" y="316628"/>
            <a:ext cx="761725" cy="157981"/>
            <a:chOff x="9242701" y="249950"/>
            <a:chExt cx="652960" cy="135423"/>
          </a:xfrm>
        </p:grpSpPr>
        <p:sp>
          <p:nvSpPr>
            <p:cNvPr id="9" name="object 6">
              <a:extLst>
                <a:ext uri="{FF2B5EF4-FFF2-40B4-BE49-F238E27FC236}">
                  <a16:creationId xmlns:a16="http://schemas.microsoft.com/office/drawing/2014/main" id="{3C5E59C3-A8CA-C14E-9808-EB7D8818D781}"/>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0" name="object 7">
              <a:extLst>
                <a:ext uri="{FF2B5EF4-FFF2-40B4-BE49-F238E27FC236}">
                  <a16:creationId xmlns:a16="http://schemas.microsoft.com/office/drawing/2014/main" id="{BF193E5A-AE8E-CA58-DCD1-41E0C76CCC9A}"/>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1" name="object 8">
              <a:extLst>
                <a:ext uri="{FF2B5EF4-FFF2-40B4-BE49-F238E27FC236}">
                  <a16:creationId xmlns:a16="http://schemas.microsoft.com/office/drawing/2014/main" id="{91EB92DB-A6B5-922D-37A6-DB0EB2E23F01}"/>
                </a:ext>
              </a:extLst>
            </p:cNvPr>
            <p:cNvGrpSpPr/>
            <p:nvPr/>
          </p:nvGrpSpPr>
          <p:grpSpPr>
            <a:xfrm>
              <a:off x="9242701" y="249950"/>
              <a:ext cx="202816" cy="135423"/>
              <a:chOff x="18288992" y="494982"/>
              <a:chExt cx="401320" cy="267970"/>
            </a:xfrm>
          </p:grpSpPr>
          <p:sp>
            <p:nvSpPr>
              <p:cNvPr id="17" name="object 9">
                <a:extLst>
                  <a:ext uri="{FF2B5EF4-FFF2-40B4-BE49-F238E27FC236}">
                    <a16:creationId xmlns:a16="http://schemas.microsoft.com/office/drawing/2014/main" id="{7EC74A92-B131-4B60-C82C-053C71ADC79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8" name="object 10">
                <a:extLst>
                  <a:ext uri="{FF2B5EF4-FFF2-40B4-BE49-F238E27FC236}">
                    <a16:creationId xmlns:a16="http://schemas.microsoft.com/office/drawing/2014/main" id="{CDF89E1F-0023-9515-BA64-C6E3069073BB}"/>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1">
                <a:extLst>
                  <a:ext uri="{FF2B5EF4-FFF2-40B4-BE49-F238E27FC236}">
                    <a16:creationId xmlns:a16="http://schemas.microsoft.com/office/drawing/2014/main" id="{C1C90675-0D4C-713B-E2D8-90402BF66DA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2" name="object 22">
              <a:extLst>
                <a:ext uri="{FF2B5EF4-FFF2-40B4-BE49-F238E27FC236}">
                  <a16:creationId xmlns:a16="http://schemas.microsoft.com/office/drawing/2014/main" id="{A7BF0FC5-516C-5F05-69E9-553792A748B7}"/>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13" name="object 23">
              <a:extLst>
                <a:ext uri="{FF2B5EF4-FFF2-40B4-BE49-F238E27FC236}">
                  <a16:creationId xmlns:a16="http://schemas.microsoft.com/office/drawing/2014/main" id="{2467B862-C5DC-3DA1-5928-409722F0AF16}"/>
                </a:ext>
              </a:extLst>
            </p:cNvPr>
            <p:cNvGrpSpPr/>
            <p:nvPr/>
          </p:nvGrpSpPr>
          <p:grpSpPr>
            <a:xfrm>
              <a:off x="9242701" y="249950"/>
              <a:ext cx="202816" cy="135423"/>
              <a:chOff x="18288992" y="494982"/>
              <a:chExt cx="401320" cy="267970"/>
            </a:xfrm>
          </p:grpSpPr>
          <p:sp>
            <p:nvSpPr>
              <p:cNvPr id="14" name="object 24">
                <a:extLst>
                  <a:ext uri="{FF2B5EF4-FFF2-40B4-BE49-F238E27FC236}">
                    <a16:creationId xmlns:a16="http://schemas.microsoft.com/office/drawing/2014/main" id="{FAA55E6C-4A99-2A35-A93E-7D7FB6AD70D3}"/>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5" name="object 25">
                <a:extLst>
                  <a:ext uri="{FF2B5EF4-FFF2-40B4-BE49-F238E27FC236}">
                    <a16:creationId xmlns:a16="http://schemas.microsoft.com/office/drawing/2014/main" id="{6AC2C530-E103-81C3-7066-0BE25AD312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6" name="object 26">
                <a:extLst>
                  <a:ext uri="{FF2B5EF4-FFF2-40B4-BE49-F238E27FC236}">
                    <a16:creationId xmlns:a16="http://schemas.microsoft.com/office/drawing/2014/main" id="{A0A9B4D5-A213-FAC5-6246-D06734809CA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4" name="TextBox 3">
            <a:extLst>
              <a:ext uri="{FF2B5EF4-FFF2-40B4-BE49-F238E27FC236}">
                <a16:creationId xmlns:a16="http://schemas.microsoft.com/office/drawing/2014/main" id="{E696180B-0ED5-1053-C40B-70DC2018862F}"/>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24" name="Slide Number Placeholder 2">
            <a:extLst>
              <a:ext uri="{FF2B5EF4-FFF2-40B4-BE49-F238E27FC236}">
                <a16:creationId xmlns:a16="http://schemas.microsoft.com/office/drawing/2014/main" id="{FD5FE8AB-FF44-D068-BF84-BC232F196235}"/>
              </a:ext>
            </a:extLst>
          </p:cNvPr>
          <p:cNvSpPr>
            <a:spLocks noGrp="1"/>
          </p:cNvSpPr>
          <p:nvPr>
            <p:ph type="sldNum" sz="quarter" idx="10"/>
          </p:nvPr>
        </p:nvSpPr>
        <p:spPr>
          <a:xfrm>
            <a:off x="3" y="6356352"/>
            <a:ext cx="491300" cy="365125"/>
          </a:xfrm>
        </p:spPr>
        <p:txBody>
          <a:bodyPr/>
          <a:lstStyle>
            <a:lvl1pPr>
              <a:defRPr>
                <a:solidFill>
                  <a:schemeClr val="bg1"/>
                </a:solidFill>
              </a:defRPr>
            </a:lvl1pPr>
          </a:lstStyle>
          <a:p>
            <a:fld id="{C4B1DB5C-CBD1-46F1-83D6-F5AA23577CB7}" type="slidenum">
              <a:rPr lang="en-GB" smtClean="0"/>
              <a:pPr/>
              <a:t>‹#›</a:t>
            </a:fld>
            <a:endParaRPr lang="en-GB"/>
          </a:p>
        </p:txBody>
      </p:sp>
      <p:pic>
        <p:nvPicPr>
          <p:cNvPr id="3" name="Picture 2">
            <a:extLst>
              <a:ext uri="{FF2B5EF4-FFF2-40B4-BE49-F238E27FC236}">
                <a16:creationId xmlns:a16="http://schemas.microsoft.com/office/drawing/2014/main" id="{F5C01974-9D8D-1A0A-103B-6A7E62C66191}"/>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36CB25F9-7341-3549-D2DA-BEEF4B1B3208}"/>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2" name="Title Placeholder 21">
            <a:extLst>
              <a:ext uri="{FF2B5EF4-FFF2-40B4-BE49-F238E27FC236}">
                <a16:creationId xmlns:a16="http://schemas.microsoft.com/office/drawing/2014/main" id="{6107EB60-A691-B824-CA30-6631A48064DB}"/>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lvl1pPr>
              <a:defRPr>
                <a:solidFill>
                  <a:schemeClr val="bg1"/>
                </a:solidFill>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F56661F0-470F-B209-3598-02763001A3FE}"/>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hcSlideMaster67.Blank blueHeader" descr="Classification: Internal">
            <a:extLst>
              <a:ext uri="{FF2B5EF4-FFF2-40B4-BE49-F238E27FC236}">
                <a16:creationId xmlns:a16="http://schemas.microsoft.com/office/drawing/2014/main" id="{6561CA80-B789-204F-D293-E495A1BD15D5}"/>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53177192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ver blue 1">
    <p:bg>
      <p:bgPr>
        <a:solidFill>
          <a:schemeClr val="tx2"/>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824FB13-A710-3604-1DFA-7EB16A1599DD}"/>
              </a:ext>
            </a:extLst>
          </p:cNvPr>
          <p:cNvGrpSpPr/>
          <p:nvPr userDrawn="1"/>
        </p:nvGrpSpPr>
        <p:grpSpPr>
          <a:xfrm>
            <a:off x="11084200" y="316628"/>
            <a:ext cx="761725" cy="157981"/>
            <a:chOff x="9242701" y="249950"/>
            <a:chExt cx="652960" cy="135423"/>
          </a:xfrm>
        </p:grpSpPr>
        <p:sp>
          <p:nvSpPr>
            <p:cNvPr id="18" name="object 6">
              <a:extLst>
                <a:ext uri="{FF2B5EF4-FFF2-40B4-BE49-F238E27FC236}">
                  <a16:creationId xmlns:a16="http://schemas.microsoft.com/office/drawing/2014/main" id="{B25B4BF6-52E5-389C-804A-F07AE19AC3A0}"/>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9" name="object 7">
              <a:extLst>
                <a:ext uri="{FF2B5EF4-FFF2-40B4-BE49-F238E27FC236}">
                  <a16:creationId xmlns:a16="http://schemas.microsoft.com/office/drawing/2014/main" id="{461B9713-8B60-111C-CC58-694680C56E5C}"/>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20" name="object 8">
              <a:extLst>
                <a:ext uri="{FF2B5EF4-FFF2-40B4-BE49-F238E27FC236}">
                  <a16:creationId xmlns:a16="http://schemas.microsoft.com/office/drawing/2014/main" id="{AEF4C171-5B2C-20F6-F682-059D5043D14D}"/>
                </a:ext>
              </a:extLst>
            </p:cNvPr>
            <p:cNvGrpSpPr/>
            <p:nvPr/>
          </p:nvGrpSpPr>
          <p:grpSpPr>
            <a:xfrm>
              <a:off x="9242701" y="249950"/>
              <a:ext cx="202816" cy="135423"/>
              <a:chOff x="18288992" y="494982"/>
              <a:chExt cx="401320" cy="267970"/>
            </a:xfrm>
          </p:grpSpPr>
          <p:sp>
            <p:nvSpPr>
              <p:cNvPr id="26" name="object 9">
                <a:extLst>
                  <a:ext uri="{FF2B5EF4-FFF2-40B4-BE49-F238E27FC236}">
                    <a16:creationId xmlns:a16="http://schemas.microsoft.com/office/drawing/2014/main" id="{4DBBD0F8-636E-924E-251F-1E750B7D6ECA}"/>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7" name="object 10">
                <a:extLst>
                  <a:ext uri="{FF2B5EF4-FFF2-40B4-BE49-F238E27FC236}">
                    <a16:creationId xmlns:a16="http://schemas.microsoft.com/office/drawing/2014/main" id="{32FE21A8-0292-E992-68A7-D493E81C6FA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9" name="object 11">
                <a:extLst>
                  <a:ext uri="{FF2B5EF4-FFF2-40B4-BE49-F238E27FC236}">
                    <a16:creationId xmlns:a16="http://schemas.microsoft.com/office/drawing/2014/main" id="{A8F8113F-F527-DF24-6F62-275E5BECDA8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21" name="object 22">
              <a:extLst>
                <a:ext uri="{FF2B5EF4-FFF2-40B4-BE49-F238E27FC236}">
                  <a16:creationId xmlns:a16="http://schemas.microsoft.com/office/drawing/2014/main" id="{A3EB1A4C-0B99-1909-6DBD-1BE3C0FDE59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2" name="object 23">
              <a:extLst>
                <a:ext uri="{FF2B5EF4-FFF2-40B4-BE49-F238E27FC236}">
                  <a16:creationId xmlns:a16="http://schemas.microsoft.com/office/drawing/2014/main" id="{DF528001-5EB3-DE52-0785-82DFA8E56541}"/>
                </a:ext>
              </a:extLst>
            </p:cNvPr>
            <p:cNvGrpSpPr/>
            <p:nvPr/>
          </p:nvGrpSpPr>
          <p:grpSpPr>
            <a:xfrm>
              <a:off x="9242701" y="249950"/>
              <a:ext cx="202816" cy="135423"/>
              <a:chOff x="18288992" y="494982"/>
              <a:chExt cx="401320" cy="267970"/>
            </a:xfrm>
          </p:grpSpPr>
          <p:sp>
            <p:nvSpPr>
              <p:cNvPr id="23" name="object 24">
                <a:extLst>
                  <a:ext uri="{FF2B5EF4-FFF2-40B4-BE49-F238E27FC236}">
                    <a16:creationId xmlns:a16="http://schemas.microsoft.com/office/drawing/2014/main" id="{B43A1203-EFD0-52EB-E965-58B41339FDC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4" name="object 25">
                <a:extLst>
                  <a:ext uri="{FF2B5EF4-FFF2-40B4-BE49-F238E27FC236}">
                    <a16:creationId xmlns:a16="http://schemas.microsoft.com/office/drawing/2014/main" id="{EA8187B0-9D47-5A92-0663-7EAD561F4B2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26">
                <a:extLst>
                  <a:ext uri="{FF2B5EF4-FFF2-40B4-BE49-F238E27FC236}">
                    <a16:creationId xmlns:a16="http://schemas.microsoft.com/office/drawing/2014/main" id="{BF92E0E9-0288-3B16-4BCF-DD834E56811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6" name="TextBox 35">
            <a:extLst>
              <a:ext uri="{FF2B5EF4-FFF2-40B4-BE49-F238E27FC236}">
                <a16:creationId xmlns:a16="http://schemas.microsoft.com/office/drawing/2014/main" id="{00439E84-97CE-7951-71AF-552278CECA61}"/>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45" name="Picture Placeholder 12">
            <a:extLst>
              <a:ext uri="{FF2B5EF4-FFF2-40B4-BE49-F238E27FC236}">
                <a16:creationId xmlns:a16="http://schemas.microsoft.com/office/drawing/2014/main" id="{4C0A6BFA-50DF-57AC-2B5C-E6000CAC2BB6}"/>
              </a:ext>
            </a:extLst>
          </p:cNvPr>
          <p:cNvSpPr>
            <a:spLocks noGrp="1"/>
          </p:cNvSpPr>
          <p:nvPr>
            <p:ph type="pic" sz="quarter" idx="15"/>
          </p:nvPr>
        </p:nvSpPr>
        <p:spPr>
          <a:xfrm>
            <a:off x="5934269" y="816888"/>
            <a:ext cx="6257731" cy="5177041"/>
          </a:xfrm>
          <a:custGeom>
            <a:avLst/>
            <a:gdLst>
              <a:gd name="connsiteX0" fmla="*/ 1805307 w 6055200"/>
              <a:gd name="connsiteY0" fmla="*/ 0 h 4744529"/>
              <a:gd name="connsiteX1" fmla="*/ 6055200 w 6055200"/>
              <a:gd name="connsiteY1" fmla="*/ 0 h 4744529"/>
              <a:gd name="connsiteX2" fmla="*/ 6055200 w 6055200"/>
              <a:gd name="connsiteY2" fmla="*/ 4744529 h 4744529"/>
              <a:gd name="connsiteX3" fmla="*/ 0 w 6055200"/>
              <a:gd name="connsiteY3" fmla="*/ 4744529 h 4744529"/>
            </a:gdLst>
            <a:ahLst/>
            <a:cxnLst>
              <a:cxn ang="0">
                <a:pos x="connsiteX0" y="connsiteY0"/>
              </a:cxn>
              <a:cxn ang="0">
                <a:pos x="connsiteX1" y="connsiteY1"/>
              </a:cxn>
              <a:cxn ang="0">
                <a:pos x="connsiteX2" y="connsiteY2"/>
              </a:cxn>
              <a:cxn ang="0">
                <a:pos x="connsiteX3" y="connsiteY3"/>
              </a:cxn>
            </a:cxnLst>
            <a:rect l="l" t="t" r="r" b="b"/>
            <a:pathLst>
              <a:path w="6055200" h="4744529">
                <a:moveTo>
                  <a:pt x="1805307" y="0"/>
                </a:moveTo>
                <a:lnTo>
                  <a:pt x="6055200" y="0"/>
                </a:lnTo>
                <a:lnTo>
                  <a:pt x="6055200" y="4744529"/>
                </a:lnTo>
                <a:lnTo>
                  <a:pt x="0" y="4744529"/>
                </a:lnTo>
                <a:close/>
              </a:path>
            </a:pathLst>
          </a:custGeom>
        </p:spPr>
        <p:txBody>
          <a:bodyPr wrap="square" anchor="ctr">
            <a:noAutofit/>
          </a:bodyPr>
          <a:lstStyle>
            <a:lvl1pPr algn="ctr">
              <a:defRPr>
                <a:solidFill>
                  <a:schemeClr val="bg1"/>
                </a:solidFill>
              </a:defRPr>
            </a:lvl1pPr>
          </a:lstStyle>
          <a:p>
            <a:endParaRPr lang="en-US"/>
          </a:p>
        </p:txBody>
      </p:sp>
      <p:grpSp>
        <p:nvGrpSpPr>
          <p:cNvPr id="50" name="object 17">
            <a:extLst>
              <a:ext uri="{FF2B5EF4-FFF2-40B4-BE49-F238E27FC236}">
                <a16:creationId xmlns:a16="http://schemas.microsoft.com/office/drawing/2014/main" id="{2D5EA08B-D377-5990-A151-06E04BF93642}"/>
              </a:ext>
            </a:extLst>
          </p:cNvPr>
          <p:cNvGrpSpPr/>
          <p:nvPr userDrawn="1"/>
        </p:nvGrpSpPr>
        <p:grpSpPr>
          <a:xfrm>
            <a:off x="353513" y="1269196"/>
            <a:ext cx="662447" cy="835409"/>
            <a:chOff x="523545" y="2537875"/>
            <a:chExt cx="1101725" cy="1389380"/>
          </a:xfrm>
        </p:grpSpPr>
        <p:sp>
          <p:nvSpPr>
            <p:cNvPr id="51" name="object 18">
              <a:extLst>
                <a:ext uri="{FF2B5EF4-FFF2-40B4-BE49-F238E27FC236}">
                  <a16:creationId xmlns:a16="http://schemas.microsoft.com/office/drawing/2014/main" id="{4E3E6359-9840-8B89-CA44-3709DA905D77}"/>
                </a:ext>
              </a:extLst>
            </p:cNvPr>
            <p:cNvSpPr/>
            <p:nvPr/>
          </p:nvSpPr>
          <p:spPr>
            <a:xfrm>
              <a:off x="665649" y="2725630"/>
              <a:ext cx="382270" cy="700405"/>
            </a:xfrm>
            <a:custGeom>
              <a:avLst/>
              <a:gdLst/>
              <a:ahLst/>
              <a:cxnLst/>
              <a:rect l="l" t="t" r="r" b="b"/>
              <a:pathLst>
                <a:path w="382269" h="700404">
                  <a:moveTo>
                    <a:pt x="154361" y="212412"/>
                  </a:moveTo>
                  <a:lnTo>
                    <a:pt x="94384" y="370124"/>
                  </a:lnTo>
                </a:path>
                <a:path w="382269" h="700404">
                  <a:moveTo>
                    <a:pt x="28951" y="0"/>
                  </a:moveTo>
                  <a:lnTo>
                    <a:pt x="0" y="76144"/>
                  </a:lnTo>
                </a:path>
                <a:path w="382269" h="700404">
                  <a:moveTo>
                    <a:pt x="314210" y="700240"/>
                  </a:moveTo>
                  <a:lnTo>
                    <a:pt x="219930" y="700240"/>
                  </a:lnTo>
                  <a:lnTo>
                    <a:pt x="213166" y="682450"/>
                  </a:lnTo>
                  <a:lnTo>
                    <a:pt x="277352" y="524685"/>
                  </a:lnTo>
                  <a:lnTo>
                    <a:pt x="381653" y="524685"/>
                  </a:lnTo>
                </a:path>
              </a:pathLst>
            </a:custGeom>
            <a:ln w="10470">
              <a:solidFill>
                <a:srgbClr val="F5991A"/>
              </a:solidFill>
            </a:ln>
          </p:spPr>
          <p:txBody>
            <a:bodyPr wrap="square" lIns="0" tIns="0" rIns="0" bIns="0" rtlCol="0"/>
            <a:lstStyle/>
            <a:p>
              <a:endParaRPr sz="1351"/>
            </a:p>
          </p:txBody>
        </p:sp>
        <p:sp>
          <p:nvSpPr>
            <p:cNvPr id="52" name="object 19">
              <a:extLst>
                <a:ext uri="{FF2B5EF4-FFF2-40B4-BE49-F238E27FC236}">
                  <a16:creationId xmlns:a16="http://schemas.microsoft.com/office/drawing/2014/main" id="{FF83681F-8460-9472-FE19-5FC8FA760FA2}"/>
                </a:ext>
              </a:extLst>
            </p:cNvPr>
            <p:cNvSpPr/>
            <p:nvPr/>
          </p:nvSpPr>
          <p:spPr>
            <a:xfrm>
              <a:off x="621253" y="2643850"/>
              <a:ext cx="305435" cy="702310"/>
            </a:xfrm>
            <a:custGeom>
              <a:avLst/>
              <a:gdLst/>
              <a:ahLst/>
              <a:cxnLst/>
              <a:rect l="l" t="t" r="r" b="b"/>
              <a:pathLst>
                <a:path w="305434" h="702310">
                  <a:moveTo>
                    <a:pt x="304995" y="545993"/>
                  </a:moveTo>
                  <a:lnTo>
                    <a:pt x="227835" y="343089"/>
                  </a:lnTo>
                  <a:lnTo>
                    <a:pt x="24041" y="0"/>
                  </a:lnTo>
                  <a:lnTo>
                    <a:pt x="0" y="12051"/>
                  </a:lnTo>
                  <a:lnTo>
                    <a:pt x="112823" y="384407"/>
                  </a:lnTo>
                  <a:lnTo>
                    <a:pt x="233657" y="702135"/>
                  </a:lnTo>
                </a:path>
              </a:pathLst>
            </a:custGeom>
            <a:ln w="10470">
              <a:solidFill>
                <a:srgbClr val="FFFFFF"/>
              </a:solidFill>
            </a:ln>
          </p:spPr>
          <p:txBody>
            <a:bodyPr wrap="square" lIns="0" tIns="0" rIns="0" bIns="0" rtlCol="0"/>
            <a:lstStyle/>
            <a:p>
              <a:endParaRPr sz="1351"/>
            </a:p>
          </p:txBody>
        </p:sp>
        <p:pic>
          <p:nvPicPr>
            <p:cNvPr id="53" name="object 20">
              <a:extLst>
                <a:ext uri="{FF2B5EF4-FFF2-40B4-BE49-F238E27FC236}">
                  <a16:creationId xmlns:a16="http://schemas.microsoft.com/office/drawing/2014/main" id="{04CA120D-C5FE-D660-49DE-BAEF2667694E}"/>
                </a:ext>
              </a:extLst>
            </p:cNvPr>
            <p:cNvPicPr/>
            <p:nvPr/>
          </p:nvPicPr>
          <p:blipFill>
            <a:blip r:embed="rId4" cstate="email">
              <a:extLst>
                <a:ext uri="{28A0092B-C50C-407E-A947-70E740481C1C}">
                  <a14:useLocalDpi xmlns:a14="http://schemas.microsoft.com/office/drawing/2010/main"/>
                </a:ext>
              </a:extLst>
            </a:blip>
            <a:stretch>
              <a:fillRect/>
            </a:stretch>
          </p:blipFill>
          <p:spPr>
            <a:xfrm>
              <a:off x="797994" y="3602983"/>
              <a:ext cx="73136" cy="73270"/>
            </a:xfrm>
            <a:prstGeom prst="rect">
              <a:avLst/>
            </a:prstGeom>
          </p:spPr>
        </p:pic>
        <p:pic>
          <p:nvPicPr>
            <p:cNvPr id="54" name="object 21">
              <a:extLst>
                <a:ext uri="{FF2B5EF4-FFF2-40B4-BE49-F238E27FC236}">
                  <a16:creationId xmlns:a16="http://schemas.microsoft.com/office/drawing/2014/main" id="{DD47919F-5DFF-00D5-D414-BAD72FAC5F77}"/>
                </a:ext>
              </a:extLst>
            </p:cNvPr>
            <p:cNvPicPr/>
            <p:nvPr/>
          </p:nvPicPr>
          <p:blipFill>
            <a:blip r:embed="rId5" cstate="email">
              <a:extLst>
                <a:ext uri="{28A0092B-C50C-407E-A947-70E740481C1C}">
                  <a14:useLocalDpi xmlns:a14="http://schemas.microsoft.com/office/drawing/2010/main"/>
                </a:ext>
              </a:extLst>
            </a:blip>
            <a:stretch>
              <a:fillRect/>
            </a:stretch>
          </p:blipFill>
          <p:spPr>
            <a:xfrm>
              <a:off x="763374" y="3571005"/>
              <a:ext cx="161607" cy="137608"/>
            </a:xfrm>
            <a:prstGeom prst="rect">
              <a:avLst/>
            </a:prstGeom>
          </p:spPr>
        </p:pic>
        <p:sp>
          <p:nvSpPr>
            <p:cNvPr id="55" name="object 22">
              <a:extLst>
                <a:ext uri="{FF2B5EF4-FFF2-40B4-BE49-F238E27FC236}">
                  <a16:creationId xmlns:a16="http://schemas.microsoft.com/office/drawing/2014/main" id="{197B4110-A12A-E519-80A4-07722BBDD080}"/>
                </a:ext>
              </a:extLst>
            </p:cNvPr>
            <p:cNvSpPr/>
            <p:nvPr/>
          </p:nvSpPr>
          <p:spPr>
            <a:xfrm>
              <a:off x="663817" y="2675032"/>
              <a:ext cx="490855" cy="858519"/>
            </a:xfrm>
            <a:custGeom>
              <a:avLst/>
              <a:gdLst/>
              <a:ahLst/>
              <a:cxnLst/>
              <a:rect l="l" t="t" r="r" b="b"/>
              <a:pathLst>
                <a:path w="490855" h="858520">
                  <a:moveTo>
                    <a:pt x="274661" y="858424"/>
                  </a:moveTo>
                  <a:lnTo>
                    <a:pt x="160728" y="858424"/>
                  </a:lnTo>
                  <a:lnTo>
                    <a:pt x="160728" y="745265"/>
                  </a:lnTo>
                  <a:lnTo>
                    <a:pt x="254274" y="516287"/>
                  </a:lnTo>
                  <a:lnTo>
                    <a:pt x="404019" y="516287"/>
                  </a:lnTo>
                </a:path>
                <a:path w="490855" h="858520">
                  <a:moveTo>
                    <a:pt x="0" y="0"/>
                  </a:moveTo>
                  <a:lnTo>
                    <a:pt x="490801" y="295802"/>
                  </a:lnTo>
                </a:path>
              </a:pathLst>
            </a:custGeom>
            <a:ln w="10470">
              <a:solidFill>
                <a:srgbClr val="FFFFFF"/>
              </a:solidFill>
            </a:ln>
          </p:spPr>
          <p:txBody>
            <a:bodyPr wrap="square" lIns="0" tIns="0" rIns="0" bIns="0" rtlCol="0"/>
            <a:lstStyle/>
            <a:p>
              <a:endParaRPr sz="1351"/>
            </a:p>
          </p:txBody>
        </p:sp>
        <p:pic>
          <p:nvPicPr>
            <p:cNvPr id="56" name="object 23">
              <a:extLst>
                <a:ext uri="{FF2B5EF4-FFF2-40B4-BE49-F238E27FC236}">
                  <a16:creationId xmlns:a16="http://schemas.microsoft.com/office/drawing/2014/main" id="{D8FB6E8A-89B8-A387-865D-1C37890D9707}"/>
                </a:ext>
              </a:extLst>
            </p:cNvPr>
            <p:cNvPicPr/>
            <p:nvPr/>
          </p:nvPicPr>
          <p:blipFill>
            <a:blip r:embed="rId6" cstate="email">
              <a:extLst>
                <a:ext uri="{28A0092B-C50C-407E-A947-70E740481C1C}">
                  <a14:useLocalDpi xmlns:a14="http://schemas.microsoft.com/office/drawing/2010/main"/>
                </a:ext>
              </a:extLst>
            </a:blip>
            <a:stretch>
              <a:fillRect/>
            </a:stretch>
          </p:blipFill>
          <p:spPr>
            <a:xfrm>
              <a:off x="578700" y="3280316"/>
              <a:ext cx="105227" cy="105227"/>
            </a:xfrm>
            <a:prstGeom prst="rect">
              <a:avLst/>
            </a:prstGeom>
          </p:spPr>
        </p:pic>
        <p:sp>
          <p:nvSpPr>
            <p:cNvPr id="57" name="object 24">
              <a:extLst>
                <a:ext uri="{FF2B5EF4-FFF2-40B4-BE49-F238E27FC236}">
                  <a16:creationId xmlns:a16="http://schemas.microsoft.com/office/drawing/2014/main" id="{A9176FC2-517F-9B29-ADFF-E56CB0CCB20E}"/>
                </a:ext>
              </a:extLst>
            </p:cNvPr>
            <p:cNvSpPr/>
            <p:nvPr/>
          </p:nvSpPr>
          <p:spPr>
            <a:xfrm>
              <a:off x="592284" y="2684982"/>
              <a:ext cx="60325" cy="542925"/>
            </a:xfrm>
            <a:custGeom>
              <a:avLst/>
              <a:gdLst/>
              <a:ahLst/>
              <a:cxnLst/>
              <a:rect l="l" t="t" r="r" b="b"/>
              <a:pathLst>
                <a:path w="60325" h="542925">
                  <a:moveTo>
                    <a:pt x="31852" y="0"/>
                  </a:moveTo>
                  <a:lnTo>
                    <a:pt x="19454" y="2517"/>
                  </a:lnTo>
                  <a:lnTo>
                    <a:pt x="9329" y="9383"/>
                  </a:lnTo>
                  <a:lnTo>
                    <a:pt x="2503" y="19564"/>
                  </a:lnTo>
                  <a:lnTo>
                    <a:pt x="0" y="32030"/>
                  </a:lnTo>
                  <a:lnTo>
                    <a:pt x="2503" y="44502"/>
                  </a:lnTo>
                  <a:lnTo>
                    <a:pt x="9329" y="54686"/>
                  </a:lnTo>
                  <a:lnTo>
                    <a:pt x="19454" y="61553"/>
                  </a:lnTo>
                  <a:lnTo>
                    <a:pt x="31852" y="64071"/>
                  </a:lnTo>
                  <a:lnTo>
                    <a:pt x="39705" y="64071"/>
                  </a:lnTo>
                  <a:lnTo>
                    <a:pt x="46899" y="61202"/>
                  </a:lnTo>
                  <a:lnTo>
                    <a:pt x="52459" y="56459"/>
                  </a:lnTo>
                </a:path>
                <a:path w="60325" h="542925">
                  <a:moveTo>
                    <a:pt x="31852" y="64071"/>
                  </a:moveTo>
                  <a:lnTo>
                    <a:pt x="31852" y="485880"/>
                  </a:lnTo>
                  <a:lnTo>
                    <a:pt x="20916" y="488100"/>
                  </a:lnTo>
                  <a:lnTo>
                    <a:pt x="11986" y="494156"/>
                  </a:lnTo>
                  <a:lnTo>
                    <a:pt x="5966" y="503139"/>
                  </a:lnTo>
                  <a:lnTo>
                    <a:pt x="3759" y="514141"/>
                  </a:lnTo>
                  <a:lnTo>
                    <a:pt x="5966" y="525139"/>
                  </a:lnTo>
                  <a:lnTo>
                    <a:pt x="11986" y="534122"/>
                  </a:lnTo>
                  <a:lnTo>
                    <a:pt x="20916" y="540180"/>
                  </a:lnTo>
                  <a:lnTo>
                    <a:pt x="31852" y="542402"/>
                  </a:lnTo>
                  <a:lnTo>
                    <a:pt x="42788" y="540180"/>
                  </a:lnTo>
                  <a:lnTo>
                    <a:pt x="51718" y="534122"/>
                  </a:lnTo>
                  <a:lnTo>
                    <a:pt x="57738" y="525139"/>
                  </a:lnTo>
                  <a:lnTo>
                    <a:pt x="59945" y="514141"/>
                  </a:lnTo>
                </a:path>
              </a:pathLst>
            </a:custGeom>
            <a:ln w="10470">
              <a:solidFill>
                <a:srgbClr val="FFFFFF"/>
              </a:solidFill>
            </a:ln>
          </p:spPr>
          <p:txBody>
            <a:bodyPr wrap="square" lIns="0" tIns="0" rIns="0" bIns="0" rtlCol="0"/>
            <a:lstStyle/>
            <a:p>
              <a:endParaRPr sz="1351"/>
            </a:p>
          </p:txBody>
        </p:sp>
        <p:pic>
          <p:nvPicPr>
            <p:cNvPr id="58" name="object 25">
              <a:extLst>
                <a:ext uri="{FF2B5EF4-FFF2-40B4-BE49-F238E27FC236}">
                  <a16:creationId xmlns:a16="http://schemas.microsoft.com/office/drawing/2014/main" id="{F0A42030-A6C8-1CD9-E7E1-705230002CE9}"/>
                </a:ext>
              </a:extLst>
            </p:cNvPr>
            <p:cNvPicPr/>
            <p:nvPr/>
          </p:nvPicPr>
          <p:blipFill>
            <a:blip r:embed="rId7" cstate="email">
              <a:extLst>
                <a:ext uri="{28A0092B-C50C-407E-A947-70E740481C1C}">
                  <a14:useLocalDpi xmlns:a14="http://schemas.microsoft.com/office/drawing/2010/main"/>
                </a:ext>
              </a:extLst>
            </a:blip>
            <a:stretch>
              <a:fillRect/>
            </a:stretch>
          </p:blipFill>
          <p:spPr>
            <a:xfrm>
              <a:off x="523545" y="3222141"/>
              <a:ext cx="201182" cy="202302"/>
            </a:xfrm>
            <a:prstGeom prst="rect">
              <a:avLst/>
            </a:prstGeom>
          </p:spPr>
        </p:pic>
        <p:sp>
          <p:nvSpPr>
            <p:cNvPr id="59" name="object 26">
              <a:extLst>
                <a:ext uri="{FF2B5EF4-FFF2-40B4-BE49-F238E27FC236}">
                  <a16:creationId xmlns:a16="http://schemas.microsoft.com/office/drawing/2014/main" id="{63399DEA-7F26-54C0-BCAD-6892016C6F85}"/>
                </a:ext>
              </a:extLst>
            </p:cNvPr>
            <p:cNvSpPr/>
            <p:nvPr/>
          </p:nvSpPr>
          <p:spPr>
            <a:xfrm>
              <a:off x="709652" y="2832799"/>
              <a:ext cx="165100" cy="398780"/>
            </a:xfrm>
            <a:custGeom>
              <a:avLst/>
              <a:gdLst/>
              <a:ahLst/>
              <a:cxnLst/>
              <a:rect l="l" t="t" r="r" b="b"/>
              <a:pathLst>
                <a:path w="165100" h="398780">
                  <a:moveTo>
                    <a:pt x="164633" y="226569"/>
                  </a:moveTo>
                  <a:lnTo>
                    <a:pt x="99578" y="398260"/>
                  </a:lnTo>
                </a:path>
                <a:path w="165100" h="398780">
                  <a:moveTo>
                    <a:pt x="45590" y="0"/>
                  </a:moveTo>
                  <a:lnTo>
                    <a:pt x="0" y="120331"/>
                  </a:lnTo>
                </a:path>
              </a:pathLst>
            </a:custGeom>
            <a:ln w="10470">
              <a:solidFill>
                <a:srgbClr val="FFFFFF"/>
              </a:solidFill>
            </a:ln>
          </p:spPr>
          <p:txBody>
            <a:bodyPr wrap="square" lIns="0" tIns="0" rIns="0" bIns="0" rtlCol="0"/>
            <a:lstStyle/>
            <a:p>
              <a:endParaRPr sz="1351"/>
            </a:p>
          </p:txBody>
        </p:sp>
        <p:sp>
          <p:nvSpPr>
            <p:cNvPr id="60" name="object 27">
              <a:extLst>
                <a:ext uri="{FF2B5EF4-FFF2-40B4-BE49-F238E27FC236}">
                  <a16:creationId xmlns:a16="http://schemas.microsoft.com/office/drawing/2014/main" id="{EF014E51-7FA7-8AB5-78F4-885536863CDF}"/>
                </a:ext>
              </a:extLst>
            </p:cNvPr>
            <p:cNvSpPr/>
            <p:nvPr/>
          </p:nvSpPr>
          <p:spPr>
            <a:xfrm>
              <a:off x="866268" y="2543114"/>
              <a:ext cx="678815" cy="1378585"/>
            </a:xfrm>
            <a:custGeom>
              <a:avLst/>
              <a:gdLst/>
              <a:ahLst/>
              <a:cxnLst/>
              <a:rect l="l" t="t" r="r" b="b"/>
              <a:pathLst>
                <a:path w="678815" h="1378585">
                  <a:moveTo>
                    <a:pt x="528224" y="0"/>
                  </a:moveTo>
                  <a:lnTo>
                    <a:pt x="0" y="1378408"/>
                  </a:lnTo>
                </a:path>
                <a:path w="678815" h="1378585">
                  <a:moveTo>
                    <a:pt x="678209" y="0"/>
                  </a:moveTo>
                  <a:lnTo>
                    <a:pt x="149974" y="1378408"/>
                  </a:lnTo>
                </a:path>
              </a:pathLst>
            </a:custGeom>
            <a:ln w="10470">
              <a:solidFill>
                <a:srgbClr val="F5991A"/>
              </a:solidFill>
            </a:ln>
          </p:spPr>
          <p:txBody>
            <a:bodyPr wrap="square" lIns="0" tIns="0" rIns="0" bIns="0" rtlCol="0"/>
            <a:lstStyle/>
            <a:p>
              <a:endParaRPr sz="1351"/>
            </a:p>
          </p:txBody>
        </p:sp>
        <p:sp>
          <p:nvSpPr>
            <p:cNvPr id="61" name="object 28">
              <a:extLst>
                <a:ext uri="{FF2B5EF4-FFF2-40B4-BE49-F238E27FC236}">
                  <a16:creationId xmlns:a16="http://schemas.microsoft.com/office/drawing/2014/main" id="{58CB3021-8800-8692-6C29-E9332E8E5AE6}"/>
                </a:ext>
              </a:extLst>
            </p:cNvPr>
            <p:cNvSpPr/>
            <p:nvPr/>
          </p:nvSpPr>
          <p:spPr>
            <a:xfrm>
              <a:off x="790848" y="2543111"/>
              <a:ext cx="829310" cy="1378585"/>
            </a:xfrm>
            <a:custGeom>
              <a:avLst/>
              <a:gdLst/>
              <a:ahLst/>
              <a:cxnLst/>
              <a:rect l="l" t="t" r="r" b="b"/>
              <a:pathLst>
                <a:path w="829310" h="1378585">
                  <a:moveTo>
                    <a:pt x="528769" y="0"/>
                  </a:moveTo>
                  <a:lnTo>
                    <a:pt x="0" y="1378397"/>
                  </a:lnTo>
                </a:path>
                <a:path w="829310" h="1378585">
                  <a:moveTo>
                    <a:pt x="678911" y="0"/>
                  </a:moveTo>
                  <a:lnTo>
                    <a:pt x="150131" y="1378408"/>
                  </a:lnTo>
                </a:path>
                <a:path w="829310" h="1378585">
                  <a:moveTo>
                    <a:pt x="678911" y="0"/>
                  </a:moveTo>
                  <a:lnTo>
                    <a:pt x="150131" y="1378408"/>
                  </a:lnTo>
                </a:path>
                <a:path w="829310" h="1378585">
                  <a:moveTo>
                    <a:pt x="829042" y="0"/>
                  </a:moveTo>
                  <a:lnTo>
                    <a:pt x="300273" y="1378408"/>
                  </a:lnTo>
                </a:path>
              </a:pathLst>
            </a:custGeom>
            <a:ln w="10470">
              <a:solidFill>
                <a:srgbClr val="FFFFFF"/>
              </a:solidFill>
            </a:ln>
          </p:spPr>
          <p:txBody>
            <a:bodyPr wrap="square" lIns="0" tIns="0" rIns="0" bIns="0" rtlCol="0"/>
            <a:lstStyle/>
            <a:p>
              <a:endParaRPr sz="1351"/>
            </a:p>
          </p:txBody>
        </p:sp>
      </p:grpSp>
      <p:pic>
        <p:nvPicPr>
          <p:cNvPr id="3" name="Picture 2">
            <a:extLst>
              <a:ext uri="{FF2B5EF4-FFF2-40B4-BE49-F238E27FC236}">
                <a16:creationId xmlns:a16="http://schemas.microsoft.com/office/drawing/2014/main" id="{723EFF50-30AA-5B22-455D-B4693D37589E}"/>
              </a:ext>
            </a:extLst>
          </p:cNvPr>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8F496C36-3A0C-8066-AB17-4A9BE45800F8}"/>
              </a:ext>
            </a:extLst>
          </p:cNvPr>
          <p:cNvPicPr>
            <a:picLocks noChangeAspect="1"/>
          </p:cNvPicPr>
          <p:nvPr userDrawn="1"/>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9703997" y="6408073"/>
            <a:ext cx="2135347" cy="168971"/>
          </a:xfrm>
          <a:prstGeom prst="rect">
            <a:avLst/>
          </a:prstGeom>
        </p:spPr>
      </p:pic>
      <p:sp>
        <p:nvSpPr>
          <p:cNvPr id="11" name="Title 1">
            <a:extLst>
              <a:ext uri="{FF2B5EF4-FFF2-40B4-BE49-F238E27FC236}">
                <a16:creationId xmlns:a16="http://schemas.microsoft.com/office/drawing/2014/main" id="{4A2E3158-1FA8-C537-AF5A-5B42F5621F74}"/>
              </a:ext>
            </a:extLst>
          </p:cNvPr>
          <p:cNvSpPr>
            <a:spLocks noGrp="1"/>
          </p:cNvSpPr>
          <p:nvPr>
            <p:ph type="title" hasCustomPrompt="1"/>
          </p:nvPr>
        </p:nvSpPr>
        <p:spPr>
          <a:xfrm>
            <a:off x="245655" y="2600329"/>
            <a:ext cx="5223495" cy="1317583"/>
          </a:xfrm>
          <a:prstGeom prst="rect">
            <a:avLst/>
          </a:prstGeom>
        </p:spPr>
        <p:txBody>
          <a:bodyPr/>
          <a:lstStyle>
            <a:lvl1pPr algn="l" defTabSz="914332" rtl="0" eaLnBrk="1" latinLnBrk="0" hangingPunct="1">
              <a:lnSpc>
                <a:spcPct val="90000"/>
              </a:lnSpc>
              <a:spcBef>
                <a:spcPct val="0"/>
              </a:spcBef>
              <a:buNone/>
              <a:defRPr lang="en-US" sz="3600" b="0" i="0" kern="1200" dirty="0">
                <a:solidFill>
                  <a:srgbClr val="FF9C00"/>
                </a:solidFill>
                <a:latin typeface="+mj-lt"/>
                <a:ea typeface="+mj-ea"/>
                <a:cs typeface="+mj-cs"/>
              </a:defRPr>
            </a:lvl1pPr>
          </a:lstStyle>
          <a:p>
            <a:r>
              <a:rPr lang="en-GB"/>
              <a:t>Click to edit title</a:t>
            </a:r>
            <a:endParaRPr lang="en-US"/>
          </a:p>
        </p:txBody>
      </p:sp>
      <p:sp>
        <p:nvSpPr>
          <p:cNvPr id="12" name="Text Placeholder 6">
            <a:extLst>
              <a:ext uri="{FF2B5EF4-FFF2-40B4-BE49-F238E27FC236}">
                <a16:creationId xmlns:a16="http://schemas.microsoft.com/office/drawing/2014/main" id="{1BBF8914-8B01-3ECE-FBE4-AC0230DCD149}"/>
              </a:ext>
            </a:extLst>
          </p:cNvPr>
          <p:cNvSpPr>
            <a:spLocks noGrp="1"/>
          </p:cNvSpPr>
          <p:nvPr>
            <p:ph type="body" sz="quarter" idx="13" hasCustomPrompt="1"/>
          </p:nvPr>
        </p:nvSpPr>
        <p:spPr>
          <a:xfrm>
            <a:off x="245653" y="4004398"/>
            <a:ext cx="4291843" cy="793631"/>
          </a:xfrm>
        </p:spPr>
        <p:txBody>
          <a:bodyPr/>
          <a:lstStyle>
            <a:lvl1pPr marL="0" indent="0">
              <a:lnSpc>
                <a:spcPct val="90000"/>
              </a:lnSpc>
              <a:buNone/>
              <a:defRPr sz="2400">
                <a:solidFill>
                  <a:schemeClr val="bg1"/>
                </a:solidFill>
              </a:defRPr>
            </a:lvl1pPr>
          </a:lstStyle>
          <a:p>
            <a:pPr lvl="0"/>
            <a:r>
              <a:rPr lang="en-GB"/>
              <a:t>Click here to edit subheading</a:t>
            </a:r>
            <a:endParaRPr lang="en-US"/>
          </a:p>
        </p:txBody>
      </p:sp>
      <p:sp>
        <p:nvSpPr>
          <p:cNvPr id="13" name="Text Placeholder 6">
            <a:extLst>
              <a:ext uri="{FF2B5EF4-FFF2-40B4-BE49-F238E27FC236}">
                <a16:creationId xmlns:a16="http://schemas.microsoft.com/office/drawing/2014/main" id="{0ED65D32-B031-E67B-C0EB-61501B80F13E}"/>
              </a:ext>
            </a:extLst>
          </p:cNvPr>
          <p:cNvSpPr>
            <a:spLocks noGrp="1"/>
          </p:cNvSpPr>
          <p:nvPr>
            <p:ph type="body" sz="quarter" idx="16" hasCustomPrompt="1"/>
          </p:nvPr>
        </p:nvSpPr>
        <p:spPr>
          <a:xfrm>
            <a:off x="245653" y="4891599"/>
            <a:ext cx="4291843" cy="414068"/>
          </a:xfrm>
        </p:spPr>
        <p:txBody>
          <a:bodyPr/>
          <a:lstStyle>
            <a:lvl1pPr marL="0" indent="0">
              <a:buNone/>
              <a:defRPr sz="1600">
                <a:solidFill>
                  <a:schemeClr val="bg1"/>
                </a:solidFill>
              </a:defRPr>
            </a:lvl1pPr>
          </a:lstStyle>
          <a:p>
            <a:pPr lvl="0"/>
            <a:r>
              <a:rPr lang="en-GB"/>
              <a:t>Enter Date or Document Version</a:t>
            </a:r>
            <a:endParaRPr lang="en-US"/>
          </a:p>
        </p:txBody>
      </p:sp>
      <p:sp>
        <p:nvSpPr>
          <p:cNvPr id="2" name="hcSlideMaster67.Cover blue 1Header" descr="Classification: Internal">
            <a:extLst>
              <a:ext uri="{FF2B5EF4-FFF2-40B4-BE49-F238E27FC236}">
                <a16:creationId xmlns:a16="http://schemas.microsoft.com/office/drawing/2014/main" id="{4A953CF6-C682-7351-2D71-C4C361D94B23}"/>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3543977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0B149E-6858-71E6-9F4B-5CF9CE345E1A}"/>
              </a:ext>
            </a:extLst>
          </p:cNvPr>
          <p:cNvSpPr>
            <a:spLocks noGrp="1"/>
          </p:cNvSpPr>
          <p:nvPr>
            <p:ph type="title" hasCustomPrompt="1"/>
          </p:nvPr>
        </p:nvSpPr>
        <p:spPr>
          <a:xfrm>
            <a:off x="228403" y="2819759"/>
            <a:ext cx="4350335" cy="1715893"/>
          </a:xfrm>
          <a:prstGeom prst="rect">
            <a:avLst/>
          </a:prstGeom>
        </p:spPr>
        <p:txBody>
          <a:bodyPr/>
          <a:lstStyle>
            <a:lvl1pPr>
              <a:lnSpc>
                <a:spcPct val="90000"/>
              </a:lnSpc>
              <a:defRPr sz="2800">
                <a:solidFill>
                  <a:schemeClr val="bg1"/>
                </a:solidFill>
              </a:defRPr>
            </a:lvl1pPr>
          </a:lstStyle>
          <a:p>
            <a:r>
              <a:rPr lang="en-GB"/>
              <a:t>Click to edit title</a:t>
            </a:r>
            <a:endParaRPr lang="en-US"/>
          </a:p>
        </p:txBody>
      </p:sp>
      <p:grpSp>
        <p:nvGrpSpPr>
          <p:cNvPr id="15" name="Group 14">
            <a:extLst>
              <a:ext uri="{FF2B5EF4-FFF2-40B4-BE49-F238E27FC236}">
                <a16:creationId xmlns:a16="http://schemas.microsoft.com/office/drawing/2014/main" id="{8E945807-692A-1600-245C-85B412D88710}"/>
              </a:ext>
            </a:extLst>
          </p:cNvPr>
          <p:cNvGrpSpPr/>
          <p:nvPr userDrawn="1"/>
        </p:nvGrpSpPr>
        <p:grpSpPr>
          <a:xfrm>
            <a:off x="11084200" y="316628"/>
            <a:ext cx="761725" cy="157981"/>
            <a:chOff x="9242701" y="249950"/>
            <a:chExt cx="652960" cy="135423"/>
          </a:xfrm>
        </p:grpSpPr>
        <p:sp>
          <p:nvSpPr>
            <p:cNvPr id="16" name="object 6">
              <a:extLst>
                <a:ext uri="{FF2B5EF4-FFF2-40B4-BE49-F238E27FC236}">
                  <a16:creationId xmlns:a16="http://schemas.microsoft.com/office/drawing/2014/main" id="{FE8252D3-76C6-954E-2C0A-65EEF6F46849}"/>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7" name="object 7">
              <a:extLst>
                <a:ext uri="{FF2B5EF4-FFF2-40B4-BE49-F238E27FC236}">
                  <a16:creationId xmlns:a16="http://schemas.microsoft.com/office/drawing/2014/main" id="{EA57E122-B272-0A88-984F-964418378C1F}"/>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8" name="object 8">
              <a:extLst>
                <a:ext uri="{FF2B5EF4-FFF2-40B4-BE49-F238E27FC236}">
                  <a16:creationId xmlns:a16="http://schemas.microsoft.com/office/drawing/2014/main" id="{028306A9-661C-3404-CF5B-6FBC5F44C34C}"/>
                </a:ext>
              </a:extLst>
            </p:cNvPr>
            <p:cNvGrpSpPr/>
            <p:nvPr/>
          </p:nvGrpSpPr>
          <p:grpSpPr>
            <a:xfrm>
              <a:off x="9242701" y="249950"/>
              <a:ext cx="202816" cy="135423"/>
              <a:chOff x="18288992" y="494982"/>
              <a:chExt cx="401320" cy="267970"/>
            </a:xfrm>
          </p:grpSpPr>
          <p:sp>
            <p:nvSpPr>
              <p:cNvPr id="24" name="object 9">
                <a:extLst>
                  <a:ext uri="{FF2B5EF4-FFF2-40B4-BE49-F238E27FC236}">
                    <a16:creationId xmlns:a16="http://schemas.microsoft.com/office/drawing/2014/main" id="{02F69C2D-AE0D-2217-3C9C-5159FCC38284}"/>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5" name="object 10">
                <a:extLst>
                  <a:ext uri="{FF2B5EF4-FFF2-40B4-BE49-F238E27FC236}">
                    <a16:creationId xmlns:a16="http://schemas.microsoft.com/office/drawing/2014/main" id="{21505F9C-D02D-A3D4-E9DB-1206A8C3C78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1">
                <a:extLst>
                  <a:ext uri="{FF2B5EF4-FFF2-40B4-BE49-F238E27FC236}">
                    <a16:creationId xmlns:a16="http://schemas.microsoft.com/office/drawing/2014/main" id="{3CD5FC1C-7F9D-1E62-715B-6E31AD796965}"/>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9" name="object 22">
              <a:extLst>
                <a:ext uri="{FF2B5EF4-FFF2-40B4-BE49-F238E27FC236}">
                  <a16:creationId xmlns:a16="http://schemas.microsoft.com/office/drawing/2014/main" id="{83BF4D0F-CE14-9AC4-117D-CF805ED8B6BA}"/>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0" name="object 23">
              <a:extLst>
                <a:ext uri="{FF2B5EF4-FFF2-40B4-BE49-F238E27FC236}">
                  <a16:creationId xmlns:a16="http://schemas.microsoft.com/office/drawing/2014/main" id="{7EF3CE76-4E5E-65D3-B5BC-DB148DB55CAF}"/>
                </a:ext>
              </a:extLst>
            </p:cNvPr>
            <p:cNvGrpSpPr/>
            <p:nvPr/>
          </p:nvGrpSpPr>
          <p:grpSpPr>
            <a:xfrm>
              <a:off x="9242701" y="249950"/>
              <a:ext cx="202816" cy="135423"/>
              <a:chOff x="18288992" y="494982"/>
              <a:chExt cx="401320" cy="267970"/>
            </a:xfrm>
          </p:grpSpPr>
          <p:sp>
            <p:nvSpPr>
              <p:cNvPr id="21" name="object 24">
                <a:extLst>
                  <a:ext uri="{FF2B5EF4-FFF2-40B4-BE49-F238E27FC236}">
                    <a16:creationId xmlns:a16="http://schemas.microsoft.com/office/drawing/2014/main" id="{62141BAA-CBDC-6AE2-4753-B610C908CBA7}"/>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2" name="object 25">
                <a:extLst>
                  <a:ext uri="{FF2B5EF4-FFF2-40B4-BE49-F238E27FC236}">
                    <a16:creationId xmlns:a16="http://schemas.microsoft.com/office/drawing/2014/main" id="{D040E6F7-D30E-79FA-F11F-49B5E8F2F1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3" name="object 26">
                <a:extLst>
                  <a:ext uri="{FF2B5EF4-FFF2-40B4-BE49-F238E27FC236}">
                    <a16:creationId xmlns:a16="http://schemas.microsoft.com/office/drawing/2014/main" id="{03017B78-8403-B42E-AC00-2235C5E29D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3" name="TextBox 32">
            <a:extLst>
              <a:ext uri="{FF2B5EF4-FFF2-40B4-BE49-F238E27FC236}">
                <a16:creationId xmlns:a16="http://schemas.microsoft.com/office/drawing/2014/main" id="{0D3738DA-E1A3-951E-954E-52831689FC14}"/>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pic>
        <p:nvPicPr>
          <p:cNvPr id="36" name="Picture 35">
            <a:extLst>
              <a:ext uri="{FF2B5EF4-FFF2-40B4-BE49-F238E27FC236}">
                <a16:creationId xmlns:a16="http://schemas.microsoft.com/office/drawing/2014/main" id="{108568DE-ED97-BBE9-3DFB-01BF11045AF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37" name="Graphic 36">
            <a:extLst>
              <a:ext uri="{FF2B5EF4-FFF2-40B4-BE49-F238E27FC236}">
                <a16:creationId xmlns:a16="http://schemas.microsoft.com/office/drawing/2014/main" id="{30BB1E32-53A5-4229-5958-E0EF43F6E9F2}"/>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4" name="Graphic 3">
            <a:extLst>
              <a:ext uri="{FF2B5EF4-FFF2-40B4-BE49-F238E27FC236}">
                <a16:creationId xmlns:a16="http://schemas.microsoft.com/office/drawing/2014/main" id="{E034F672-9A2F-B285-67E0-F7C41BEEB1F2}"/>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3913333" y="-859505"/>
            <a:ext cx="6145067" cy="7277719"/>
          </a:xfrm>
          <a:prstGeom prst="rect">
            <a:avLst/>
          </a:prstGeom>
        </p:spPr>
      </p:pic>
      <p:sp>
        <p:nvSpPr>
          <p:cNvPr id="2" name="hcSlideMaster67.DividerHeader" descr="Classification: Internal">
            <a:extLst>
              <a:ext uri="{FF2B5EF4-FFF2-40B4-BE49-F238E27FC236}">
                <a16:creationId xmlns:a16="http://schemas.microsoft.com/office/drawing/2014/main" id="{311F672F-BB39-A7EF-BD63-79E8C3DD8167}"/>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5172590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FF5E5"/>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3" name="TextBox 22">
            <a:extLst>
              <a:ext uri="{FF2B5EF4-FFF2-40B4-BE49-F238E27FC236}">
                <a16:creationId xmlns:a16="http://schemas.microsoft.com/office/drawing/2014/main" id="{4819D38D-91FB-FD21-94E8-8E11DC131A76}"/>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pic>
        <p:nvPicPr>
          <p:cNvPr id="2" name="Graphic 1">
            <a:extLst>
              <a:ext uri="{FF2B5EF4-FFF2-40B4-BE49-F238E27FC236}">
                <a16:creationId xmlns:a16="http://schemas.microsoft.com/office/drawing/2014/main" id="{798638B8-4523-EA6F-77D7-422ED30E1F92}"/>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16C15442-037B-C831-CDEC-041BC064BFF6}"/>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 Placeholder 6">
            <a:extLst>
              <a:ext uri="{FF2B5EF4-FFF2-40B4-BE49-F238E27FC236}">
                <a16:creationId xmlns:a16="http://schemas.microsoft.com/office/drawing/2014/main" id="{F55AA0A8-4C73-7F95-4C45-6A93FEC0AA69}"/>
              </a:ext>
            </a:extLst>
          </p:cNvPr>
          <p:cNvSpPr>
            <a:spLocks noGrp="1"/>
          </p:cNvSpPr>
          <p:nvPr>
            <p:ph type="body" sz="quarter" idx="14" hasCustomPrompt="1"/>
          </p:nvPr>
        </p:nvSpPr>
        <p:spPr>
          <a:xfrm>
            <a:off x="245652" y="1794295"/>
            <a:ext cx="11709901"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6" name="hcSlideMaster67.Title onlyHeader" descr="Classification: Internal">
            <a:extLst>
              <a:ext uri="{FF2B5EF4-FFF2-40B4-BE49-F238E27FC236}">
                <a16:creationId xmlns:a16="http://schemas.microsoft.com/office/drawing/2014/main" id="{A1C98100-B52B-7253-A608-E9D5036812BB}"/>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9465742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7A3324-CF26-0748-B4CF-963B702B3F50}"/>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7800C36E-23A3-A880-59DF-BC9A66F7F1F4}"/>
              </a:ext>
            </a:extLst>
          </p:cNvPr>
          <p:cNvSpPr>
            <a:spLocks noGrp="1"/>
          </p:cNvSpPr>
          <p:nvPr>
            <p:ph type="body" sz="quarter" idx="13" hasCustomPrompt="1"/>
          </p:nvPr>
        </p:nvSpPr>
        <p:spPr>
          <a:xfrm>
            <a:off x="4059299" y="804351"/>
            <a:ext cx="6292400" cy="1377087"/>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7A5A69EF-2F3B-DFCB-5808-DFE7FC9E747E}"/>
              </a:ext>
            </a:extLst>
          </p:cNvPr>
          <p:cNvSpPr>
            <a:spLocks noGrp="1"/>
          </p:cNvSpPr>
          <p:nvPr>
            <p:ph type="body" sz="quarter" idx="14" hasCustomPrompt="1"/>
          </p:nvPr>
        </p:nvSpPr>
        <p:spPr>
          <a:xfrm>
            <a:off x="232402" y="2342169"/>
            <a:ext cx="11672055" cy="3834795"/>
          </a:xfrm>
        </p:spPr>
        <p:txBody>
          <a:bodyPr numCol="4"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Title 1">
            <a:extLst>
              <a:ext uri="{FF2B5EF4-FFF2-40B4-BE49-F238E27FC236}">
                <a16:creationId xmlns:a16="http://schemas.microsoft.com/office/drawing/2014/main" id="{949DDFE2-9038-836D-DA36-FAA59D5D3400}"/>
              </a:ext>
            </a:extLst>
          </p:cNvPr>
          <p:cNvSpPr>
            <a:spLocks noGrp="1"/>
          </p:cNvSpPr>
          <p:nvPr>
            <p:ph type="title" hasCustomPrompt="1"/>
          </p:nvPr>
        </p:nvSpPr>
        <p:spPr>
          <a:xfrm>
            <a:off x="228353" y="849280"/>
            <a:ext cx="2980675" cy="1356365"/>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16" name="Group 15">
            <a:extLst>
              <a:ext uri="{FF2B5EF4-FFF2-40B4-BE49-F238E27FC236}">
                <a16:creationId xmlns:a16="http://schemas.microsoft.com/office/drawing/2014/main" id="{E8D51EC2-0C3E-D847-A05D-4AB70622EA52}"/>
              </a:ext>
            </a:extLst>
          </p:cNvPr>
          <p:cNvGrpSpPr/>
          <p:nvPr userDrawn="1"/>
        </p:nvGrpSpPr>
        <p:grpSpPr>
          <a:xfrm>
            <a:off x="11084202" y="316459"/>
            <a:ext cx="761727" cy="157980"/>
            <a:chOff x="9242701" y="249950"/>
            <a:chExt cx="652960" cy="135423"/>
          </a:xfrm>
        </p:grpSpPr>
        <p:sp>
          <p:nvSpPr>
            <p:cNvPr id="17" name="object 11">
              <a:extLst>
                <a:ext uri="{FF2B5EF4-FFF2-40B4-BE49-F238E27FC236}">
                  <a16:creationId xmlns:a16="http://schemas.microsoft.com/office/drawing/2014/main" id="{29221EF7-6A51-8F7D-B564-929FB26C6D95}"/>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8" name="object 12">
              <a:extLst>
                <a:ext uri="{FF2B5EF4-FFF2-40B4-BE49-F238E27FC236}">
                  <a16:creationId xmlns:a16="http://schemas.microsoft.com/office/drawing/2014/main" id="{218582E0-2A5B-56D8-0C63-76593A0A51A3}"/>
                </a:ext>
              </a:extLst>
            </p:cNvPr>
            <p:cNvGrpSpPr/>
            <p:nvPr/>
          </p:nvGrpSpPr>
          <p:grpSpPr>
            <a:xfrm>
              <a:off x="9242701" y="249950"/>
              <a:ext cx="202816" cy="135423"/>
              <a:chOff x="18288992" y="494982"/>
              <a:chExt cx="401320" cy="267970"/>
            </a:xfrm>
          </p:grpSpPr>
          <p:sp>
            <p:nvSpPr>
              <p:cNvPr id="19" name="object 13">
                <a:extLst>
                  <a:ext uri="{FF2B5EF4-FFF2-40B4-BE49-F238E27FC236}">
                    <a16:creationId xmlns:a16="http://schemas.microsoft.com/office/drawing/2014/main" id="{EA476F20-B3D1-DC85-8A95-9A5505D7C3D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0" name="object 14">
                <a:extLst>
                  <a:ext uri="{FF2B5EF4-FFF2-40B4-BE49-F238E27FC236}">
                    <a16:creationId xmlns:a16="http://schemas.microsoft.com/office/drawing/2014/main" id="{3582D895-C8C8-B690-AD9F-10B1629E86CE}"/>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1" name="object 15">
                <a:extLst>
                  <a:ext uri="{FF2B5EF4-FFF2-40B4-BE49-F238E27FC236}">
                    <a16:creationId xmlns:a16="http://schemas.microsoft.com/office/drawing/2014/main" id="{D161E6C6-0726-A22E-7F8C-EBF4C37F083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5" name="TextBox 24">
            <a:extLst>
              <a:ext uri="{FF2B5EF4-FFF2-40B4-BE49-F238E27FC236}">
                <a16:creationId xmlns:a16="http://schemas.microsoft.com/office/drawing/2014/main" id="{8C19C1E7-8295-246C-61F7-8607BE60CAD7}"/>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pic>
        <p:nvPicPr>
          <p:cNvPr id="2" name="Graphic 1">
            <a:extLst>
              <a:ext uri="{FF2B5EF4-FFF2-40B4-BE49-F238E27FC236}">
                <a16:creationId xmlns:a16="http://schemas.microsoft.com/office/drawing/2014/main" id="{62DAF954-9869-30CC-7422-CFFE0515342A}"/>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221247AD-5AF8-2A29-9472-FC4386A47ACA}"/>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hcSlideMaster67.Content 1Header" descr="Classification: Internal">
            <a:extLst>
              <a:ext uri="{FF2B5EF4-FFF2-40B4-BE49-F238E27FC236}">
                <a16:creationId xmlns:a16="http://schemas.microsoft.com/office/drawing/2014/main" id="{697FE547-3906-7998-3DD2-FC8080EE1A00}"/>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7057444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rgbClr val="FFF5E5"/>
        </a:solidFill>
        <a:effectLst/>
      </p:bgPr>
    </p:bg>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0D7A0BF0-2489-55D2-D22F-70F6A243178F}"/>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sp>
        <p:nvSpPr>
          <p:cNvPr id="3" name="Slide Number Placeholder 2">
            <a:extLst>
              <a:ext uri="{FF2B5EF4-FFF2-40B4-BE49-F238E27FC236}">
                <a16:creationId xmlns:a16="http://schemas.microsoft.com/office/drawing/2014/main" id="{458B7FC8-EE15-AEF0-1D58-CE9F1AEC3A63}"/>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10" name="Text Placeholder 6">
            <a:extLst>
              <a:ext uri="{FF2B5EF4-FFF2-40B4-BE49-F238E27FC236}">
                <a16:creationId xmlns:a16="http://schemas.microsoft.com/office/drawing/2014/main" id="{B58CDEAE-0597-06FC-ABED-A9C01545D022}"/>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Picture Placeholder 11">
            <a:extLst>
              <a:ext uri="{FF2B5EF4-FFF2-40B4-BE49-F238E27FC236}">
                <a16:creationId xmlns:a16="http://schemas.microsoft.com/office/drawing/2014/main" id="{B5D368A5-187B-6D30-1945-820656F673A2}"/>
              </a:ext>
            </a:extLst>
          </p:cNvPr>
          <p:cNvSpPr>
            <a:spLocks noGrp="1"/>
          </p:cNvSpPr>
          <p:nvPr>
            <p:ph type="pic" sz="quarter" idx="15"/>
          </p:nvPr>
        </p:nvSpPr>
        <p:spPr>
          <a:xfrm>
            <a:off x="5" y="1811342"/>
            <a:ext cx="3675063" cy="4365625"/>
          </a:xfrm>
          <a:solidFill>
            <a:schemeClr val="bg1">
              <a:lumMod val="95000"/>
            </a:schemeClr>
          </a:solidFill>
        </p:spPr>
        <p:txBody>
          <a:bodyPr anchor="ctr"/>
          <a:lstStyle>
            <a:lvl1pPr algn="ctr">
              <a:defRPr/>
            </a:lvl1pPr>
          </a:lstStyle>
          <a:p>
            <a:endParaRPr lang="en-US"/>
          </a:p>
        </p:txBody>
      </p:sp>
      <p:sp>
        <p:nvSpPr>
          <p:cNvPr id="17" name="Title 1">
            <a:extLst>
              <a:ext uri="{FF2B5EF4-FFF2-40B4-BE49-F238E27FC236}">
                <a16:creationId xmlns:a16="http://schemas.microsoft.com/office/drawing/2014/main" id="{57CA5432-E6C4-9E0E-4AE7-A5CAD48F4F7D}"/>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21" name="Group 20">
            <a:extLst>
              <a:ext uri="{FF2B5EF4-FFF2-40B4-BE49-F238E27FC236}">
                <a16:creationId xmlns:a16="http://schemas.microsoft.com/office/drawing/2014/main" id="{53874EF4-1CF7-7897-D289-2ACFF353C026}"/>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6613F8F-3605-BDAD-82A2-772717016A50}"/>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D5DDB524-DC96-9CC5-5D30-5121EC25B0F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08685EC9-126E-7223-FB54-4682ABB8AF49}"/>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638480FE-5064-365E-0764-1EDB515E42D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9EB73C38-AE3B-108A-9FC8-295E5E8C530C}"/>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526DB055-AF61-1E81-B1EB-4C500458E55C}"/>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379E4E9D-37AD-BEB6-F475-6859DB7662EB}"/>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hcSlideMaster67.Content 2Header" descr="Classification: Internal">
            <a:extLst>
              <a:ext uri="{FF2B5EF4-FFF2-40B4-BE49-F238E27FC236}">
                <a16:creationId xmlns:a16="http://schemas.microsoft.com/office/drawing/2014/main" id="{2EF843E5-CD88-9FC0-F9AF-64C115412FF1}"/>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5179895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85254999-0687-9882-5AD2-9787176AA3A3}"/>
              </a:ext>
            </a:extLst>
          </p:cNvPr>
          <p:cNvSpPr>
            <a:spLocks noGrp="1"/>
          </p:cNvSpPr>
          <p:nvPr>
            <p:ph type="body" sz="quarter" idx="13" hasCustomPrompt="1"/>
          </p:nvPr>
        </p:nvSpPr>
        <p:spPr>
          <a:xfrm>
            <a:off x="245653" y="1783836"/>
            <a:ext cx="3560323" cy="4427525"/>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CCEC5A13-BD8A-5C44-99F9-90183704A03F}"/>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3" name="TextBox 22">
            <a:extLst>
              <a:ext uri="{FF2B5EF4-FFF2-40B4-BE49-F238E27FC236}">
                <a16:creationId xmlns:a16="http://schemas.microsoft.com/office/drawing/2014/main" id="{4819D38D-91FB-FD21-94E8-8E11DC131A76}"/>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pic>
        <p:nvPicPr>
          <p:cNvPr id="4" name="Graphic 3">
            <a:extLst>
              <a:ext uri="{FF2B5EF4-FFF2-40B4-BE49-F238E27FC236}">
                <a16:creationId xmlns:a16="http://schemas.microsoft.com/office/drawing/2014/main" id="{57E216AA-1CA7-1C3F-EEC9-B236EDC51EA2}"/>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260BB784-9E50-8BDC-3306-93491EE223F1}"/>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hcSlideMaster67.Content 3Header" descr="Classification: Internal">
            <a:extLst>
              <a:ext uri="{FF2B5EF4-FFF2-40B4-BE49-F238E27FC236}">
                <a16:creationId xmlns:a16="http://schemas.microsoft.com/office/drawing/2014/main" id="{DB2C0F72-AFB0-4533-43D2-F958259439FC}"/>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40531530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tx2"/>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676F08B8-0EF2-276E-D85F-151FA39423C7}"/>
              </a:ext>
            </a:extLst>
          </p:cNvPr>
          <p:cNvSpPr txBox="1"/>
          <p:nvPr userDrawn="1"/>
        </p:nvSpPr>
        <p:spPr>
          <a:xfrm>
            <a:off x="323648" y="1693821"/>
            <a:ext cx="2467781" cy="1265748"/>
          </a:xfrm>
          <a:prstGeom prst="rect">
            <a:avLst/>
          </a:prstGeom>
        </p:spPr>
        <p:txBody>
          <a:bodyPr vert="horz" wrap="square" lIns="0" tIns="31449" rIns="0" bIns="0" rtlCol="0">
            <a:spAutoFit/>
          </a:bodyPr>
          <a:lstStyle/>
          <a:p>
            <a:pPr marL="6419">
              <a:lnSpc>
                <a:spcPct val="120000"/>
              </a:lnSpc>
              <a:spcBef>
                <a:spcPts val="248"/>
              </a:spcBef>
            </a:pPr>
            <a:r>
              <a:rPr sz="1100" spc="81">
                <a:solidFill>
                  <a:schemeClr val="bg2"/>
                </a:solidFill>
                <a:latin typeface="DMSans-Medium"/>
                <a:cs typeface="DMSans-Medium"/>
              </a:rPr>
              <a:t>ASIA</a:t>
            </a:r>
            <a:r>
              <a:rPr sz="1100" spc="223">
                <a:solidFill>
                  <a:schemeClr val="bg2"/>
                </a:solidFill>
                <a:latin typeface="DMSans-Medium"/>
                <a:cs typeface="DMSans-Medium"/>
              </a:rPr>
              <a:t> </a:t>
            </a:r>
            <a:r>
              <a:rPr sz="1100" spc="71">
                <a:solidFill>
                  <a:schemeClr val="bg2"/>
                </a:solidFill>
                <a:latin typeface="DMSans-Medium"/>
                <a:cs typeface="DMSans-Medium"/>
              </a:rPr>
              <a:t>PACIFIC </a:t>
            </a:r>
            <a:endParaRPr sz="1100">
              <a:solidFill>
                <a:schemeClr val="bg2"/>
              </a:solidFill>
              <a:latin typeface="DMSans-Medium"/>
              <a:cs typeface="DMSans-Medium"/>
            </a:endParaRPr>
          </a:p>
          <a:p>
            <a:pPr marL="6419" marR="2567">
              <a:lnSpc>
                <a:spcPct val="120000"/>
              </a:lnSpc>
            </a:pPr>
            <a:r>
              <a:rPr sz="1100">
                <a:solidFill>
                  <a:srgbClr val="FFFFFF"/>
                </a:solidFill>
                <a:latin typeface="DM Sans"/>
                <a:cs typeface="DM Sans"/>
              </a:rPr>
              <a:t>25</a:t>
            </a:r>
            <a:r>
              <a:rPr sz="1100" spc="-19">
                <a:solidFill>
                  <a:srgbClr val="FFFFFF"/>
                </a:solidFill>
                <a:latin typeface="DM Sans"/>
                <a:cs typeface="DM Sans"/>
              </a:rPr>
              <a:t> </a:t>
            </a:r>
            <a:r>
              <a:rPr sz="1100">
                <a:solidFill>
                  <a:srgbClr val="FFFFFF"/>
                </a:solidFill>
                <a:latin typeface="DM Sans"/>
                <a:cs typeface="DM Sans"/>
              </a:rPr>
              <a:t>Rajiv</a:t>
            </a:r>
            <a:r>
              <a:rPr sz="1100" spc="-19">
                <a:solidFill>
                  <a:srgbClr val="FFFFFF"/>
                </a:solidFill>
                <a:latin typeface="DM Sans"/>
                <a:cs typeface="DM Sans"/>
              </a:rPr>
              <a:t> </a:t>
            </a:r>
            <a:r>
              <a:rPr sz="1100">
                <a:solidFill>
                  <a:srgbClr val="FFFFFF"/>
                </a:solidFill>
                <a:latin typeface="DM Sans"/>
                <a:cs typeface="DM Sans"/>
              </a:rPr>
              <a:t>Gandhi</a:t>
            </a:r>
            <a:r>
              <a:rPr sz="1100" spc="-19">
                <a:solidFill>
                  <a:srgbClr val="FFFFFF"/>
                </a:solidFill>
                <a:latin typeface="DM Sans"/>
                <a:cs typeface="DM Sans"/>
              </a:rPr>
              <a:t> </a:t>
            </a:r>
            <a:r>
              <a:rPr sz="1100">
                <a:solidFill>
                  <a:srgbClr val="FFFFFF"/>
                </a:solidFill>
                <a:latin typeface="DM Sans"/>
                <a:cs typeface="DM Sans"/>
              </a:rPr>
              <a:t>Infotech</a:t>
            </a:r>
            <a:r>
              <a:rPr sz="1100" spc="-19">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err="1">
                <a:solidFill>
                  <a:srgbClr val="FFFFFF"/>
                </a:solidFill>
                <a:latin typeface="DM Sans"/>
                <a:cs typeface="DM Sans"/>
              </a:rPr>
              <a:t>Hinjawadi</a:t>
            </a:r>
            <a:r>
              <a:rPr sz="1100">
                <a:solidFill>
                  <a:srgbClr val="FFFFFF"/>
                </a:solidFill>
                <a:latin typeface="DM Sans"/>
                <a:cs typeface="DM Sans"/>
              </a:rPr>
              <a:t>,</a:t>
            </a:r>
            <a:r>
              <a:rPr sz="1100" spc="-33">
                <a:solidFill>
                  <a:srgbClr val="FFFFFF"/>
                </a:solidFill>
                <a:latin typeface="DM Sans"/>
                <a:cs typeface="DM Sans"/>
              </a:rPr>
              <a:t> </a:t>
            </a:r>
            <a:r>
              <a:rPr sz="1100" spc="-11">
                <a:solidFill>
                  <a:srgbClr val="FFFFFF"/>
                </a:solidFill>
                <a:latin typeface="DM Sans"/>
                <a:cs typeface="DM Sans"/>
              </a:rPr>
              <a:t>Pune</a:t>
            </a:r>
            <a:endParaRPr sz="1100">
              <a:latin typeface="DM Sans"/>
              <a:cs typeface="DM Sans"/>
            </a:endParaRPr>
          </a:p>
          <a:p>
            <a:pPr marL="6419" marR="1210942">
              <a:lnSpc>
                <a:spcPct val="120000"/>
              </a:lnSpc>
            </a:pPr>
            <a:r>
              <a:rPr sz="1100" spc="-7">
                <a:solidFill>
                  <a:srgbClr val="FFFFFF"/>
                </a:solidFill>
                <a:latin typeface="DM Sans"/>
                <a:cs typeface="DM Sans"/>
              </a:rPr>
              <a:t>India</a:t>
            </a:r>
            <a:br>
              <a:rPr lang="en-GB" sz="1100" spc="-7">
                <a:solidFill>
                  <a:srgbClr val="FFFFFF"/>
                </a:solidFill>
                <a:latin typeface="DM Sans"/>
                <a:cs typeface="DM Sans"/>
              </a:rPr>
            </a:br>
            <a:r>
              <a:rPr sz="1100" spc="-7">
                <a:solidFill>
                  <a:srgbClr val="FFFFFF"/>
                </a:solidFill>
                <a:latin typeface="DM Sans"/>
                <a:cs typeface="DM Sans"/>
              </a:rPr>
              <a:t>411057</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28">
                <a:solidFill>
                  <a:srgbClr val="FFFFFF"/>
                </a:solidFill>
                <a:latin typeface="DM Sans"/>
                <a:cs typeface="DM Sans"/>
              </a:rPr>
              <a:t> </a:t>
            </a:r>
            <a:r>
              <a:rPr sz="1100">
                <a:solidFill>
                  <a:srgbClr val="FFFFFF"/>
                </a:solidFill>
                <a:latin typeface="DM Sans"/>
                <a:cs typeface="DM Sans"/>
              </a:rPr>
              <a:t>+91</a:t>
            </a:r>
            <a:r>
              <a:rPr sz="1100" spc="-28">
                <a:solidFill>
                  <a:srgbClr val="FFFFFF"/>
                </a:solidFill>
                <a:latin typeface="DM Sans"/>
                <a:cs typeface="DM Sans"/>
              </a:rPr>
              <a:t> </a:t>
            </a:r>
            <a:r>
              <a:rPr sz="1100">
                <a:solidFill>
                  <a:srgbClr val="FFFFFF"/>
                </a:solidFill>
                <a:latin typeface="DM Sans"/>
                <a:cs typeface="DM Sans"/>
              </a:rPr>
              <a:t>20</a:t>
            </a:r>
            <a:r>
              <a:rPr sz="1100" spc="-28">
                <a:solidFill>
                  <a:srgbClr val="FFFFFF"/>
                </a:solidFill>
                <a:latin typeface="DM Sans"/>
                <a:cs typeface="DM Sans"/>
              </a:rPr>
              <a:t> </a:t>
            </a:r>
            <a:r>
              <a:rPr sz="1100">
                <a:solidFill>
                  <a:srgbClr val="FFFFFF"/>
                </a:solidFill>
                <a:latin typeface="DM Sans"/>
                <a:cs typeface="DM Sans"/>
              </a:rPr>
              <a:t>6652</a:t>
            </a:r>
            <a:r>
              <a:rPr sz="1100" spc="-27">
                <a:solidFill>
                  <a:srgbClr val="FFFFFF"/>
                </a:solidFill>
                <a:latin typeface="DM Sans"/>
                <a:cs typeface="DM Sans"/>
              </a:rPr>
              <a:t> </a:t>
            </a:r>
            <a:r>
              <a:rPr sz="1100" spc="-11">
                <a:solidFill>
                  <a:srgbClr val="FFFFFF"/>
                </a:solidFill>
                <a:latin typeface="DM Sans"/>
                <a:cs typeface="DM Sans"/>
              </a:rPr>
              <a:t>9090</a:t>
            </a:r>
            <a:endParaRPr sz="1100">
              <a:latin typeface="DM Sans"/>
              <a:cs typeface="DM Sans"/>
            </a:endParaRPr>
          </a:p>
        </p:txBody>
      </p:sp>
      <p:sp>
        <p:nvSpPr>
          <p:cNvPr id="13" name="object 4">
            <a:extLst>
              <a:ext uri="{FF2B5EF4-FFF2-40B4-BE49-F238E27FC236}">
                <a16:creationId xmlns:a16="http://schemas.microsoft.com/office/drawing/2014/main" id="{BF26C33B-9003-AF9E-198E-D60A669D328F}"/>
              </a:ext>
            </a:extLst>
          </p:cNvPr>
          <p:cNvSpPr txBox="1"/>
          <p:nvPr userDrawn="1"/>
        </p:nvSpPr>
        <p:spPr>
          <a:xfrm>
            <a:off x="323650" y="3110926"/>
            <a:ext cx="3097129" cy="1672013"/>
          </a:xfrm>
          <a:prstGeom prst="rect">
            <a:avLst/>
          </a:prstGeom>
        </p:spPr>
        <p:txBody>
          <a:bodyPr vert="horz" wrap="square" lIns="0" tIns="31449" rIns="0" bIns="0" rtlCol="0">
            <a:spAutoFit/>
          </a:bodyPr>
          <a:lstStyle/>
          <a:p>
            <a:pPr marL="6419">
              <a:lnSpc>
                <a:spcPct val="120000"/>
              </a:lnSpc>
              <a:spcBef>
                <a:spcPts val="248"/>
              </a:spcBef>
            </a:pPr>
            <a:r>
              <a:rPr sz="1100" spc="83">
                <a:solidFill>
                  <a:schemeClr val="bg2"/>
                </a:solidFill>
                <a:latin typeface="DMSans-Medium"/>
                <a:cs typeface="DMSans-Medium"/>
              </a:rPr>
              <a:t>EUROPE </a:t>
            </a:r>
            <a:endParaRPr sz="1100">
              <a:solidFill>
                <a:schemeClr val="bg2"/>
              </a:solidFill>
              <a:latin typeface="DMSans-Medium"/>
              <a:cs typeface="DMSans-Medium"/>
            </a:endParaRPr>
          </a:p>
          <a:p>
            <a:pPr marL="6419" marR="2567">
              <a:lnSpc>
                <a:spcPct val="120000"/>
              </a:lnSpc>
            </a:pPr>
            <a:r>
              <a:rPr sz="1100">
                <a:solidFill>
                  <a:srgbClr val="FFFFFF"/>
                </a:solidFill>
                <a:latin typeface="DM Sans"/>
                <a:cs typeface="DM Sans"/>
              </a:rPr>
              <a:t>The</a:t>
            </a:r>
            <a:r>
              <a:rPr sz="1100" spc="-12">
                <a:solidFill>
                  <a:srgbClr val="FFFFFF"/>
                </a:solidFill>
                <a:latin typeface="DM Sans"/>
                <a:cs typeface="DM Sans"/>
              </a:rPr>
              <a:t> </a:t>
            </a:r>
            <a:r>
              <a:rPr sz="1100">
                <a:solidFill>
                  <a:srgbClr val="FFFFFF"/>
                </a:solidFill>
                <a:latin typeface="DM Sans"/>
                <a:cs typeface="DM Sans"/>
              </a:rPr>
              <a:t>European</a:t>
            </a:r>
            <a:r>
              <a:rPr sz="1100" spc="-11">
                <a:solidFill>
                  <a:srgbClr val="FFFFFF"/>
                </a:solidFill>
                <a:latin typeface="DM Sans"/>
                <a:cs typeface="DM Sans"/>
              </a:rPr>
              <a:t> </a:t>
            </a:r>
            <a:r>
              <a:rPr sz="1100" spc="-7">
                <a:solidFill>
                  <a:srgbClr val="FFFFFF"/>
                </a:solidFill>
                <a:latin typeface="DM Sans"/>
                <a:cs typeface="DM Sans"/>
              </a:rPr>
              <a:t>Innovation</a:t>
            </a:r>
            <a:br>
              <a:rPr lang="en-GB" sz="1100" spc="-11">
                <a:solidFill>
                  <a:srgbClr val="FFFFFF"/>
                </a:solidFill>
                <a:latin typeface="DM Sans"/>
                <a:cs typeface="DM Sans"/>
              </a:rPr>
            </a:br>
            <a:r>
              <a:rPr sz="1100" spc="-12">
                <a:solidFill>
                  <a:srgbClr val="FFFFFF"/>
                </a:solidFill>
                <a:latin typeface="DM Sans"/>
                <a:cs typeface="DM Sans"/>
              </a:rPr>
              <a:t>and </a:t>
            </a:r>
            <a:r>
              <a:rPr sz="1100">
                <a:solidFill>
                  <a:srgbClr val="FFFFFF"/>
                </a:solidFill>
                <a:latin typeface="DM Sans"/>
                <a:cs typeface="DM Sans"/>
              </a:rPr>
              <a:t>Development</a:t>
            </a:r>
            <a:r>
              <a:rPr sz="1100" spc="-33">
                <a:solidFill>
                  <a:srgbClr val="FFFFFF"/>
                </a:solidFill>
                <a:latin typeface="DM Sans"/>
                <a:cs typeface="DM Sans"/>
              </a:rPr>
              <a:t> </a:t>
            </a:r>
            <a:r>
              <a:rPr sz="1100">
                <a:solidFill>
                  <a:srgbClr val="FFFFFF"/>
                </a:solidFill>
                <a:latin typeface="DM Sans"/>
                <a:cs typeface="DM Sans"/>
              </a:rPr>
              <a:t>Centre</a:t>
            </a:r>
            <a:r>
              <a:rPr sz="1100" spc="-31">
                <a:solidFill>
                  <a:srgbClr val="FFFFFF"/>
                </a:solidFill>
                <a:latin typeface="DM Sans"/>
                <a:cs typeface="DM Sans"/>
              </a:rPr>
              <a:t> </a:t>
            </a:r>
            <a:r>
              <a:rPr sz="1100" spc="-7">
                <a:solidFill>
                  <a:srgbClr val="FFFFFF"/>
                </a:solidFill>
                <a:latin typeface="DM Sans"/>
                <a:cs typeface="DM Sans"/>
              </a:rPr>
              <a:t>(E</a:t>
            </a:r>
            <a:r>
              <a:rPr lang="en-US" sz="1100" spc="-7">
                <a:solidFill>
                  <a:srgbClr val="FFFFFF"/>
                </a:solidFill>
                <a:latin typeface="DM Sans"/>
                <a:cs typeface="DM Sans"/>
              </a:rPr>
              <a:t>I</a:t>
            </a:r>
            <a:r>
              <a:rPr sz="1100" spc="-7">
                <a:solidFill>
                  <a:srgbClr val="FFFFFF"/>
                </a:solidFill>
                <a:latin typeface="DM Sans"/>
                <a:cs typeface="DM Sans"/>
              </a:rPr>
              <a:t>DC)</a:t>
            </a:r>
            <a:br>
              <a:rPr lang="en-GB" sz="1100" spc="-7">
                <a:solidFill>
                  <a:srgbClr val="FFFFFF"/>
                </a:solidFill>
                <a:latin typeface="DM Sans"/>
                <a:cs typeface="DM Sans"/>
              </a:rPr>
            </a:br>
            <a:r>
              <a:rPr sz="1100">
                <a:solidFill>
                  <a:srgbClr val="FFFFFF"/>
                </a:solidFill>
                <a:latin typeface="DM Sans"/>
                <a:cs typeface="DM Sans"/>
              </a:rPr>
              <a:t>Olympus </a:t>
            </a:r>
            <a:r>
              <a:rPr sz="1100" spc="-7">
                <a:solidFill>
                  <a:srgbClr val="FFFFFF"/>
                </a:solidFill>
                <a:latin typeface="DM Sans"/>
                <a:cs typeface="DM Sans"/>
              </a:rPr>
              <a:t>Avenue</a:t>
            </a:r>
            <a:endParaRPr sz="1100">
              <a:latin typeface="DM Sans"/>
              <a:cs typeface="DM Sans"/>
            </a:endParaRPr>
          </a:p>
          <a:p>
            <a:pPr marL="6419" marR="737668">
              <a:lnSpc>
                <a:spcPct val="120000"/>
              </a:lnSpc>
            </a:pPr>
            <a:r>
              <a:rPr sz="1100" spc="-7" err="1">
                <a:solidFill>
                  <a:srgbClr val="FFFFFF"/>
                </a:solidFill>
                <a:latin typeface="DM Sans"/>
                <a:cs typeface="DM Sans"/>
              </a:rPr>
              <a:t>Tachbrook</a:t>
            </a:r>
            <a:r>
              <a:rPr sz="1100" spc="-47">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a:solidFill>
                  <a:srgbClr val="FFFFFF"/>
                </a:solidFill>
                <a:latin typeface="DM Sans"/>
                <a:cs typeface="DM Sans"/>
              </a:rPr>
              <a:t>Warwick,</a:t>
            </a:r>
            <a:r>
              <a:rPr sz="1100" spc="-47">
                <a:solidFill>
                  <a:srgbClr val="FFFFFF"/>
                </a:solidFill>
                <a:latin typeface="DM Sans"/>
                <a:cs typeface="DM Sans"/>
              </a:rPr>
              <a:t> </a:t>
            </a:r>
            <a:r>
              <a:rPr sz="1100" spc="-12">
                <a:solidFill>
                  <a:srgbClr val="FFFFFF"/>
                </a:solidFill>
                <a:latin typeface="DM Sans"/>
                <a:cs typeface="DM Sans"/>
              </a:rPr>
              <a:t>UK</a:t>
            </a:r>
            <a:br>
              <a:rPr lang="en-GB" sz="1100" spc="-12">
                <a:solidFill>
                  <a:srgbClr val="FFFFFF"/>
                </a:solidFill>
                <a:latin typeface="DM Sans"/>
                <a:cs typeface="DM Sans"/>
              </a:rPr>
            </a:br>
            <a:r>
              <a:rPr sz="1100">
                <a:solidFill>
                  <a:srgbClr val="FFFFFF"/>
                </a:solidFill>
                <a:latin typeface="DM Sans"/>
                <a:cs typeface="DM Sans"/>
              </a:rPr>
              <a:t>CV34</a:t>
            </a:r>
            <a:r>
              <a:rPr sz="1100" spc="-19">
                <a:solidFill>
                  <a:srgbClr val="FFFFFF"/>
                </a:solidFill>
                <a:latin typeface="DM Sans"/>
                <a:cs typeface="DM Sans"/>
              </a:rPr>
              <a:t> </a:t>
            </a:r>
            <a:r>
              <a:rPr sz="1100" spc="-12">
                <a:solidFill>
                  <a:srgbClr val="FFFFFF"/>
                </a:solidFill>
                <a:latin typeface="DM Sans"/>
                <a:cs typeface="DM Sans"/>
              </a:rPr>
              <a:t>6RJ</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31">
                <a:solidFill>
                  <a:srgbClr val="FFFFFF"/>
                </a:solidFill>
                <a:latin typeface="DM Sans"/>
                <a:cs typeface="DM Sans"/>
              </a:rPr>
              <a:t> </a:t>
            </a:r>
            <a:r>
              <a:rPr sz="1100">
                <a:solidFill>
                  <a:srgbClr val="FFFFFF"/>
                </a:solidFill>
                <a:latin typeface="DM Sans"/>
                <a:cs typeface="DM Sans"/>
              </a:rPr>
              <a:t>+44</a:t>
            </a:r>
            <a:r>
              <a:rPr sz="1100" spc="-28">
                <a:solidFill>
                  <a:srgbClr val="FFFFFF"/>
                </a:solidFill>
                <a:latin typeface="DM Sans"/>
                <a:cs typeface="DM Sans"/>
              </a:rPr>
              <a:t> </a:t>
            </a:r>
            <a:r>
              <a:rPr sz="1100" spc="-11">
                <a:solidFill>
                  <a:srgbClr val="FFFFFF"/>
                </a:solidFill>
                <a:latin typeface="DM Sans"/>
                <a:cs typeface="DM Sans"/>
              </a:rPr>
              <a:t>(0)</a:t>
            </a:r>
            <a:r>
              <a:rPr sz="1100" spc="-31">
                <a:solidFill>
                  <a:srgbClr val="FFFFFF"/>
                </a:solidFill>
                <a:latin typeface="DM Sans"/>
                <a:cs typeface="DM Sans"/>
              </a:rPr>
              <a:t> </a:t>
            </a:r>
            <a:r>
              <a:rPr sz="1100">
                <a:solidFill>
                  <a:srgbClr val="FFFFFF"/>
                </a:solidFill>
                <a:latin typeface="DM Sans"/>
                <a:cs typeface="DM Sans"/>
              </a:rPr>
              <a:t>8443</a:t>
            </a:r>
            <a:r>
              <a:rPr sz="1100" spc="-28">
                <a:solidFill>
                  <a:srgbClr val="FFFFFF"/>
                </a:solidFill>
                <a:latin typeface="DM Sans"/>
                <a:cs typeface="DM Sans"/>
              </a:rPr>
              <a:t> </a:t>
            </a:r>
            <a:r>
              <a:rPr sz="1100">
                <a:solidFill>
                  <a:srgbClr val="FFFFFF"/>
                </a:solidFill>
                <a:latin typeface="DM Sans"/>
                <a:cs typeface="DM Sans"/>
              </a:rPr>
              <a:t>759</a:t>
            </a:r>
            <a:r>
              <a:rPr sz="1100" spc="-28">
                <a:solidFill>
                  <a:srgbClr val="FFFFFF"/>
                </a:solidFill>
                <a:latin typeface="DM Sans"/>
                <a:cs typeface="DM Sans"/>
              </a:rPr>
              <a:t> </a:t>
            </a:r>
            <a:r>
              <a:rPr sz="1100" spc="-12">
                <a:solidFill>
                  <a:srgbClr val="FFFFFF"/>
                </a:solidFill>
                <a:latin typeface="DM Sans"/>
                <a:cs typeface="DM Sans"/>
              </a:rPr>
              <a:t>685</a:t>
            </a:r>
            <a:endParaRPr sz="1100">
              <a:latin typeface="DM Sans"/>
              <a:cs typeface="DM Sans"/>
            </a:endParaRPr>
          </a:p>
        </p:txBody>
      </p:sp>
      <p:sp>
        <p:nvSpPr>
          <p:cNvPr id="14" name="object 5">
            <a:extLst>
              <a:ext uri="{FF2B5EF4-FFF2-40B4-BE49-F238E27FC236}">
                <a16:creationId xmlns:a16="http://schemas.microsoft.com/office/drawing/2014/main" id="{6A3C39D7-D3DF-5D8A-DB08-939B708E7FE3}"/>
              </a:ext>
            </a:extLst>
          </p:cNvPr>
          <p:cNvSpPr txBox="1"/>
          <p:nvPr userDrawn="1"/>
        </p:nvSpPr>
        <p:spPr>
          <a:xfrm>
            <a:off x="323319" y="4869200"/>
            <a:ext cx="2295732" cy="1291396"/>
          </a:xfrm>
          <a:prstGeom prst="rect">
            <a:avLst/>
          </a:prstGeom>
        </p:spPr>
        <p:txBody>
          <a:bodyPr vert="horz" wrap="square" lIns="0" tIns="31449" rIns="0" bIns="0" rtlCol="0">
            <a:spAutoFit/>
          </a:bodyPr>
          <a:lstStyle/>
          <a:p>
            <a:pPr marL="6419">
              <a:lnSpc>
                <a:spcPct val="120000"/>
              </a:lnSpc>
              <a:spcBef>
                <a:spcPts val="248"/>
              </a:spcBef>
            </a:pPr>
            <a:r>
              <a:rPr sz="1100" spc="87">
                <a:solidFill>
                  <a:schemeClr val="bg2"/>
                </a:solidFill>
                <a:latin typeface="DMSans-Medium"/>
                <a:cs typeface="DMSans-Medium"/>
              </a:rPr>
              <a:t>NORTH</a:t>
            </a:r>
            <a:r>
              <a:rPr sz="1100" spc="219">
                <a:solidFill>
                  <a:schemeClr val="bg2"/>
                </a:solidFill>
                <a:latin typeface="DMSans-Medium"/>
                <a:cs typeface="DMSans-Medium"/>
              </a:rPr>
              <a:t> </a:t>
            </a:r>
            <a:r>
              <a:rPr sz="1100" spc="87">
                <a:solidFill>
                  <a:schemeClr val="bg2"/>
                </a:solidFill>
                <a:latin typeface="DMSans-Medium"/>
                <a:cs typeface="DMSans-Medium"/>
              </a:rPr>
              <a:t>AMERICA</a:t>
            </a:r>
            <a:endParaRPr sz="1100">
              <a:solidFill>
                <a:schemeClr val="bg2"/>
              </a:solidFill>
              <a:latin typeface="DMSans-Medium"/>
              <a:cs typeface="DMSans-Medium"/>
            </a:endParaRPr>
          </a:p>
          <a:p>
            <a:pPr marL="6419">
              <a:lnSpc>
                <a:spcPct val="120000"/>
              </a:lnSpc>
              <a:spcBef>
                <a:spcPts val="200"/>
              </a:spcBef>
            </a:pPr>
            <a:r>
              <a:rPr sz="1100">
                <a:solidFill>
                  <a:srgbClr val="FFFFFF"/>
                </a:solidFill>
                <a:latin typeface="DM Sans"/>
                <a:cs typeface="DM Sans"/>
              </a:rPr>
              <a:t>6001 Cass </a:t>
            </a:r>
            <a:r>
              <a:rPr sz="1100" spc="-7">
                <a:solidFill>
                  <a:srgbClr val="FFFFFF"/>
                </a:solidFill>
                <a:latin typeface="DM Sans"/>
                <a:cs typeface="DM Sans"/>
              </a:rPr>
              <a:t>Avenue</a:t>
            </a:r>
            <a:endParaRPr sz="1100">
              <a:latin typeface="DM Sans"/>
              <a:cs typeface="DM Sans"/>
            </a:endParaRPr>
          </a:p>
          <a:p>
            <a:pPr marL="6419" marR="497981">
              <a:lnSpc>
                <a:spcPct val="120000"/>
              </a:lnSpc>
              <a:spcBef>
                <a:spcPts val="3"/>
              </a:spcBef>
            </a:pPr>
            <a:r>
              <a:rPr sz="1100">
                <a:solidFill>
                  <a:srgbClr val="FFFFFF"/>
                </a:solidFill>
                <a:latin typeface="DM Sans"/>
                <a:cs typeface="DM Sans"/>
              </a:rPr>
              <a:t>Suite</a:t>
            </a:r>
            <a:r>
              <a:rPr sz="1100" spc="-16">
                <a:solidFill>
                  <a:srgbClr val="FFFFFF"/>
                </a:solidFill>
                <a:latin typeface="DM Sans"/>
                <a:cs typeface="DM Sans"/>
              </a:rPr>
              <a:t> </a:t>
            </a:r>
            <a:r>
              <a:rPr sz="1100" spc="-12">
                <a:solidFill>
                  <a:srgbClr val="FFFFFF"/>
                </a:solidFill>
                <a:latin typeface="DM Sans"/>
                <a:cs typeface="DM Sans"/>
              </a:rPr>
              <a:t>600</a:t>
            </a:r>
            <a:br>
              <a:rPr lang="en-GB" sz="1100" spc="-12">
                <a:solidFill>
                  <a:srgbClr val="FFFFFF"/>
                </a:solidFill>
                <a:latin typeface="DM Sans"/>
                <a:cs typeface="DM Sans"/>
              </a:rPr>
            </a:br>
            <a:r>
              <a:rPr sz="1100">
                <a:solidFill>
                  <a:srgbClr val="FFFFFF"/>
                </a:solidFill>
                <a:latin typeface="DM Sans"/>
                <a:cs typeface="DM Sans"/>
              </a:rPr>
              <a:t>Detroit</a:t>
            </a:r>
            <a:r>
              <a:rPr sz="1100" spc="-36">
                <a:solidFill>
                  <a:srgbClr val="FFFFFF"/>
                </a:solidFill>
                <a:latin typeface="DM Sans"/>
                <a:cs typeface="DM Sans"/>
              </a:rPr>
              <a:t> </a:t>
            </a:r>
            <a:r>
              <a:rPr sz="1100" spc="-12">
                <a:solidFill>
                  <a:srgbClr val="FFFFFF"/>
                </a:solidFill>
                <a:latin typeface="DM Sans"/>
                <a:cs typeface="DM Sans"/>
              </a:rPr>
              <a:t>MI</a:t>
            </a:r>
            <a:br>
              <a:rPr lang="en-GB" sz="1100" spc="-12">
                <a:solidFill>
                  <a:srgbClr val="FFFFFF"/>
                </a:solidFill>
                <a:latin typeface="DM Sans"/>
                <a:cs typeface="DM Sans"/>
              </a:rPr>
            </a:br>
            <a:r>
              <a:rPr sz="1100">
                <a:solidFill>
                  <a:srgbClr val="FFFFFF"/>
                </a:solidFill>
                <a:latin typeface="DM Sans"/>
                <a:cs typeface="DM Sans"/>
              </a:rPr>
              <a:t>USA </a:t>
            </a:r>
            <a:r>
              <a:rPr sz="1100" spc="-11">
                <a:solidFill>
                  <a:srgbClr val="FFFFFF"/>
                </a:solidFill>
                <a:latin typeface="DM Sans"/>
                <a:cs typeface="DM Sans"/>
              </a:rPr>
              <a:t>48202</a:t>
            </a:r>
            <a:endParaRPr sz="1100">
              <a:latin typeface="DM Sans"/>
              <a:cs typeface="DM Sans"/>
            </a:endParaRPr>
          </a:p>
          <a:p>
            <a:pPr marL="6419">
              <a:lnSpc>
                <a:spcPct val="120000"/>
              </a:lnSpc>
              <a:spcBef>
                <a:spcPts val="200"/>
              </a:spcBef>
            </a:pPr>
            <a:r>
              <a:rPr sz="1100" spc="-11">
                <a:solidFill>
                  <a:srgbClr val="FFFFFF"/>
                </a:solidFill>
                <a:latin typeface="DM Sans"/>
                <a:cs typeface="DM Sans"/>
              </a:rPr>
              <a:t>Tel:</a:t>
            </a:r>
            <a:r>
              <a:rPr sz="1100" spc="-16">
                <a:solidFill>
                  <a:srgbClr val="FFFFFF"/>
                </a:solidFill>
                <a:latin typeface="DM Sans"/>
                <a:cs typeface="DM Sans"/>
              </a:rPr>
              <a:t> </a:t>
            </a:r>
            <a:r>
              <a:rPr sz="1100">
                <a:solidFill>
                  <a:srgbClr val="FFFFFF"/>
                </a:solidFill>
                <a:latin typeface="DM Sans"/>
                <a:cs typeface="DM Sans"/>
              </a:rPr>
              <a:t>+1</a:t>
            </a:r>
            <a:r>
              <a:rPr sz="1100" spc="-16">
                <a:solidFill>
                  <a:srgbClr val="FFFFFF"/>
                </a:solidFill>
                <a:latin typeface="DM Sans"/>
                <a:cs typeface="DM Sans"/>
              </a:rPr>
              <a:t> </a:t>
            </a:r>
            <a:r>
              <a:rPr sz="1100">
                <a:solidFill>
                  <a:srgbClr val="FFFFFF"/>
                </a:solidFill>
                <a:latin typeface="DM Sans"/>
                <a:cs typeface="DM Sans"/>
              </a:rPr>
              <a:t>248</a:t>
            </a:r>
            <a:r>
              <a:rPr sz="1100" spc="-16">
                <a:solidFill>
                  <a:srgbClr val="FFFFFF"/>
                </a:solidFill>
                <a:latin typeface="DM Sans"/>
                <a:cs typeface="DM Sans"/>
              </a:rPr>
              <a:t> </a:t>
            </a:r>
            <a:r>
              <a:rPr sz="1100">
                <a:solidFill>
                  <a:srgbClr val="FFFFFF"/>
                </a:solidFill>
                <a:latin typeface="DM Sans"/>
                <a:cs typeface="DM Sans"/>
              </a:rPr>
              <a:t>426</a:t>
            </a:r>
            <a:r>
              <a:rPr sz="1100" spc="-16">
                <a:solidFill>
                  <a:srgbClr val="FFFFFF"/>
                </a:solidFill>
                <a:latin typeface="DM Sans"/>
                <a:cs typeface="DM Sans"/>
              </a:rPr>
              <a:t> </a:t>
            </a:r>
            <a:r>
              <a:rPr sz="1100" spc="-11">
                <a:solidFill>
                  <a:srgbClr val="FFFFFF"/>
                </a:solidFill>
                <a:latin typeface="DM Sans"/>
                <a:cs typeface="DM Sans"/>
              </a:rPr>
              <a:t>1482</a:t>
            </a:r>
            <a:endParaRPr sz="1100">
              <a:latin typeface="DM Sans"/>
              <a:cs typeface="DM Sans"/>
            </a:endParaRPr>
          </a:p>
        </p:txBody>
      </p:sp>
      <p:sp>
        <p:nvSpPr>
          <p:cNvPr id="16" name="object 7">
            <a:extLst>
              <a:ext uri="{FF2B5EF4-FFF2-40B4-BE49-F238E27FC236}">
                <a16:creationId xmlns:a16="http://schemas.microsoft.com/office/drawing/2014/main" id="{923C88B8-5438-2D75-3F88-60E1DEB762A3}"/>
              </a:ext>
            </a:extLst>
          </p:cNvPr>
          <p:cNvSpPr txBox="1"/>
          <p:nvPr userDrawn="1"/>
        </p:nvSpPr>
        <p:spPr>
          <a:xfrm>
            <a:off x="9742353" y="1921197"/>
            <a:ext cx="2233747" cy="1739582"/>
          </a:xfrm>
          <a:prstGeom prst="rect">
            <a:avLst/>
          </a:prstGeom>
        </p:spPr>
        <p:txBody>
          <a:bodyPr vert="horz" wrap="square" lIns="0" tIns="6099" rIns="0" bIns="0" rtlCol="0">
            <a:spAutoFit/>
          </a:bodyPr>
          <a:lstStyle/>
          <a:p>
            <a:pPr marL="198294" marR="577236">
              <a:lnSpc>
                <a:spcPct val="150000"/>
              </a:lnSpc>
              <a:spcBef>
                <a:spcPts val="48"/>
              </a:spcBef>
            </a:pPr>
            <a:r>
              <a:rPr sz="1100" spc="-7">
                <a:solidFill>
                  <a:srgbClr val="FFFFFF"/>
                </a:solidFill>
                <a:latin typeface="DM Sans"/>
                <a:cs typeface="DM Sans"/>
              </a:rPr>
              <a:t>/</a:t>
            </a:r>
            <a:r>
              <a:rPr sz="1100" spc="-7" err="1">
                <a:solidFill>
                  <a:srgbClr val="FFFFFF"/>
                </a:solidFill>
                <a:latin typeface="DM Sans"/>
                <a:cs typeface="DM Sans"/>
              </a:rPr>
              <a:t>TataTechnologies</a:t>
            </a:r>
            <a:r>
              <a:rPr sz="1100" spc="-7">
                <a:solidFill>
                  <a:srgbClr val="FFFFFF"/>
                </a:solidFill>
                <a:latin typeface="DM Sans"/>
                <a:cs typeface="DM Sans"/>
              </a:rPr>
              <a:t> </a:t>
            </a:r>
            <a:br>
              <a:rPr lang="en-GB" sz="1100" spc="-7">
                <a:solidFill>
                  <a:srgbClr val="FFFFFF"/>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TataTech_News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/TataTechnologies</a:t>
            </a:r>
            <a:endParaRPr sz="1100">
              <a:latin typeface="DM Sans"/>
              <a:cs typeface="DM Sans"/>
            </a:endParaRPr>
          </a:p>
          <a:p>
            <a:pPr marL="6419">
              <a:lnSpc>
                <a:spcPct val="150000"/>
              </a:lnSpc>
              <a:spcBef>
                <a:spcPts val="959"/>
              </a:spcBef>
            </a:pPr>
            <a:r>
              <a:rPr sz="1600" spc="-7">
                <a:solidFill>
                  <a:schemeClr val="bg2"/>
                </a:solidFill>
                <a:latin typeface="DM Sans"/>
                <a:cs typeface="DM Sans"/>
              </a:rPr>
              <a:t>tatatechnologies.com</a:t>
            </a:r>
            <a:endParaRPr sz="1600">
              <a:solidFill>
                <a:schemeClr val="bg2"/>
              </a:solidFill>
              <a:latin typeface="DM Sans"/>
              <a:cs typeface="DM Sans"/>
            </a:endParaRPr>
          </a:p>
        </p:txBody>
      </p:sp>
      <p:pic>
        <p:nvPicPr>
          <p:cNvPr id="25" name="Graphic 24">
            <a:extLst>
              <a:ext uri="{FF2B5EF4-FFF2-40B4-BE49-F238E27FC236}">
                <a16:creationId xmlns:a16="http://schemas.microsoft.com/office/drawing/2014/main" id="{9E75AABC-1D3F-ED3D-D014-E03BF4DD33A5}"/>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750004" y="2021240"/>
            <a:ext cx="132408" cy="132408"/>
          </a:xfrm>
          <a:prstGeom prst="rect">
            <a:avLst/>
          </a:prstGeom>
        </p:spPr>
      </p:pic>
      <p:pic>
        <p:nvPicPr>
          <p:cNvPr id="27" name="Graphic 26">
            <a:extLst>
              <a:ext uri="{FF2B5EF4-FFF2-40B4-BE49-F238E27FC236}">
                <a16:creationId xmlns:a16="http://schemas.microsoft.com/office/drawing/2014/main" id="{D1F38D71-2C71-CD1F-67F5-81B2893EF010}"/>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41177" y="3002251"/>
            <a:ext cx="146107" cy="136976"/>
          </a:xfrm>
          <a:prstGeom prst="rect">
            <a:avLst/>
          </a:prstGeom>
        </p:spPr>
      </p:pic>
      <p:pic>
        <p:nvPicPr>
          <p:cNvPr id="31" name="Picture 30">
            <a:extLst>
              <a:ext uri="{FF2B5EF4-FFF2-40B4-BE49-F238E27FC236}">
                <a16:creationId xmlns:a16="http://schemas.microsoft.com/office/drawing/2014/main" id="{13A46D62-9014-4131-D10C-A48F66076732}"/>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b="-3480"/>
          <a:stretch/>
        </p:blipFill>
        <p:spPr>
          <a:xfrm>
            <a:off x="9733028" y="2771735"/>
            <a:ext cx="166369" cy="113863"/>
          </a:xfrm>
          <a:prstGeom prst="rect">
            <a:avLst/>
          </a:prstGeom>
        </p:spPr>
      </p:pic>
      <p:pic>
        <p:nvPicPr>
          <p:cNvPr id="33" name="Graphic 32">
            <a:extLst>
              <a:ext uri="{FF2B5EF4-FFF2-40B4-BE49-F238E27FC236}">
                <a16:creationId xmlns:a16="http://schemas.microsoft.com/office/drawing/2014/main" id="{D16FBCCA-8A9C-57F9-EB5A-94CAD1FA3A4D}"/>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750004" y="2274945"/>
            <a:ext cx="132408" cy="132408"/>
          </a:xfrm>
          <a:prstGeom prst="rect">
            <a:avLst/>
          </a:prstGeom>
        </p:spPr>
      </p:pic>
      <p:grpSp>
        <p:nvGrpSpPr>
          <p:cNvPr id="37" name="Group 36">
            <a:extLst>
              <a:ext uri="{FF2B5EF4-FFF2-40B4-BE49-F238E27FC236}">
                <a16:creationId xmlns:a16="http://schemas.microsoft.com/office/drawing/2014/main" id="{012E4E5D-C822-2EBA-AF22-2AEE010CC154}"/>
              </a:ext>
            </a:extLst>
          </p:cNvPr>
          <p:cNvGrpSpPr/>
          <p:nvPr userDrawn="1"/>
        </p:nvGrpSpPr>
        <p:grpSpPr>
          <a:xfrm>
            <a:off x="11084200" y="316628"/>
            <a:ext cx="761725" cy="157981"/>
            <a:chOff x="9242701" y="249950"/>
            <a:chExt cx="652960" cy="135423"/>
          </a:xfrm>
        </p:grpSpPr>
        <p:sp>
          <p:nvSpPr>
            <p:cNvPr id="38" name="object 6">
              <a:extLst>
                <a:ext uri="{FF2B5EF4-FFF2-40B4-BE49-F238E27FC236}">
                  <a16:creationId xmlns:a16="http://schemas.microsoft.com/office/drawing/2014/main" id="{F5A0F20E-7471-B72F-242E-62B531EBBA02}"/>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39" name="object 7">
              <a:extLst>
                <a:ext uri="{FF2B5EF4-FFF2-40B4-BE49-F238E27FC236}">
                  <a16:creationId xmlns:a16="http://schemas.microsoft.com/office/drawing/2014/main" id="{0FA289AB-5950-69E5-7E38-BD63CD501E91}"/>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40" name="object 8">
              <a:extLst>
                <a:ext uri="{FF2B5EF4-FFF2-40B4-BE49-F238E27FC236}">
                  <a16:creationId xmlns:a16="http://schemas.microsoft.com/office/drawing/2014/main" id="{CB03E7B7-4899-9258-ACC1-BF186B9180B6}"/>
                </a:ext>
              </a:extLst>
            </p:cNvPr>
            <p:cNvGrpSpPr/>
            <p:nvPr/>
          </p:nvGrpSpPr>
          <p:grpSpPr>
            <a:xfrm>
              <a:off x="9242701" y="249950"/>
              <a:ext cx="202816" cy="135423"/>
              <a:chOff x="18288992" y="494982"/>
              <a:chExt cx="401320" cy="267970"/>
            </a:xfrm>
          </p:grpSpPr>
          <p:sp>
            <p:nvSpPr>
              <p:cNvPr id="46" name="object 9">
                <a:extLst>
                  <a:ext uri="{FF2B5EF4-FFF2-40B4-BE49-F238E27FC236}">
                    <a16:creationId xmlns:a16="http://schemas.microsoft.com/office/drawing/2014/main" id="{87FADE85-A416-FC74-7EB3-B815C06B922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7" name="object 10">
                <a:extLst>
                  <a:ext uri="{FF2B5EF4-FFF2-40B4-BE49-F238E27FC236}">
                    <a16:creationId xmlns:a16="http://schemas.microsoft.com/office/drawing/2014/main" id="{6652C85E-10AB-F076-C344-1B1811E88CA1}"/>
                  </a:ext>
                </a:extLst>
              </p:cNvPr>
              <p:cNvPicPr/>
              <p:nvPr/>
            </p:nvPicPr>
            <p:blipFill>
              <a:blip r:embed="rId9"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8" name="object 11">
                <a:extLst>
                  <a:ext uri="{FF2B5EF4-FFF2-40B4-BE49-F238E27FC236}">
                    <a16:creationId xmlns:a16="http://schemas.microsoft.com/office/drawing/2014/main" id="{430224B0-A0D4-0745-0A0A-F95198FAD892}"/>
                  </a:ext>
                </a:extLst>
              </p:cNvPr>
              <p:cNvPicPr/>
              <p:nvPr/>
            </p:nvPicPr>
            <p:blipFill>
              <a:blip r:embed="rId10"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41" name="object 22">
              <a:extLst>
                <a:ext uri="{FF2B5EF4-FFF2-40B4-BE49-F238E27FC236}">
                  <a16:creationId xmlns:a16="http://schemas.microsoft.com/office/drawing/2014/main" id="{8826A970-02DC-C41C-A705-05879B32AE3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42" name="object 23">
              <a:extLst>
                <a:ext uri="{FF2B5EF4-FFF2-40B4-BE49-F238E27FC236}">
                  <a16:creationId xmlns:a16="http://schemas.microsoft.com/office/drawing/2014/main" id="{37D147A8-D3E3-B4B6-EDBB-19B01B294B22}"/>
                </a:ext>
              </a:extLst>
            </p:cNvPr>
            <p:cNvGrpSpPr/>
            <p:nvPr/>
          </p:nvGrpSpPr>
          <p:grpSpPr>
            <a:xfrm>
              <a:off x="9242701" y="249950"/>
              <a:ext cx="202816" cy="135423"/>
              <a:chOff x="18288992" y="494982"/>
              <a:chExt cx="401320" cy="267970"/>
            </a:xfrm>
          </p:grpSpPr>
          <p:sp>
            <p:nvSpPr>
              <p:cNvPr id="43" name="object 24">
                <a:extLst>
                  <a:ext uri="{FF2B5EF4-FFF2-40B4-BE49-F238E27FC236}">
                    <a16:creationId xmlns:a16="http://schemas.microsoft.com/office/drawing/2014/main" id="{112D2006-19F3-7134-0287-D1CCD0E61AA6}"/>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4" name="object 25">
                <a:extLst>
                  <a:ext uri="{FF2B5EF4-FFF2-40B4-BE49-F238E27FC236}">
                    <a16:creationId xmlns:a16="http://schemas.microsoft.com/office/drawing/2014/main" id="{CFF13B7E-B12D-6EFA-970E-24B4B87CA339}"/>
                  </a:ext>
                </a:extLst>
              </p:cNvPr>
              <p:cNvPicPr/>
              <p:nvPr/>
            </p:nvPicPr>
            <p:blipFill>
              <a:blip r:embed="rId9"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5" name="object 26">
                <a:extLst>
                  <a:ext uri="{FF2B5EF4-FFF2-40B4-BE49-F238E27FC236}">
                    <a16:creationId xmlns:a16="http://schemas.microsoft.com/office/drawing/2014/main" id="{1CDE3C13-1150-B6C6-1277-D870DCCDD718}"/>
                  </a:ext>
                </a:extLst>
              </p:cNvPr>
              <p:cNvPicPr/>
              <p:nvPr/>
            </p:nvPicPr>
            <p:blipFill>
              <a:blip r:embed="rId10"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53" name="TextBox 52">
            <a:extLst>
              <a:ext uri="{FF2B5EF4-FFF2-40B4-BE49-F238E27FC236}">
                <a16:creationId xmlns:a16="http://schemas.microsoft.com/office/drawing/2014/main" id="{23F6EF5E-0034-969A-562B-6DE58C861065}"/>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2" name="Rectangle 1">
            <a:hlinkClick r:id="rId11"/>
            <a:extLst>
              <a:ext uri="{FF2B5EF4-FFF2-40B4-BE49-F238E27FC236}">
                <a16:creationId xmlns:a16="http://schemas.microsoft.com/office/drawing/2014/main" id="{EA0A9CE0-2443-7657-7D67-B984454063A3}"/>
              </a:ext>
            </a:extLst>
          </p:cNvPr>
          <p:cNvSpPr/>
          <p:nvPr userDrawn="1"/>
        </p:nvSpPr>
        <p:spPr>
          <a:xfrm>
            <a:off x="9684257" y="3375812"/>
            <a:ext cx="2156931" cy="2682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 name="Rectangle 3">
            <a:hlinkClick r:id="rId12"/>
            <a:extLst>
              <a:ext uri="{FF2B5EF4-FFF2-40B4-BE49-F238E27FC236}">
                <a16:creationId xmlns:a16="http://schemas.microsoft.com/office/drawing/2014/main" id="{A91678A9-FD9F-094E-89D4-A78A9760648F}"/>
              </a:ext>
            </a:extLst>
          </p:cNvPr>
          <p:cNvSpPr/>
          <p:nvPr userDrawn="1"/>
        </p:nvSpPr>
        <p:spPr>
          <a:xfrm>
            <a:off x="9684260" y="1988457"/>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 name="Rectangle 4">
            <a:hlinkClick r:id="rId13"/>
            <a:extLst>
              <a:ext uri="{FF2B5EF4-FFF2-40B4-BE49-F238E27FC236}">
                <a16:creationId xmlns:a16="http://schemas.microsoft.com/office/drawing/2014/main" id="{40DFDA0D-EEF0-80CA-95D2-C006FF8BD641}"/>
              </a:ext>
            </a:extLst>
          </p:cNvPr>
          <p:cNvSpPr/>
          <p:nvPr userDrawn="1"/>
        </p:nvSpPr>
        <p:spPr>
          <a:xfrm>
            <a:off x="9684260" y="224971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 name="Rectangle 5">
            <a:hlinkClick r:id="rId14"/>
            <a:extLst>
              <a:ext uri="{FF2B5EF4-FFF2-40B4-BE49-F238E27FC236}">
                <a16:creationId xmlns:a16="http://schemas.microsoft.com/office/drawing/2014/main" id="{65557332-6CAA-483A-93B7-D8F9EAF8615B}"/>
              </a:ext>
            </a:extLst>
          </p:cNvPr>
          <p:cNvSpPr/>
          <p:nvPr userDrawn="1"/>
        </p:nvSpPr>
        <p:spPr>
          <a:xfrm>
            <a:off x="9733028" y="2481943"/>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 name="Rectangle 6">
            <a:hlinkClick r:id="rId15"/>
            <a:extLst>
              <a:ext uri="{FF2B5EF4-FFF2-40B4-BE49-F238E27FC236}">
                <a16:creationId xmlns:a16="http://schemas.microsoft.com/office/drawing/2014/main" id="{8EAF30C7-D28D-94C9-A212-327BAC23A948}"/>
              </a:ext>
            </a:extLst>
          </p:cNvPr>
          <p:cNvSpPr/>
          <p:nvPr userDrawn="1"/>
        </p:nvSpPr>
        <p:spPr>
          <a:xfrm>
            <a:off x="9684260" y="2735943"/>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 name="Rectangle 7">
            <a:hlinkClick r:id="rId16"/>
            <a:extLst>
              <a:ext uri="{FF2B5EF4-FFF2-40B4-BE49-F238E27FC236}">
                <a16:creationId xmlns:a16="http://schemas.microsoft.com/office/drawing/2014/main" id="{3B459D37-05BB-6654-FC20-CD7997C724F8}"/>
              </a:ext>
            </a:extLst>
          </p:cNvPr>
          <p:cNvSpPr/>
          <p:nvPr userDrawn="1"/>
        </p:nvSpPr>
        <p:spPr>
          <a:xfrm>
            <a:off x="9684260" y="2982687"/>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3" name="Picture 2">
            <a:extLst>
              <a:ext uri="{FF2B5EF4-FFF2-40B4-BE49-F238E27FC236}">
                <a16:creationId xmlns:a16="http://schemas.microsoft.com/office/drawing/2014/main" id="{CF97A270-FF4F-8A15-E6A3-48E6BAC99D33}"/>
              </a:ext>
            </a:extLst>
          </p:cNvPr>
          <p:cNvPicPr>
            <a:picLocks noChangeAspect="1"/>
          </p:cNvPicPr>
          <p:nvPr userDrawn="1"/>
        </p:nvPicPr>
        <p:blipFill>
          <a:blip r:embed="rId17"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21" name="Graphic 20">
            <a:extLst>
              <a:ext uri="{FF2B5EF4-FFF2-40B4-BE49-F238E27FC236}">
                <a16:creationId xmlns:a16="http://schemas.microsoft.com/office/drawing/2014/main" id="{7B8789EF-2DE8-8494-6B5C-7C2D2B85BCB3}"/>
              </a:ext>
            </a:extLst>
          </p:cNvPr>
          <p:cNvPicPr>
            <a:picLocks noChangeAspect="1"/>
          </p:cNvPicPr>
          <p:nvPr userDrawn="1"/>
        </p:nvPicPr>
        <p:blipFill>
          <a:blip r:embed="rId18" cstate="email">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9703997" y="6408073"/>
            <a:ext cx="2135347" cy="168971"/>
          </a:xfrm>
          <a:prstGeom prst="rect">
            <a:avLst/>
          </a:prstGeom>
        </p:spPr>
      </p:pic>
      <p:pic>
        <p:nvPicPr>
          <p:cNvPr id="9" name="Graphic 8">
            <a:extLst>
              <a:ext uri="{FF2B5EF4-FFF2-40B4-BE49-F238E27FC236}">
                <a16:creationId xmlns:a16="http://schemas.microsoft.com/office/drawing/2014/main" id="{0D247079-5E6B-E5E1-49B6-5B4C07085997}"/>
              </a:ext>
            </a:extLst>
          </p:cNvPr>
          <p:cNvPicPr>
            <a:picLocks noChangeAspect="1"/>
          </p:cNvPicPr>
          <p:nvPr userDrawn="1"/>
        </p:nvPicPr>
        <p:blipFill>
          <a:blip r:embed="rId20" cstate="email">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4873683" y="287388"/>
            <a:ext cx="3075924" cy="6296297"/>
          </a:xfrm>
          <a:prstGeom prst="rect">
            <a:avLst/>
          </a:prstGeom>
        </p:spPr>
      </p:pic>
      <p:sp>
        <p:nvSpPr>
          <p:cNvPr id="10" name="object 4">
            <a:extLst>
              <a:ext uri="{FF2B5EF4-FFF2-40B4-BE49-F238E27FC236}">
                <a16:creationId xmlns:a16="http://schemas.microsoft.com/office/drawing/2014/main" id="{FE0390F4-D26E-2EBF-0620-18039539B522}"/>
              </a:ext>
            </a:extLst>
          </p:cNvPr>
          <p:cNvSpPr txBox="1"/>
          <p:nvPr userDrawn="1"/>
        </p:nvSpPr>
        <p:spPr>
          <a:xfrm>
            <a:off x="9750005" y="5038798"/>
            <a:ext cx="2089340" cy="1121798"/>
          </a:xfrm>
          <a:prstGeom prst="rect">
            <a:avLst/>
          </a:prstGeom>
        </p:spPr>
        <p:txBody>
          <a:bodyPr vert="horz" wrap="square" lIns="0" tIns="31449" rIns="0" bIns="0" rtlCol="0">
            <a:spAutoFit/>
          </a:bodyPr>
          <a:lstStyle/>
          <a:p>
            <a:pPr marL="6419">
              <a:lnSpc>
                <a:spcPct val="120000"/>
              </a:lnSpc>
              <a:spcBef>
                <a:spcPts val="248"/>
              </a:spcBef>
            </a:pPr>
            <a:r>
              <a:rPr lang="en-IN" sz="900" b="1" spc="0">
                <a:solidFill>
                  <a:schemeClr val="bg2"/>
                </a:solidFill>
                <a:latin typeface="DMSans-Medium"/>
                <a:cs typeface="DMSans-Medium"/>
              </a:rPr>
              <a:t>COPYRIGHT NOTICE</a:t>
            </a:r>
          </a:p>
          <a:p>
            <a:pPr marL="6419">
              <a:lnSpc>
                <a:spcPct val="120000"/>
              </a:lnSpc>
              <a:spcBef>
                <a:spcPts val="248"/>
              </a:spcBef>
            </a:pPr>
            <a:r>
              <a:rPr lang="en-IN" sz="700" spc="0">
                <a:solidFill>
                  <a:schemeClr val="bg1"/>
                </a:solidFill>
                <a:latin typeface="+mn-lt"/>
                <a:cs typeface="DMSans-Medium"/>
              </a:rPr>
              <a:t>All information/content contained herein is the sole property of Tata Technologies Limited or its Licensors. No intellectual property rights are granted by disclosure of its content. The information/content shall not be reproduced or disclosed to a third party without the express written consent of Tata Technologies Limited.</a:t>
            </a:r>
            <a:endParaRPr lang="en-IN" sz="700" spc="0">
              <a:solidFill>
                <a:schemeClr val="bg1"/>
              </a:solidFill>
              <a:latin typeface="+mn-lt"/>
              <a:cs typeface="DM Sans"/>
            </a:endParaRPr>
          </a:p>
        </p:txBody>
      </p:sp>
      <p:pic>
        <p:nvPicPr>
          <p:cNvPr id="11" name="Picture 10">
            <a:extLst>
              <a:ext uri="{FF2B5EF4-FFF2-40B4-BE49-F238E27FC236}">
                <a16:creationId xmlns:a16="http://schemas.microsoft.com/office/drawing/2014/main" id="{515FC8CD-BA53-5084-D98D-5BF0B2A45B04}"/>
              </a:ext>
            </a:extLst>
          </p:cNvPr>
          <p:cNvPicPr>
            <a:picLocks noChangeAspect="1"/>
          </p:cNvPicPr>
          <p:nvPr userDrawn="1"/>
        </p:nvPicPr>
        <p:blipFill>
          <a:blip r:embed="rId22"/>
          <a:stretch>
            <a:fillRect/>
          </a:stretch>
        </p:blipFill>
        <p:spPr>
          <a:xfrm>
            <a:off x="9746021" y="2503581"/>
            <a:ext cx="136391" cy="139259"/>
          </a:xfrm>
          <a:prstGeom prst="rect">
            <a:avLst/>
          </a:prstGeom>
        </p:spPr>
      </p:pic>
      <p:sp>
        <p:nvSpPr>
          <p:cNvPr id="15" name="hcSlideMaster67.Closing slideHeader" descr="Classification: Internal">
            <a:extLst>
              <a:ext uri="{FF2B5EF4-FFF2-40B4-BE49-F238E27FC236}">
                <a16:creationId xmlns:a16="http://schemas.microsoft.com/office/drawing/2014/main" id="{5E5AD169-890D-9F56-A693-4E67C9DB2659}"/>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5166743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5543B039-69D0-2FE4-8325-30AD54A65656}"/>
              </a:ext>
            </a:extLst>
          </p:cNvPr>
          <p:cNvGrpSpPr/>
          <p:nvPr userDrawn="1"/>
        </p:nvGrpSpPr>
        <p:grpSpPr>
          <a:xfrm>
            <a:off x="11084202" y="316459"/>
            <a:ext cx="761727" cy="157980"/>
            <a:chOff x="9242701" y="249950"/>
            <a:chExt cx="652960" cy="135423"/>
          </a:xfrm>
        </p:grpSpPr>
        <p:sp>
          <p:nvSpPr>
            <p:cNvPr id="21" name="object 11">
              <a:extLst>
                <a:ext uri="{FF2B5EF4-FFF2-40B4-BE49-F238E27FC236}">
                  <a16:creationId xmlns:a16="http://schemas.microsoft.com/office/drawing/2014/main" id="{BE153C13-7C39-0143-E8B4-E58FE15F2ABF}"/>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2" name="object 12">
              <a:extLst>
                <a:ext uri="{FF2B5EF4-FFF2-40B4-BE49-F238E27FC236}">
                  <a16:creationId xmlns:a16="http://schemas.microsoft.com/office/drawing/2014/main" id="{CAE4AD85-1AC3-CD92-D9D7-DB0815AA0644}"/>
                </a:ext>
              </a:extLst>
            </p:cNvPr>
            <p:cNvGrpSpPr/>
            <p:nvPr/>
          </p:nvGrpSpPr>
          <p:grpSpPr>
            <a:xfrm>
              <a:off x="9242701" y="249950"/>
              <a:ext cx="202816" cy="135423"/>
              <a:chOff x="18288992" y="494982"/>
              <a:chExt cx="401320" cy="267970"/>
            </a:xfrm>
          </p:grpSpPr>
          <p:sp>
            <p:nvSpPr>
              <p:cNvPr id="23" name="object 13">
                <a:extLst>
                  <a:ext uri="{FF2B5EF4-FFF2-40B4-BE49-F238E27FC236}">
                    <a16:creationId xmlns:a16="http://schemas.microsoft.com/office/drawing/2014/main" id="{5FF36A7C-B53C-0583-598B-FC8C3E6A6F9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4" name="object 14">
                <a:extLst>
                  <a:ext uri="{FF2B5EF4-FFF2-40B4-BE49-F238E27FC236}">
                    <a16:creationId xmlns:a16="http://schemas.microsoft.com/office/drawing/2014/main" id="{BC3EDFDA-0133-AE5F-F23E-C69E884815CF}"/>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15">
                <a:extLst>
                  <a:ext uri="{FF2B5EF4-FFF2-40B4-BE49-F238E27FC236}">
                    <a16:creationId xmlns:a16="http://schemas.microsoft.com/office/drawing/2014/main" id="{EA6E9E1C-315D-339C-C783-CD59E6205B16}"/>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 name="TextBox 2">
            <a:extLst>
              <a:ext uri="{FF2B5EF4-FFF2-40B4-BE49-F238E27FC236}">
                <a16:creationId xmlns:a16="http://schemas.microsoft.com/office/drawing/2014/main" id="{8BDDE7DD-8D05-9582-547C-E9A9E833BD53}"/>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sp>
        <p:nvSpPr>
          <p:cNvPr id="4" name="Slide Number Placeholder 2">
            <a:extLst>
              <a:ext uri="{FF2B5EF4-FFF2-40B4-BE49-F238E27FC236}">
                <a16:creationId xmlns:a16="http://schemas.microsoft.com/office/drawing/2014/main" id="{E361AAAF-7697-6B20-1044-B26A700DB3CC}"/>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a:t>
            </a:fld>
            <a:endParaRPr lang="en-GB"/>
          </a:p>
        </p:txBody>
      </p:sp>
      <p:pic>
        <p:nvPicPr>
          <p:cNvPr id="2" name="Graphic 1">
            <a:extLst>
              <a:ext uri="{FF2B5EF4-FFF2-40B4-BE49-F238E27FC236}">
                <a16:creationId xmlns:a16="http://schemas.microsoft.com/office/drawing/2014/main" id="{5E74C22E-322B-EEA4-687A-34F4F453852D}"/>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398ADDCD-4167-9DEE-724E-1E792B4BF0DD}"/>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6" name="Title Placeholder 21">
            <a:extLst>
              <a:ext uri="{FF2B5EF4-FFF2-40B4-BE49-F238E27FC236}">
                <a16:creationId xmlns:a16="http://schemas.microsoft.com/office/drawing/2014/main" id="{42B9E2A0-40C4-522D-455F-DC10C9B6736B}"/>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7" name="Text Placeholder 2">
            <a:extLst>
              <a:ext uri="{FF2B5EF4-FFF2-40B4-BE49-F238E27FC236}">
                <a16:creationId xmlns:a16="http://schemas.microsoft.com/office/drawing/2014/main" id="{B47C8308-20FF-0423-5FE6-5D85CB4612E9}"/>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hcSlideMaster77.BlankHeader" descr="Classification: Internal">
            <a:extLst>
              <a:ext uri="{FF2B5EF4-FFF2-40B4-BE49-F238E27FC236}">
                <a16:creationId xmlns:a16="http://schemas.microsoft.com/office/drawing/2014/main" id="{CB771BA4-C214-D9F5-BDA0-EEB0B35AC31F}"/>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409043713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blue">
    <p:bg>
      <p:bgPr>
        <a:solidFill>
          <a:schemeClr val="tx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D30AD43-9C2E-9B38-4EF9-038EABEF0BF4}"/>
              </a:ext>
            </a:extLst>
          </p:cNvPr>
          <p:cNvGrpSpPr/>
          <p:nvPr userDrawn="1"/>
        </p:nvGrpSpPr>
        <p:grpSpPr>
          <a:xfrm>
            <a:off x="11084200" y="316628"/>
            <a:ext cx="761725" cy="157981"/>
            <a:chOff x="9242701" y="249950"/>
            <a:chExt cx="652960" cy="135423"/>
          </a:xfrm>
        </p:grpSpPr>
        <p:sp>
          <p:nvSpPr>
            <p:cNvPr id="9" name="object 6">
              <a:extLst>
                <a:ext uri="{FF2B5EF4-FFF2-40B4-BE49-F238E27FC236}">
                  <a16:creationId xmlns:a16="http://schemas.microsoft.com/office/drawing/2014/main" id="{3C5E59C3-A8CA-C14E-9808-EB7D8818D781}"/>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0" name="object 7">
              <a:extLst>
                <a:ext uri="{FF2B5EF4-FFF2-40B4-BE49-F238E27FC236}">
                  <a16:creationId xmlns:a16="http://schemas.microsoft.com/office/drawing/2014/main" id="{BF193E5A-AE8E-CA58-DCD1-41E0C76CCC9A}"/>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1" name="object 8">
              <a:extLst>
                <a:ext uri="{FF2B5EF4-FFF2-40B4-BE49-F238E27FC236}">
                  <a16:creationId xmlns:a16="http://schemas.microsoft.com/office/drawing/2014/main" id="{91EB92DB-A6B5-922D-37A6-DB0EB2E23F01}"/>
                </a:ext>
              </a:extLst>
            </p:cNvPr>
            <p:cNvGrpSpPr/>
            <p:nvPr/>
          </p:nvGrpSpPr>
          <p:grpSpPr>
            <a:xfrm>
              <a:off x="9242701" y="249950"/>
              <a:ext cx="202816" cy="135423"/>
              <a:chOff x="18288992" y="494982"/>
              <a:chExt cx="401320" cy="267970"/>
            </a:xfrm>
          </p:grpSpPr>
          <p:sp>
            <p:nvSpPr>
              <p:cNvPr id="17" name="object 9">
                <a:extLst>
                  <a:ext uri="{FF2B5EF4-FFF2-40B4-BE49-F238E27FC236}">
                    <a16:creationId xmlns:a16="http://schemas.microsoft.com/office/drawing/2014/main" id="{7EC74A92-B131-4B60-C82C-053C71ADC79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8" name="object 10">
                <a:extLst>
                  <a:ext uri="{FF2B5EF4-FFF2-40B4-BE49-F238E27FC236}">
                    <a16:creationId xmlns:a16="http://schemas.microsoft.com/office/drawing/2014/main" id="{CDF89E1F-0023-9515-BA64-C6E3069073BB}"/>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1">
                <a:extLst>
                  <a:ext uri="{FF2B5EF4-FFF2-40B4-BE49-F238E27FC236}">
                    <a16:creationId xmlns:a16="http://schemas.microsoft.com/office/drawing/2014/main" id="{C1C90675-0D4C-713B-E2D8-90402BF66DA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2" name="object 22">
              <a:extLst>
                <a:ext uri="{FF2B5EF4-FFF2-40B4-BE49-F238E27FC236}">
                  <a16:creationId xmlns:a16="http://schemas.microsoft.com/office/drawing/2014/main" id="{A7BF0FC5-516C-5F05-69E9-553792A748B7}"/>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13" name="object 23">
              <a:extLst>
                <a:ext uri="{FF2B5EF4-FFF2-40B4-BE49-F238E27FC236}">
                  <a16:creationId xmlns:a16="http://schemas.microsoft.com/office/drawing/2014/main" id="{2467B862-C5DC-3DA1-5928-409722F0AF16}"/>
                </a:ext>
              </a:extLst>
            </p:cNvPr>
            <p:cNvGrpSpPr/>
            <p:nvPr/>
          </p:nvGrpSpPr>
          <p:grpSpPr>
            <a:xfrm>
              <a:off x="9242701" y="249950"/>
              <a:ext cx="202816" cy="135423"/>
              <a:chOff x="18288992" y="494982"/>
              <a:chExt cx="401320" cy="267970"/>
            </a:xfrm>
          </p:grpSpPr>
          <p:sp>
            <p:nvSpPr>
              <p:cNvPr id="14" name="object 24">
                <a:extLst>
                  <a:ext uri="{FF2B5EF4-FFF2-40B4-BE49-F238E27FC236}">
                    <a16:creationId xmlns:a16="http://schemas.microsoft.com/office/drawing/2014/main" id="{FAA55E6C-4A99-2A35-A93E-7D7FB6AD70D3}"/>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5" name="object 25">
                <a:extLst>
                  <a:ext uri="{FF2B5EF4-FFF2-40B4-BE49-F238E27FC236}">
                    <a16:creationId xmlns:a16="http://schemas.microsoft.com/office/drawing/2014/main" id="{6AC2C530-E103-81C3-7066-0BE25AD312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6" name="object 26">
                <a:extLst>
                  <a:ext uri="{FF2B5EF4-FFF2-40B4-BE49-F238E27FC236}">
                    <a16:creationId xmlns:a16="http://schemas.microsoft.com/office/drawing/2014/main" id="{A0A9B4D5-A213-FAC5-6246-D06734809CA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4" name="TextBox 3">
            <a:extLst>
              <a:ext uri="{FF2B5EF4-FFF2-40B4-BE49-F238E27FC236}">
                <a16:creationId xmlns:a16="http://schemas.microsoft.com/office/drawing/2014/main" id="{E696180B-0ED5-1053-C40B-70DC2018862F}"/>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24" name="Slide Number Placeholder 2">
            <a:extLst>
              <a:ext uri="{FF2B5EF4-FFF2-40B4-BE49-F238E27FC236}">
                <a16:creationId xmlns:a16="http://schemas.microsoft.com/office/drawing/2014/main" id="{FD5FE8AB-FF44-D068-BF84-BC232F196235}"/>
              </a:ext>
            </a:extLst>
          </p:cNvPr>
          <p:cNvSpPr>
            <a:spLocks noGrp="1"/>
          </p:cNvSpPr>
          <p:nvPr>
            <p:ph type="sldNum" sz="quarter" idx="10"/>
          </p:nvPr>
        </p:nvSpPr>
        <p:spPr>
          <a:xfrm>
            <a:off x="3" y="6356352"/>
            <a:ext cx="491300" cy="365125"/>
          </a:xfrm>
        </p:spPr>
        <p:txBody>
          <a:bodyPr/>
          <a:lstStyle>
            <a:lvl1pPr>
              <a:defRPr>
                <a:solidFill>
                  <a:schemeClr val="bg1"/>
                </a:solidFill>
              </a:defRPr>
            </a:lvl1pPr>
          </a:lstStyle>
          <a:p>
            <a:fld id="{C4B1DB5C-CBD1-46F1-83D6-F5AA23577CB7}" type="slidenum">
              <a:rPr lang="en-GB" smtClean="0"/>
              <a:pPr/>
              <a:t>‹#›</a:t>
            </a:fld>
            <a:endParaRPr lang="en-GB"/>
          </a:p>
        </p:txBody>
      </p:sp>
      <p:pic>
        <p:nvPicPr>
          <p:cNvPr id="3" name="Picture 2">
            <a:extLst>
              <a:ext uri="{FF2B5EF4-FFF2-40B4-BE49-F238E27FC236}">
                <a16:creationId xmlns:a16="http://schemas.microsoft.com/office/drawing/2014/main" id="{33E9758E-BFB7-341F-10CC-D21DBEC32D57}"/>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32F2D523-8278-880D-0481-A9A8A6E5B504}"/>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2" name="Title Placeholder 21">
            <a:extLst>
              <a:ext uri="{FF2B5EF4-FFF2-40B4-BE49-F238E27FC236}">
                <a16:creationId xmlns:a16="http://schemas.microsoft.com/office/drawing/2014/main" id="{578551E0-B6CA-468B-977B-8B7D61A390C2}"/>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lvl1pPr>
              <a:defRPr>
                <a:solidFill>
                  <a:schemeClr val="bg1"/>
                </a:solidFill>
              </a:defRPr>
            </a:lvl1pPr>
          </a:lstStyle>
          <a:p>
            <a:r>
              <a:rPr lang="en-GB"/>
              <a:t>Click to edit Master title</a:t>
            </a:r>
            <a:endParaRPr lang="en-US"/>
          </a:p>
        </p:txBody>
      </p:sp>
      <p:sp>
        <p:nvSpPr>
          <p:cNvPr id="6" name="Text Placeholder 2">
            <a:extLst>
              <a:ext uri="{FF2B5EF4-FFF2-40B4-BE49-F238E27FC236}">
                <a16:creationId xmlns:a16="http://schemas.microsoft.com/office/drawing/2014/main" id="{72BAF4BB-87B2-2027-BB47-A61F5DD9224A}"/>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hcSlideMaster77.Blank blueHeader" descr="Classification: Internal">
            <a:extLst>
              <a:ext uri="{FF2B5EF4-FFF2-40B4-BE49-F238E27FC236}">
                <a16:creationId xmlns:a16="http://schemas.microsoft.com/office/drawing/2014/main" id="{AC3C1261-756B-6D73-C40E-8EE74F41B43D}"/>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7203132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ver blue 1">
    <p:bg>
      <p:bgPr>
        <a:solidFill>
          <a:schemeClr val="tx2"/>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824FB13-A710-3604-1DFA-7EB16A1599DD}"/>
              </a:ext>
            </a:extLst>
          </p:cNvPr>
          <p:cNvGrpSpPr/>
          <p:nvPr userDrawn="1"/>
        </p:nvGrpSpPr>
        <p:grpSpPr>
          <a:xfrm>
            <a:off x="11084200" y="316628"/>
            <a:ext cx="761725" cy="157981"/>
            <a:chOff x="9242701" y="249950"/>
            <a:chExt cx="652960" cy="135423"/>
          </a:xfrm>
        </p:grpSpPr>
        <p:sp>
          <p:nvSpPr>
            <p:cNvPr id="18" name="object 6">
              <a:extLst>
                <a:ext uri="{FF2B5EF4-FFF2-40B4-BE49-F238E27FC236}">
                  <a16:creationId xmlns:a16="http://schemas.microsoft.com/office/drawing/2014/main" id="{B25B4BF6-52E5-389C-804A-F07AE19AC3A0}"/>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9" name="object 7">
              <a:extLst>
                <a:ext uri="{FF2B5EF4-FFF2-40B4-BE49-F238E27FC236}">
                  <a16:creationId xmlns:a16="http://schemas.microsoft.com/office/drawing/2014/main" id="{461B9713-8B60-111C-CC58-694680C56E5C}"/>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20" name="object 8">
              <a:extLst>
                <a:ext uri="{FF2B5EF4-FFF2-40B4-BE49-F238E27FC236}">
                  <a16:creationId xmlns:a16="http://schemas.microsoft.com/office/drawing/2014/main" id="{AEF4C171-5B2C-20F6-F682-059D5043D14D}"/>
                </a:ext>
              </a:extLst>
            </p:cNvPr>
            <p:cNvGrpSpPr/>
            <p:nvPr/>
          </p:nvGrpSpPr>
          <p:grpSpPr>
            <a:xfrm>
              <a:off x="9242701" y="249950"/>
              <a:ext cx="202816" cy="135423"/>
              <a:chOff x="18288992" y="494982"/>
              <a:chExt cx="401320" cy="267970"/>
            </a:xfrm>
          </p:grpSpPr>
          <p:sp>
            <p:nvSpPr>
              <p:cNvPr id="26" name="object 9">
                <a:extLst>
                  <a:ext uri="{FF2B5EF4-FFF2-40B4-BE49-F238E27FC236}">
                    <a16:creationId xmlns:a16="http://schemas.microsoft.com/office/drawing/2014/main" id="{4DBBD0F8-636E-924E-251F-1E750B7D6ECA}"/>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7" name="object 10">
                <a:extLst>
                  <a:ext uri="{FF2B5EF4-FFF2-40B4-BE49-F238E27FC236}">
                    <a16:creationId xmlns:a16="http://schemas.microsoft.com/office/drawing/2014/main" id="{32FE21A8-0292-E992-68A7-D493E81C6FA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9" name="object 11">
                <a:extLst>
                  <a:ext uri="{FF2B5EF4-FFF2-40B4-BE49-F238E27FC236}">
                    <a16:creationId xmlns:a16="http://schemas.microsoft.com/office/drawing/2014/main" id="{A8F8113F-F527-DF24-6F62-275E5BECDA8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21" name="object 22">
              <a:extLst>
                <a:ext uri="{FF2B5EF4-FFF2-40B4-BE49-F238E27FC236}">
                  <a16:creationId xmlns:a16="http://schemas.microsoft.com/office/drawing/2014/main" id="{A3EB1A4C-0B99-1909-6DBD-1BE3C0FDE59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2" name="object 23">
              <a:extLst>
                <a:ext uri="{FF2B5EF4-FFF2-40B4-BE49-F238E27FC236}">
                  <a16:creationId xmlns:a16="http://schemas.microsoft.com/office/drawing/2014/main" id="{DF528001-5EB3-DE52-0785-82DFA8E56541}"/>
                </a:ext>
              </a:extLst>
            </p:cNvPr>
            <p:cNvGrpSpPr/>
            <p:nvPr/>
          </p:nvGrpSpPr>
          <p:grpSpPr>
            <a:xfrm>
              <a:off x="9242701" y="249950"/>
              <a:ext cx="202816" cy="135423"/>
              <a:chOff x="18288992" y="494982"/>
              <a:chExt cx="401320" cy="267970"/>
            </a:xfrm>
          </p:grpSpPr>
          <p:sp>
            <p:nvSpPr>
              <p:cNvPr id="23" name="object 24">
                <a:extLst>
                  <a:ext uri="{FF2B5EF4-FFF2-40B4-BE49-F238E27FC236}">
                    <a16:creationId xmlns:a16="http://schemas.microsoft.com/office/drawing/2014/main" id="{B43A1203-EFD0-52EB-E965-58B41339FDC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4" name="object 25">
                <a:extLst>
                  <a:ext uri="{FF2B5EF4-FFF2-40B4-BE49-F238E27FC236}">
                    <a16:creationId xmlns:a16="http://schemas.microsoft.com/office/drawing/2014/main" id="{EA8187B0-9D47-5A92-0663-7EAD561F4B2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26">
                <a:extLst>
                  <a:ext uri="{FF2B5EF4-FFF2-40B4-BE49-F238E27FC236}">
                    <a16:creationId xmlns:a16="http://schemas.microsoft.com/office/drawing/2014/main" id="{BF92E0E9-0288-3B16-4BCF-DD834E56811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45" name="Picture Placeholder 12">
            <a:extLst>
              <a:ext uri="{FF2B5EF4-FFF2-40B4-BE49-F238E27FC236}">
                <a16:creationId xmlns:a16="http://schemas.microsoft.com/office/drawing/2014/main" id="{4C0A6BFA-50DF-57AC-2B5C-E6000CAC2BB6}"/>
              </a:ext>
            </a:extLst>
          </p:cNvPr>
          <p:cNvSpPr>
            <a:spLocks noGrp="1"/>
          </p:cNvSpPr>
          <p:nvPr>
            <p:ph type="pic" sz="quarter" idx="15"/>
          </p:nvPr>
        </p:nvSpPr>
        <p:spPr>
          <a:xfrm>
            <a:off x="5934269" y="816888"/>
            <a:ext cx="6257731" cy="5177041"/>
          </a:xfrm>
          <a:custGeom>
            <a:avLst/>
            <a:gdLst>
              <a:gd name="connsiteX0" fmla="*/ 1805307 w 6055200"/>
              <a:gd name="connsiteY0" fmla="*/ 0 h 4744529"/>
              <a:gd name="connsiteX1" fmla="*/ 6055200 w 6055200"/>
              <a:gd name="connsiteY1" fmla="*/ 0 h 4744529"/>
              <a:gd name="connsiteX2" fmla="*/ 6055200 w 6055200"/>
              <a:gd name="connsiteY2" fmla="*/ 4744529 h 4744529"/>
              <a:gd name="connsiteX3" fmla="*/ 0 w 6055200"/>
              <a:gd name="connsiteY3" fmla="*/ 4744529 h 4744529"/>
            </a:gdLst>
            <a:ahLst/>
            <a:cxnLst>
              <a:cxn ang="0">
                <a:pos x="connsiteX0" y="connsiteY0"/>
              </a:cxn>
              <a:cxn ang="0">
                <a:pos x="connsiteX1" y="connsiteY1"/>
              </a:cxn>
              <a:cxn ang="0">
                <a:pos x="connsiteX2" y="connsiteY2"/>
              </a:cxn>
              <a:cxn ang="0">
                <a:pos x="connsiteX3" y="connsiteY3"/>
              </a:cxn>
            </a:cxnLst>
            <a:rect l="l" t="t" r="r" b="b"/>
            <a:pathLst>
              <a:path w="6055200" h="4744529">
                <a:moveTo>
                  <a:pt x="1805307" y="0"/>
                </a:moveTo>
                <a:lnTo>
                  <a:pt x="6055200" y="0"/>
                </a:lnTo>
                <a:lnTo>
                  <a:pt x="6055200" y="4744529"/>
                </a:lnTo>
                <a:lnTo>
                  <a:pt x="0" y="4744529"/>
                </a:lnTo>
                <a:close/>
              </a:path>
            </a:pathLst>
          </a:custGeom>
        </p:spPr>
        <p:txBody>
          <a:bodyPr wrap="square" anchor="ctr">
            <a:noAutofit/>
          </a:bodyPr>
          <a:lstStyle>
            <a:lvl1pPr algn="ctr">
              <a:defRPr>
                <a:solidFill>
                  <a:schemeClr val="bg1"/>
                </a:solidFill>
              </a:defRPr>
            </a:lvl1pPr>
          </a:lstStyle>
          <a:p>
            <a:endParaRPr lang="en-US"/>
          </a:p>
        </p:txBody>
      </p:sp>
      <p:grpSp>
        <p:nvGrpSpPr>
          <p:cNvPr id="44" name="object 8">
            <a:extLst>
              <a:ext uri="{FF2B5EF4-FFF2-40B4-BE49-F238E27FC236}">
                <a16:creationId xmlns:a16="http://schemas.microsoft.com/office/drawing/2014/main" id="{FCF89D88-0C98-6291-996E-A6D5BEA98897}"/>
              </a:ext>
            </a:extLst>
          </p:cNvPr>
          <p:cNvGrpSpPr/>
          <p:nvPr userDrawn="1"/>
        </p:nvGrpSpPr>
        <p:grpSpPr>
          <a:xfrm>
            <a:off x="354437" y="1263039"/>
            <a:ext cx="664823" cy="844735"/>
            <a:chOff x="523764" y="2527388"/>
            <a:chExt cx="1093470" cy="1389380"/>
          </a:xfrm>
        </p:grpSpPr>
        <p:sp>
          <p:nvSpPr>
            <p:cNvPr id="46" name="object 9">
              <a:extLst>
                <a:ext uri="{FF2B5EF4-FFF2-40B4-BE49-F238E27FC236}">
                  <a16:creationId xmlns:a16="http://schemas.microsoft.com/office/drawing/2014/main" id="{031497F7-456C-BCE2-9816-B21A06566A6C}"/>
                </a:ext>
              </a:extLst>
            </p:cNvPr>
            <p:cNvSpPr/>
            <p:nvPr/>
          </p:nvSpPr>
          <p:spPr>
            <a:xfrm>
              <a:off x="788627" y="2532624"/>
              <a:ext cx="523875" cy="1378585"/>
            </a:xfrm>
            <a:custGeom>
              <a:avLst/>
              <a:gdLst/>
              <a:ahLst/>
              <a:cxnLst/>
              <a:rect l="l" t="t" r="r" b="b"/>
              <a:pathLst>
                <a:path w="523875" h="1378585">
                  <a:moveTo>
                    <a:pt x="523439" y="0"/>
                  </a:moveTo>
                  <a:lnTo>
                    <a:pt x="0" y="1378439"/>
                  </a:lnTo>
                </a:path>
              </a:pathLst>
            </a:custGeom>
            <a:ln w="10470">
              <a:solidFill>
                <a:srgbClr val="FFFFFF"/>
              </a:solidFill>
            </a:ln>
          </p:spPr>
          <p:txBody>
            <a:bodyPr wrap="square" lIns="0" tIns="0" rIns="0" bIns="0" rtlCol="0"/>
            <a:lstStyle/>
            <a:p>
              <a:endParaRPr sz="1351"/>
            </a:p>
          </p:txBody>
        </p:sp>
        <p:sp>
          <p:nvSpPr>
            <p:cNvPr id="47" name="object 10">
              <a:extLst>
                <a:ext uri="{FF2B5EF4-FFF2-40B4-BE49-F238E27FC236}">
                  <a16:creationId xmlns:a16="http://schemas.microsoft.com/office/drawing/2014/main" id="{89F6D366-9DD4-7F9F-C80C-0EDF427C9946}"/>
                </a:ext>
              </a:extLst>
            </p:cNvPr>
            <p:cNvSpPr/>
            <p:nvPr/>
          </p:nvSpPr>
          <p:spPr>
            <a:xfrm>
              <a:off x="863482" y="2532627"/>
              <a:ext cx="523875" cy="1378585"/>
            </a:xfrm>
            <a:custGeom>
              <a:avLst/>
              <a:gdLst/>
              <a:ahLst/>
              <a:cxnLst/>
              <a:rect l="l" t="t" r="r" b="b"/>
              <a:pathLst>
                <a:path w="523875" h="1378585">
                  <a:moveTo>
                    <a:pt x="523439" y="0"/>
                  </a:moveTo>
                  <a:lnTo>
                    <a:pt x="0" y="1378439"/>
                  </a:lnTo>
                </a:path>
              </a:pathLst>
            </a:custGeom>
            <a:ln w="10470">
              <a:solidFill>
                <a:srgbClr val="E7550F"/>
              </a:solidFill>
            </a:ln>
          </p:spPr>
          <p:txBody>
            <a:bodyPr wrap="square" lIns="0" tIns="0" rIns="0" bIns="0" rtlCol="0"/>
            <a:lstStyle/>
            <a:p>
              <a:endParaRPr sz="1351"/>
            </a:p>
          </p:txBody>
        </p:sp>
        <p:sp>
          <p:nvSpPr>
            <p:cNvPr id="48" name="object 11">
              <a:extLst>
                <a:ext uri="{FF2B5EF4-FFF2-40B4-BE49-F238E27FC236}">
                  <a16:creationId xmlns:a16="http://schemas.microsoft.com/office/drawing/2014/main" id="{499FB99A-EFD8-DE0D-9726-1FEC2D01DD0F}"/>
                </a:ext>
              </a:extLst>
            </p:cNvPr>
            <p:cNvSpPr/>
            <p:nvPr/>
          </p:nvSpPr>
          <p:spPr>
            <a:xfrm>
              <a:off x="938348" y="2532632"/>
              <a:ext cx="673735" cy="1378585"/>
            </a:xfrm>
            <a:custGeom>
              <a:avLst/>
              <a:gdLst/>
              <a:ahLst/>
              <a:cxnLst/>
              <a:rect l="l" t="t" r="r" b="b"/>
              <a:pathLst>
                <a:path w="673735" h="1378585">
                  <a:moveTo>
                    <a:pt x="524298" y="0"/>
                  </a:moveTo>
                  <a:lnTo>
                    <a:pt x="0" y="1378429"/>
                  </a:lnTo>
                </a:path>
                <a:path w="673735" h="1378585">
                  <a:moveTo>
                    <a:pt x="524298" y="0"/>
                  </a:moveTo>
                  <a:lnTo>
                    <a:pt x="0" y="1378429"/>
                  </a:lnTo>
                </a:path>
                <a:path w="673735" h="1378585">
                  <a:moveTo>
                    <a:pt x="673162" y="0"/>
                  </a:moveTo>
                  <a:lnTo>
                    <a:pt x="148864" y="1378429"/>
                  </a:lnTo>
                </a:path>
              </a:pathLst>
            </a:custGeom>
            <a:ln w="10470">
              <a:solidFill>
                <a:srgbClr val="FFFFFF"/>
              </a:solidFill>
            </a:ln>
          </p:spPr>
          <p:txBody>
            <a:bodyPr wrap="square" lIns="0" tIns="0" rIns="0" bIns="0" rtlCol="0"/>
            <a:lstStyle/>
            <a:p>
              <a:endParaRPr sz="1351"/>
            </a:p>
          </p:txBody>
        </p:sp>
        <p:sp>
          <p:nvSpPr>
            <p:cNvPr id="49" name="object 12">
              <a:extLst>
                <a:ext uri="{FF2B5EF4-FFF2-40B4-BE49-F238E27FC236}">
                  <a16:creationId xmlns:a16="http://schemas.microsoft.com/office/drawing/2014/main" id="{F5B382B1-1371-AFD0-76C7-86AB52B4A50A}"/>
                </a:ext>
              </a:extLst>
            </p:cNvPr>
            <p:cNvSpPr/>
            <p:nvPr/>
          </p:nvSpPr>
          <p:spPr>
            <a:xfrm>
              <a:off x="1013208" y="2532627"/>
              <a:ext cx="523875" cy="1378585"/>
            </a:xfrm>
            <a:custGeom>
              <a:avLst/>
              <a:gdLst/>
              <a:ahLst/>
              <a:cxnLst/>
              <a:rect l="l" t="t" r="r" b="b"/>
              <a:pathLst>
                <a:path w="523875" h="1378585">
                  <a:moveTo>
                    <a:pt x="523439" y="0"/>
                  </a:moveTo>
                  <a:lnTo>
                    <a:pt x="0" y="1378439"/>
                  </a:lnTo>
                </a:path>
              </a:pathLst>
            </a:custGeom>
            <a:ln w="10470">
              <a:solidFill>
                <a:srgbClr val="E7550F"/>
              </a:solidFill>
            </a:ln>
          </p:spPr>
          <p:txBody>
            <a:bodyPr wrap="square" lIns="0" tIns="0" rIns="0" bIns="0" rtlCol="0"/>
            <a:lstStyle/>
            <a:p>
              <a:endParaRPr sz="1351"/>
            </a:p>
          </p:txBody>
        </p:sp>
        <p:sp>
          <p:nvSpPr>
            <p:cNvPr id="50" name="object 13">
              <a:extLst>
                <a:ext uri="{FF2B5EF4-FFF2-40B4-BE49-F238E27FC236}">
                  <a16:creationId xmlns:a16="http://schemas.microsoft.com/office/drawing/2014/main" id="{DF0F1E9A-4017-34CF-F8AE-980FB53D5545}"/>
                </a:ext>
              </a:extLst>
            </p:cNvPr>
            <p:cNvSpPr/>
            <p:nvPr/>
          </p:nvSpPr>
          <p:spPr>
            <a:xfrm>
              <a:off x="528999" y="2733728"/>
              <a:ext cx="689610" cy="955040"/>
            </a:xfrm>
            <a:custGeom>
              <a:avLst/>
              <a:gdLst/>
              <a:ahLst/>
              <a:cxnLst/>
              <a:rect l="l" t="t" r="r" b="b"/>
              <a:pathLst>
                <a:path w="689610" h="955039">
                  <a:moveTo>
                    <a:pt x="689319" y="46291"/>
                  </a:moveTo>
                  <a:lnTo>
                    <a:pt x="673239" y="39036"/>
                  </a:lnTo>
                  <a:lnTo>
                    <a:pt x="656828" y="32345"/>
                  </a:lnTo>
                  <a:lnTo>
                    <a:pt x="640094" y="26238"/>
                  </a:lnTo>
                  <a:lnTo>
                    <a:pt x="623049" y="20732"/>
                  </a:lnTo>
                  <a:lnTo>
                    <a:pt x="570610" y="101661"/>
                  </a:lnTo>
                  <a:lnTo>
                    <a:pt x="562622" y="99899"/>
                  </a:lnTo>
                  <a:lnTo>
                    <a:pt x="521883" y="93641"/>
                  </a:lnTo>
                  <a:lnTo>
                    <a:pt x="505565" y="92405"/>
                  </a:lnTo>
                  <a:lnTo>
                    <a:pt x="477409" y="0"/>
                  </a:lnTo>
                  <a:lnTo>
                    <a:pt x="424168" y="3588"/>
                  </a:lnTo>
                  <a:lnTo>
                    <a:pt x="394312" y="101955"/>
                  </a:lnTo>
                  <a:lnTo>
                    <a:pt x="378343" y="106052"/>
                  </a:lnTo>
                  <a:lnTo>
                    <a:pt x="362614" y="110800"/>
                  </a:lnTo>
                  <a:lnTo>
                    <a:pt x="347140" y="116187"/>
                  </a:lnTo>
                  <a:lnTo>
                    <a:pt x="331937" y="122205"/>
                  </a:lnTo>
                  <a:lnTo>
                    <a:pt x="266976" y="51464"/>
                  </a:lnTo>
                  <a:lnTo>
                    <a:pt x="251154" y="59812"/>
                  </a:lnTo>
                  <a:lnTo>
                    <a:pt x="235673" y="68732"/>
                  </a:lnTo>
                  <a:lnTo>
                    <a:pt x="220537" y="78211"/>
                  </a:lnTo>
                  <a:lnTo>
                    <a:pt x="205752" y="88238"/>
                  </a:lnTo>
                  <a:lnTo>
                    <a:pt x="235846" y="180036"/>
                  </a:lnTo>
                  <a:lnTo>
                    <a:pt x="223474" y="190546"/>
                  </a:lnTo>
                  <a:lnTo>
                    <a:pt x="211531" y="201561"/>
                  </a:lnTo>
                  <a:lnTo>
                    <a:pt x="200034" y="213075"/>
                  </a:lnTo>
                  <a:lnTo>
                    <a:pt x="188999" y="225082"/>
                  </a:lnTo>
                  <a:lnTo>
                    <a:pt x="100059" y="189763"/>
                  </a:lnTo>
                  <a:lnTo>
                    <a:pt x="89381" y="204202"/>
                  </a:lnTo>
                  <a:lnTo>
                    <a:pt x="79220" y="219065"/>
                  </a:lnTo>
                  <a:lnTo>
                    <a:pt x="69588" y="234342"/>
                  </a:lnTo>
                  <a:lnTo>
                    <a:pt x="60500" y="250023"/>
                  </a:lnTo>
                  <a:lnTo>
                    <a:pt x="127158" y="319571"/>
                  </a:lnTo>
                  <a:lnTo>
                    <a:pt x="120745" y="334135"/>
                  </a:lnTo>
                  <a:lnTo>
                    <a:pt x="114906" y="349037"/>
                  </a:lnTo>
                  <a:lnTo>
                    <a:pt x="109646" y="364256"/>
                  </a:lnTo>
                  <a:lnTo>
                    <a:pt x="104970" y="379768"/>
                  </a:lnTo>
                  <a:lnTo>
                    <a:pt x="9643" y="386846"/>
                  </a:lnTo>
                  <a:lnTo>
                    <a:pt x="2514" y="429616"/>
                  </a:lnTo>
                  <a:lnTo>
                    <a:pt x="0" y="459064"/>
                  </a:lnTo>
                  <a:lnTo>
                    <a:pt x="89944" y="492560"/>
                  </a:lnTo>
                  <a:lnTo>
                    <a:pt x="90433" y="508463"/>
                  </a:lnTo>
                  <a:lnTo>
                    <a:pt x="91566" y="524235"/>
                  </a:lnTo>
                  <a:lnTo>
                    <a:pt x="93318" y="539865"/>
                  </a:lnTo>
                  <a:lnTo>
                    <a:pt x="95662" y="555344"/>
                  </a:lnTo>
                  <a:lnTo>
                    <a:pt x="12774" y="603416"/>
                  </a:lnTo>
                  <a:lnTo>
                    <a:pt x="17445" y="621244"/>
                  </a:lnTo>
                  <a:lnTo>
                    <a:pt x="22765" y="638830"/>
                  </a:lnTo>
                  <a:lnTo>
                    <a:pt x="28722" y="656158"/>
                  </a:lnTo>
                  <a:lnTo>
                    <a:pt x="35307" y="673215"/>
                  </a:lnTo>
                  <a:lnTo>
                    <a:pt x="130948" y="664042"/>
                  </a:lnTo>
                  <a:lnTo>
                    <a:pt x="138072" y="677784"/>
                  </a:lnTo>
                  <a:lnTo>
                    <a:pt x="145720" y="691217"/>
                  </a:lnTo>
                  <a:lnTo>
                    <a:pt x="153875" y="704332"/>
                  </a:lnTo>
                  <a:lnTo>
                    <a:pt x="162518" y="717119"/>
                  </a:lnTo>
                  <a:lnTo>
                    <a:pt x="108446" y="796813"/>
                  </a:lnTo>
                  <a:lnTo>
                    <a:pt x="120299" y="810885"/>
                  </a:lnTo>
                  <a:lnTo>
                    <a:pt x="132660" y="824516"/>
                  </a:lnTo>
                  <a:lnTo>
                    <a:pt x="145532" y="837680"/>
                  </a:lnTo>
                  <a:lnTo>
                    <a:pt x="158916" y="850351"/>
                  </a:lnTo>
                  <a:lnTo>
                    <a:pt x="241196" y="800247"/>
                  </a:lnTo>
                  <a:lnTo>
                    <a:pt x="253284" y="809413"/>
                  </a:lnTo>
                  <a:lnTo>
                    <a:pt x="265747" y="818117"/>
                  </a:lnTo>
                  <a:lnTo>
                    <a:pt x="278572" y="826353"/>
                  </a:lnTo>
                  <a:lnTo>
                    <a:pt x="291750" y="834110"/>
                  </a:lnTo>
                  <a:lnTo>
                    <a:pt x="277321" y="929709"/>
                  </a:lnTo>
                  <a:lnTo>
                    <a:pt x="293225" y="936871"/>
                  </a:lnTo>
                  <a:lnTo>
                    <a:pt x="309453" y="943476"/>
                  </a:lnTo>
                  <a:lnTo>
                    <a:pt x="325992" y="949511"/>
                  </a:lnTo>
                  <a:lnTo>
                    <a:pt x="342827" y="954965"/>
                  </a:lnTo>
                </a:path>
                <a:path w="689610" h="955039">
                  <a:moveTo>
                    <a:pt x="565857" y="371213"/>
                  </a:moveTo>
                  <a:lnTo>
                    <a:pt x="548840" y="362343"/>
                  </a:lnTo>
                  <a:lnTo>
                    <a:pt x="530599" y="355774"/>
                  </a:lnTo>
                  <a:lnTo>
                    <a:pt x="511316" y="351694"/>
                  </a:lnTo>
                  <a:lnTo>
                    <a:pt x="491178" y="350292"/>
                  </a:lnTo>
                  <a:lnTo>
                    <a:pt x="445490" y="357718"/>
                  </a:lnTo>
                  <a:lnTo>
                    <a:pt x="405810" y="378395"/>
                  </a:lnTo>
                  <a:lnTo>
                    <a:pt x="374518" y="409925"/>
                  </a:lnTo>
                  <a:lnTo>
                    <a:pt x="353997" y="449907"/>
                  </a:lnTo>
                  <a:lnTo>
                    <a:pt x="346628" y="495943"/>
                  </a:lnTo>
                  <a:lnTo>
                    <a:pt x="355278" y="545687"/>
                  </a:lnTo>
                  <a:lnTo>
                    <a:pt x="379196" y="588048"/>
                  </a:lnTo>
                  <a:lnTo>
                    <a:pt x="415332" y="619955"/>
                  </a:lnTo>
                  <a:lnTo>
                    <a:pt x="460635" y="638336"/>
                  </a:lnTo>
                </a:path>
              </a:pathLst>
            </a:custGeom>
            <a:ln w="10470">
              <a:solidFill>
                <a:srgbClr val="FFFFFF"/>
              </a:solidFill>
            </a:ln>
          </p:spPr>
          <p:txBody>
            <a:bodyPr wrap="square" lIns="0" tIns="0" rIns="0" bIns="0" rtlCol="0"/>
            <a:lstStyle/>
            <a:p>
              <a:endParaRPr sz="1351"/>
            </a:p>
          </p:txBody>
        </p:sp>
        <p:sp>
          <p:nvSpPr>
            <p:cNvPr id="51" name="object 14">
              <a:extLst>
                <a:ext uri="{FF2B5EF4-FFF2-40B4-BE49-F238E27FC236}">
                  <a16:creationId xmlns:a16="http://schemas.microsoft.com/office/drawing/2014/main" id="{0CD74931-B274-F885-BF68-9566802B1B55}"/>
                </a:ext>
              </a:extLst>
            </p:cNvPr>
            <p:cNvSpPr/>
            <p:nvPr/>
          </p:nvSpPr>
          <p:spPr>
            <a:xfrm>
              <a:off x="746831" y="2952542"/>
              <a:ext cx="395605" cy="543560"/>
            </a:xfrm>
            <a:custGeom>
              <a:avLst/>
              <a:gdLst/>
              <a:ahLst/>
              <a:cxnLst/>
              <a:rect l="l" t="t" r="r" b="b"/>
              <a:pathLst>
                <a:path w="395605" h="543560">
                  <a:moveTo>
                    <a:pt x="395257" y="28627"/>
                  </a:moveTo>
                  <a:lnTo>
                    <a:pt x="366870" y="16423"/>
                  </a:lnTo>
                  <a:lnTo>
                    <a:pt x="336948" y="7442"/>
                  </a:lnTo>
                  <a:lnTo>
                    <a:pt x="305706" y="1896"/>
                  </a:lnTo>
                  <a:lnTo>
                    <a:pt x="273355" y="0"/>
                  </a:lnTo>
                  <a:lnTo>
                    <a:pt x="227205" y="4823"/>
                  </a:lnTo>
                  <a:lnTo>
                    <a:pt x="185316" y="15081"/>
                  </a:lnTo>
                  <a:lnTo>
                    <a:pt x="147687" y="30248"/>
                  </a:lnTo>
                  <a:lnTo>
                    <a:pt x="114318" y="49797"/>
                  </a:lnTo>
                  <a:lnTo>
                    <a:pt x="60359" y="99941"/>
                  </a:lnTo>
                  <a:lnTo>
                    <a:pt x="23438" y="161306"/>
                  </a:lnTo>
                  <a:lnTo>
                    <a:pt x="3553" y="229684"/>
                  </a:lnTo>
                  <a:lnTo>
                    <a:pt x="0" y="265189"/>
                  </a:lnTo>
                  <a:lnTo>
                    <a:pt x="704" y="300870"/>
                  </a:lnTo>
                  <a:lnTo>
                    <a:pt x="14890" y="370657"/>
                  </a:lnTo>
                  <a:lnTo>
                    <a:pt x="46108" y="434838"/>
                  </a:lnTo>
                  <a:lnTo>
                    <a:pt x="94359" y="489206"/>
                  </a:lnTo>
                  <a:lnTo>
                    <a:pt x="159640" y="529554"/>
                  </a:lnTo>
                  <a:lnTo>
                    <a:pt x="198666" y="543156"/>
                  </a:lnTo>
                </a:path>
              </a:pathLst>
            </a:custGeom>
            <a:ln w="10470">
              <a:solidFill>
                <a:srgbClr val="E7550F"/>
              </a:solidFill>
            </a:ln>
          </p:spPr>
          <p:txBody>
            <a:bodyPr wrap="square" lIns="0" tIns="0" rIns="0" bIns="0" rtlCol="0"/>
            <a:lstStyle/>
            <a:p>
              <a:endParaRPr sz="1351"/>
            </a:p>
          </p:txBody>
        </p:sp>
      </p:grpSp>
      <p:pic>
        <p:nvPicPr>
          <p:cNvPr id="3" name="Picture 2">
            <a:extLst>
              <a:ext uri="{FF2B5EF4-FFF2-40B4-BE49-F238E27FC236}">
                <a16:creationId xmlns:a16="http://schemas.microsoft.com/office/drawing/2014/main" id="{2C25B800-F8F3-46FC-AEAA-B59752550116}"/>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E8B0FED9-3D7B-045F-0F24-74477CF7686E}"/>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8" name="Title 1">
            <a:extLst>
              <a:ext uri="{FF2B5EF4-FFF2-40B4-BE49-F238E27FC236}">
                <a16:creationId xmlns:a16="http://schemas.microsoft.com/office/drawing/2014/main" id="{6BBABBFE-9053-9905-ECEF-E5E8278D23E8}"/>
              </a:ext>
            </a:extLst>
          </p:cNvPr>
          <p:cNvSpPr>
            <a:spLocks noGrp="1"/>
          </p:cNvSpPr>
          <p:nvPr>
            <p:ph type="title" hasCustomPrompt="1"/>
          </p:nvPr>
        </p:nvSpPr>
        <p:spPr>
          <a:xfrm>
            <a:off x="245655" y="2600329"/>
            <a:ext cx="5223495" cy="1317583"/>
          </a:xfrm>
          <a:prstGeom prst="rect">
            <a:avLst/>
          </a:prstGeom>
        </p:spPr>
        <p:txBody>
          <a:bodyPr/>
          <a:lstStyle>
            <a:lvl1pPr algn="l" defTabSz="914332" rtl="0" eaLnBrk="1" latinLnBrk="0" hangingPunct="1">
              <a:lnSpc>
                <a:spcPct val="90000"/>
              </a:lnSpc>
              <a:spcBef>
                <a:spcPct val="0"/>
              </a:spcBef>
              <a:buNone/>
              <a:defRPr lang="en-US" sz="3600" b="0" i="0" kern="1200" dirty="0">
                <a:solidFill>
                  <a:srgbClr val="E75400"/>
                </a:solidFill>
                <a:latin typeface="+mj-lt"/>
                <a:ea typeface="+mj-ea"/>
                <a:cs typeface="+mj-cs"/>
              </a:defRPr>
            </a:lvl1pPr>
          </a:lstStyle>
          <a:p>
            <a:r>
              <a:rPr lang="en-GB"/>
              <a:t>Click to edit title</a:t>
            </a:r>
            <a:endParaRPr lang="en-US"/>
          </a:p>
        </p:txBody>
      </p:sp>
      <p:sp>
        <p:nvSpPr>
          <p:cNvPr id="9" name="Text Placeholder 6">
            <a:extLst>
              <a:ext uri="{FF2B5EF4-FFF2-40B4-BE49-F238E27FC236}">
                <a16:creationId xmlns:a16="http://schemas.microsoft.com/office/drawing/2014/main" id="{978B30FC-C2C6-57FB-1567-C827E991E2C6}"/>
              </a:ext>
            </a:extLst>
          </p:cNvPr>
          <p:cNvSpPr>
            <a:spLocks noGrp="1"/>
          </p:cNvSpPr>
          <p:nvPr>
            <p:ph type="body" sz="quarter" idx="13" hasCustomPrompt="1"/>
          </p:nvPr>
        </p:nvSpPr>
        <p:spPr>
          <a:xfrm>
            <a:off x="245653" y="4004398"/>
            <a:ext cx="4291843" cy="793631"/>
          </a:xfrm>
        </p:spPr>
        <p:txBody>
          <a:bodyPr/>
          <a:lstStyle>
            <a:lvl1pPr marL="0" indent="0">
              <a:lnSpc>
                <a:spcPct val="90000"/>
              </a:lnSpc>
              <a:buNone/>
              <a:defRPr sz="2400">
                <a:solidFill>
                  <a:schemeClr val="bg1"/>
                </a:solidFill>
              </a:defRPr>
            </a:lvl1pPr>
          </a:lstStyle>
          <a:p>
            <a:pPr lvl="0"/>
            <a:r>
              <a:rPr lang="en-GB"/>
              <a:t>Click here to edit subheading</a:t>
            </a:r>
            <a:endParaRPr lang="en-US"/>
          </a:p>
        </p:txBody>
      </p:sp>
      <p:sp>
        <p:nvSpPr>
          <p:cNvPr id="10" name="Text Placeholder 6">
            <a:extLst>
              <a:ext uri="{FF2B5EF4-FFF2-40B4-BE49-F238E27FC236}">
                <a16:creationId xmlns:a16="http://schemas.microsoft.com/office/drawing/2014/main" id="{C9A63EF1-6428-766A-D1CB-09D4F6C9631A}"/>
              </a:ext>
            </a:extLst>
          </p:cNvPr>
          <p:cNvSpPr>
            <a:spLocks noGrp="1"/>
          </p:cNvSpPr>
          <p:nvPr>
            <p:ph type="body" sz="quarter" idx="16" hasCustomPrompt="1"/>
          </p:nvPr>
        </p:nvSpPr>
        <p:spPr>
          <a:xfrm>
            <a:off x="245653" y="4891599"/>
            <a:ext cx="4291843" cy="414068"/>
          </a:xfrm>
        </p:spPr>
        <p:txBody>
          <a:bodyPr/>
          <a:lstStyle>
            <a:lvl1pPr marL="0" indent="0">
              <a:buNone/>
              <a:defRPr sz="1600">
                <a:solidFill>
                  <a:schemeClr val="bg1"/>
                </a:solidFill>
              </a:defRPr>
            </a:lvl1pPr>
          </a:lstStyle>
          <a:p>
            <a:pPr lvl="0"/>
            <a:r>
              <a:rPr lang="en-GB"/>
              <a:t>Enter Date or Document Version</a:t>
            </a:r>
            <a:endParaRPr lang="en-US"/>
          </a:p>
        </p:txBody>
      </p:sp>
      <p:sp>
        <p:nvSpPr>
          <p:cNvPr id="2" name="TextBox 1">
            <a:extLst>
              <a:ext uri="{FF2B5EF4-FFF2-40B4-BE49-F238E27FC236}">
                <a16:creationId xmlns:a16="http://schemas.microsoft.com/office/drawing/2014/main" id="{85C382B0-0FC5-04A1-9EBA-137711FF28EF}"/>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4" name="hcSlideMaster77.Cover blue 1Header" descr="Classification: Internal">
            <a:extLst>
              <a:ext uri="{FF2B5EF4-FFF2-40B4-BE49-F238E27FC236}">
                <a16:creationId xmlns:a16="http://schemas.microsoft.com/office/drawing/2014/main" id="{161FC7FA-CF5A-B6FE-515E-C4405B39BC06}"/>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7866394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0B149E-6858-71E6-9F4B-5CF9CE345E1A}"/>
              </a:ext>
            </a:extLst>
          </p:cNvPr>
          <p:cNvSpPr>
            <a:spLocks noGrp="1"/>
          </p:cNvSpPr>
          <p:nvPr>
            <p:ph type="title" hasCustomPrompt="1"/>
          </p:nvPr>
        </p:nvSpPr>
        <p:spPr>
          <a:xfrm>
            <a:off x="228403" y="2819759"/>
            <a:ext cx="4350335" cy="1715893"/>
          </a:xfrm>
          <a:prstGeom prst="rect">
            <a:avLst/>
          </a:prstGeom>
        </p:spPr>
        <p:txBody>
          <a:bodyPr/>
          <a:lstStyle>
            <a:lvl1pPr>
              <a:lnSpc>
                <a:spcPct val="90000"/>
              </a:lnSpc>
              <a:defRPr sz="2800">
                <a:solidFill>
                  <a:schemeClr val="bg1"/>
                </a:solidFill>
              </a:defRPr>
            </a:lvl1pPr>
          </a:lstStyle>
          <a:p>
            <a:r>
              <a:rPr lang="en-GB"/>
              <a:t>Separator</a:t>
            </a:r>
            <a:endParaRPr lang="en-US"/>
          </a:p>
        </p:txBody>
      </p:sp>
      <p:grpSp>
        <p:nvGrpSpPr>
          <p:cNvPr id="15" name="Group 14">
            <a:extLst>
              <a:ext uri="{FF2B5EF4-FFF2-40B4-BE49-F238E27FC236}">
                <a16:creationId xmlns:a16="http://schemas.microsoft.com/office/drawing/2014/main" id="{8E945807-692A-1600-245C-85B412D88710}"/>
              </a:ext>
            </a:extLst>
          </p:cNvPr>
          <p:cNvGrpSpPr/>
          <p:nvPr userDrawn="1"/>
        </p:nvGrpSpPr>
        <p:grpSpPr>
          <a:xfrm>
            <a:off x="11084200" y="316628"/>
            <a:ext cx="761725" cy="157981"/>
            <a:chOff x="9242701" y="249950"/>
            <a:chExt cx="652960" cy="135423"/>
          </a:xfrm>
        </p:grpSpPr>
        <p:sp>
          <p:nvSpPr>
            <p:cNvPr id="16" name="object 6">
              <a:extLst>
                <a:ext uri="{FF2B5EF4-FFF2-40B4-BE49-F238E27FC236}">
                  <a16:creationId xmlns:a16="http://schemas.microsoft.com/office/drawing/2014/main" id="{FE8252D3-76C6-954E-2C0A-65EEF6F46849}"/>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7" name="object 7">
              <a:extLst>
                <a:ext uri="{FF2B5EF4-FFF2-40B4-BE49-F238E27FC236}">
                  <a16:creationId xmlns:a16="http://schemas.microsoft.com/office/drawing/2014/main" id="{EA57E122-B272-0A88-984F-964418378C1F}"/>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8" name="object 8">
              <a:extLst>
                <a:ext uri="{FF2B5EF4-FFF2-40B4-BE49-F238E27FC236}">
                  <a16:creationId xmlns:a16="http://schemas.microsoft.com/office/drawing/2014/main" id="{028306A9-661C-3404-CF5B-6FBC5F44C34C}"/>
                </a:ext>
              </a:extLst>
            </p:cNvPr>
            <p:cNvGrpSpPr/>
            <p:nvPr/>
          </p:nvGrpSpPr>
          <p:grpSpPr>
            <a:xfrm>
              <a:off x="9242701" y="249950"/>
              <a:ext cx="202816" cy="135423"/>
              <a:chOff x="18288992" y="494982"/>
              <a:chExt cx="401320" cy="267970"/>
            </a:xfrm>
          </p:grpSpPr>
          <p:sp>
            <p:nvSpPr>
              <p:cNvPr id="24" name="object 9">
                <a:extLst>
                  <a:ext uri="{FF2B5EF4-FFF2-40B4-BE49-F238E27FC236}">
                    <a16:creationId xmlns:a16="http://schemas.microsoft.com/office/drawing/2014/main" id="{02F69C2D-AE0D-2217-3C9C-5159FCC38284}"/>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5" name="object 10">
                <a:extLst>
                  <a:ext uri="{FF2B5EF4-FFF2-40B4-BE49-F238E27FC236}">
                    <a16:creationId xmlns:a16="http://schemas.microsoft.com/office/drawing/2014/main" id="{21505F9C-D02D-A3D4-E9DB-1206A8C3C78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1">
                <a:extLst>
                  <a:ext uri="{FF2B5EF4-FFF2-40B4-BE49-F238E27FC236}">
                    <a16:creationId xmlns:a16="http://schemas.microsoft.com/office/drawing/2014/main" id="{3CD5FC1C-7F9D-1E62-715B-6E31AD796965}"/>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9" name="object 22">
              <a:extLst>
                <a:ext uri="{FF2B5EF4-FFF2-40B4-BE49-F238E27FC236}">
                  <a16:creationId xmlns:a16="http://schemas.microsoft.com/office/drawing/2014/main" id="{83BF4D0F-CE14-9AC4-117D-CF805ED8B6BA}"/>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0" name="object 23">
              <a:extLst>
                <a:ext uri="{FF2B5EF4-FFF2-40B4-BE49-F238E27FC236}">
                  <a16:creationId xmlns:a16="http://schemas.microsoft.com/office/drawing/2014/main" id="{7EF3CE76-4E5E-65D3-B5BC-DB148DB55CAF}"/>
                </a:ext>
              </a:extLst>
            </p:cNvPr>
            <p:cNvGrpSpPr/>
            <p:nvPr/>
          </p:nvGrpSpPr>
          <p:grpSpPr>
            <a:xfrm>
              <a:off x="9242701" y="249950"/>
              <a:ext cx="202816" cy="135423"/>
              <a:chOff x="18288992" y="494982"/>
              <a:chExt cx="401320" cy="267970"/>
            </a:xfrm>
          </p:grpSpPr>
          <p:sp>
            <p:nvSpPr>
              <p:cNvPr id="21" name="object 24">
                <a:extLst>
                  <a:ext uri="{FF2B5EF4-FFF2-40B4-BE49-F238E27FC236}">
                    <a16:creationId xmlns:a16="http://schemas.microsoft.com/office/drawing/2014/main" id="{62141BAA-CBDC-6AE2-4753-B610C908CBA7}"/>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2" name="object 25">
                <a:extLst>
                  <a:ext uri="{FF2B5EF4-FFF2-40B4-BE49-F238E27FC236}">
                    <a16:creationId xmlns:a16="http://schemas.microsoft.com/office/drawing/2014/main" id="{D040E6F7-D30E-79FA-F11F-49B5E8F2F1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3" name="object 26">
                <a:extLst>
                  <a:ext uri="{FF2B5EF4-FFF2-40B4-BE49-F238E27FC236}">
                    <a16:creationId xmlns:a16="http://schemas.microsoft.com/office/drawing/2014/main" id="{03017B78-8403-B42E-AC00-2235C5E29D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9" name="Picture 8">
            <a:extLst>
              <a:ext uri="{FF2B5EF4-FFF2-40B4-BE49-F238E27FC236}">
                <a16:creationId xmlns:a16="http://schemas.microsoft.com/office/drawing/2014/main" id="{1AB32C2A-9270-1987-07DA-F7F354037270}"/>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10" name="Graphic 9">
            <a:extLst>
              <a:ext uri="{FF2B5EF4-FFF2-40B4-BE49-F238E27FC236}">
                <a16:creationId xmlns:a16="http://schemas.microsoft.com/office/drawing/2014/main" id="{D9FDAC8B-2531-2963-4228-B807F21C856A}"/>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4" name="Graphic 3">
            <a:extLst>
              <a:ext uri="{FF2B5EF4-FFF2-40B4-BE49-F238E27FC236}">
                <a16:creationId xmlns:a16="http://schemas.microsoft.com/office/drawing/2014/main" id="{3979A961-4503-AADF-F993-BD8AB2110638}"/>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536740" y="-670201"/>
            <a:ext cx="6183453" cy="7245172"/>
          </a:xfrm>
          <a:prstGeom prst="rect">
            <a:avLst/>
          </a:prstGeom>
        </p:spPr>
      </p:pic>
      <p:sp>
        <p:nvSpPr>
          <p:cNvPr id="2" name="TextBox 1">
            <a:extLst>
              <a:ext uri="{FF2B5EF4-FFF2-40B4-BE49-F238E27FC236}">
                <a16:creationId xmlns:a16="http://schemas.microsoft.com/office/drawing/2014/main" id="{49B2BC11-47A8-C4D8-EB3E-30EE61809F45}"/>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3" name="hcSlideMaster77.DividerHeader" descr="Classification: Internal">
            <a:extLst>
              <a:ext uri="{FF2B5EF4-FFF2-40B4-BE49-F238E27FC236}">
                <a16:creationId xmlns:a16="http://schemas.microsoft.com/office/drawing/2014/main" id="{19D6008F-F31B-3D7D-A0FC-10AEED8B6AE7}"/>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4628381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DEEE5"/>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3" name="TextBox 22">
            <a:extLst>
              <a:ext uri="{FF2B5EF4-FFF2-40B4-BE49-F238E27FC236}">
                <a16:creationId xmlns:a16="http://schemas.microsoft.com/office/drawing/2014/main" id="{4819D38D-91FB-FD21-94E8-8E11DC131A76}"/>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pic>
        <p:nvPicPr>
          <p:cNvPr id="2" name="Graphic 1">
            <a:extLst>
              <a:ext uri="{FF2B5EF4-FFF2-40B4-BE49-F238E27FC236}">
                <a16:creationId xmlns:a16="http://schemas.microsoft.com/office/drawing/2014/main" id="{6DD02985-1403-4C24-8C34-EBC907F9C81C}"/>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9515C11F-1961-A3B6-5A4C-716D8CD72A0F}"/>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 Placeholder 6">
            <a:extLst>
              <a:ext uri="{FF2B5EF4-FFF2-40B4-BE49-F238E27FC236}">
                <a16:creationId xmlns:a16="http://schemas.microsoft.com/office/drawing/2014/main" id="{C19411FF-EC7A-7F5B-15C0-9F12F031CD8C}"/>
              </a:ext>
            </a:extLst>
          </p:cNvPr>
          <p:cNvSpPr>
            <a:spLocks noGrp="1"/>
          </p:cNvSpPr>
          <p:nvPr>
            <p:ph type="body" sz="quarter" idx="14" hasCustomPrompt="1"/>
          </p:nvPr>
        </p:nvSpPr>
        <p:spPr>
          <a:xfrm>
            <a:off x="245652" y="1794295"/>
            <a:ext cx="11709901"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6" name="hcSlideMaster77.Title onlyHeader" descr="Classification: Internal">
            <a:extLst>
              <a:ext uri="{FF2B5EF4-FFF2-40B4-BE49-F238E27FC236}">
                <a16:creationId xmlns:a16="http://schemas.microsoft.com/office/drawing/2014/main" id="{4A99B31A-D41B-D0B0-63F7-F12D4350574C}"/>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1049133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7A3324-CF26-0748-B4CF-963B702B3F50}"/>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7800C36E-23A3-A880-59DF-BC9A66F7F1F4}"/>
              </a:ext>
            </a:extLst>
          </p:cNvPr>
          <p:cNvSpPr>
            <a:spLocks noGrp="1"/>
          </p:cNvSpPr>
          <p:nvPr>
            <p:ph type="body" sz="quarter" idx="13" hasCustomPrompt="1"/>
          </p:nvPr>
        </p:nvSpPr>
        <p:spPr>
          <a:xfrm>
            <a:off x="4059299" y="804351"/>
            <a:ext cx="6292400" cy="1377087"/>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7A5A69EF-2F3B-DFCB-5808-DFE7FC9E747E}"/>
              </a:ext>
            </a:extLst>
          </p:cNvPr>
          <p:cNvSpPr>
            <a:spLocks noGrp="1"/>
          </p:cNvSpPr>
          <p:nvPr>
            <p:ph type="body" sz="quarter" idx="14" hasCustomPrompt="1"/>
          </p:nvPr>
        </p:nvSpPr>
        <p:spPr>
          <a:xfrm>
            <a:off x="232402" y="2342169"/>
            <a:ext cx="11672055" cy="3834795"/>
          </a:xfrm>
        </p:spPr>
        <p:txBody>
          <a:bodyPr numCol="4"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Title 1">
            <a:extLst>
              <a:ext uri="{FF2B5EF4-FFF2-40B4-BE49-F238E27FC236}">
                <a16:creationId xmlns:a16="http://schemas.microsoft.com/office/drawing/2014/main" id="{949DDFE2-9038-836D-DA36-FAA59D5D3400}"/>
              </a:ext>
            </a:extLst>
          </p:cNvPr>
          <p:cNvSpPr>
            <a:spLocks noGrp="1"/>
          </p:cNvSpPr>
          <p:nvPr>
            <p:ph type="title" hasCustomPrompt="1"/>
          </p:nvPr>
        </p:nvSpPr>
        <p:spPr>
          <a:xfrm>
            <a:off x="228352" y="849280"/>
            <a:ext cx="3101445" cy="1356365"/>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16" name="Group 15">
            <a:extLst>
              <a:ext uri="{FF2B5EF4-FFF2-40B4-BE49-F238E27FC236}">
                <a16:creationId xmlns:a16="http://schemas.microsoft.com/office/drawing/2014/main" id="{E8D51EC2-0C3E-D847-A05D-4AB70622EA52}"/>
              </a:ext>
            </a:extLst>
          </p:cNvPr>
          <p:cNvGrpSpPr/>
          <p:nvPr userDrawn="1"/>
        </p:nvGrpSpPr>
        <p:grpSpPr>
          <a:xfrm>
            <a:off x="11084202" y="316459"/>
            <a:ext cx="761727" cy="157980"/>
            <a:chOff x="9242701" y="249950"/>
            <a:chExt cx="652960" cy="135423"/>
          </a:xfrm>
        </p:grpSpPr>
        <p:sp>
          <p:nvSpPr>
            <p:cNvPr id="17" name="object 11">
              <a:extLst>
                <a:ext uri="{FF2B5EF4-FFF2-40B4-BE49-F238E27FC236}">
                  <a16:creationId xmlns:a16="http://schemas.microsoft.com/office/drawing/2014/main" id="{29221EF7-6A51-8F7D-B564-929FB26C6D95}"/>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8" name="object 12">
              <a:extLst>
                <a:ext uri="{FF2B5EF4-FFF2-40B4-BE49-F238E27FC236}">
                  <a16:creationId xmlns:a16="http://schemas.microsoft.com/office/drawing/2014/main" id="{218582E0-2A5B-56D8-0C63-76593A0A51A3}"/>
                </a:ext>
              </a:extLst>
            </p:cNvPr>
            <p:cNvGrpSpPr/>
            <p:nvPr/>
          </p:nvGrpSpPr>
          <p:grpSpPr>
            <a:xfrm>
              <a:off x="9242701" y="249950"/>
              <a:ext cx="202816" cy="135423"/>
              <a:chOff x="18288992" y="494982"/>
              <a:chExt cx="401320" cy="267970"/>
            </a:xfrm>
          </p:grpSpPr>
          <p:sp>
            <p:nvSpPr>
              <p:cNvPr id="19" name="object 13">
                <a:extLst>
                  <a:ext uri="{FF2B5EF4-FFF2-40B4-BE49-F238E27FC236}">
                    <a16:creationId xmlns:a16="http://schemas.microsoft.com/office/drawing/2014/main" id="{EA476F20-B3D1-DC85-8A95-9A5505D7C3D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0" name="object 14">
                <a:extLst>
                  <a:ext uri="{FF2B5EF4-FFF2-40B4-BE49-F238E27FC236}">
                    <a16:creationId xmlns:a16="http://schemas.microsoft.com/office/drawing/2014/main" id="{3582D895-C8C8-B690-AD9F-10B1629E86CE}"/>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1" name="object 15">
                <a:extLst>
                  <a:ext uri="{FF2B5EF4-FFF2-40B4-BE49-F238E27FC236}">
                    <a16:creationId xmlns:a16="http://schemas.microsoft.com/office/drawing/2014/main" id="{D161E6C6-0726-A22E-7F8C-EBF4C37F083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5" name="TextBox 24">
            <a:extLst>
              <a:ext uri="{FF2B5EF4-FFF2-40B4-BE49-F238E27FC236}">
                <a16:creationId xmlns:a16="http://schemas.microsoft.com/office/drawing/2014/main" id="{8C19C1E7-8295-246C-61F7-8607BE60CAD7}"/>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pic>
        <p:nvPicPr>
          <p:cNvPr id="4" name="Graphic 3">
            <a:extLst>
              <a:ext uri="{FF2B5EF4-FFF2-40B4-BE49-F238E27FC236}">
                <a16:creationId xmlns:a16="http://schemas.microsoft.com/office/drawing/2014/main" id="{97A42961-D304-ACF4-1E29-27BCD6E6849A}"/>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69BCA98C-CA71-E04F-CA3E-98D15862742A}"/>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hcSlideMaster77.Content 1Header" descr="Classification: Internal">
            <a:extLst>
              <a:ext uri="{FF2B5EF4-FFF2-40B4-BE49-F238E27FC236}">
                <a16:creationId xmlns:a16="http://schemas.microsoft.com/office/drawing/2014/main" id="{EA44E09F-330D-1DE1-0D92-F6A69414F4A5}"/>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8290496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rgbClr val="FDEEE5"/>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8B7FC8-EE15-AEF0-1D58-CE9F1AEC3A63}"/>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10" name="Text Placeholder 6">
            <a:extLst>
              <a:ext uri="{FF2B5EF4-FFF2-40B4-BE49-F238E27FC236}">
                <a16:creationId xmlns:a16="http://schemas.microsoft.com/office/drawing/2014/main" id="{B58CDEAE-0597-06FC-ABED-A9C01545D022}"/>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Picture Placeholder 11">
            <a:extLst>
              <a:ext uri="{FF2B5EF4-FFF2-40B4-BE49-F238E27FC236}">
                <a16:creationId xmlns:a16="http://schemas.microsoft.com/office/drawing/2014/main" id="{B5D368A5-187B-6D30-1945-820656F673A2}"/>
              </a:ext>
            </a:extLst>
          </p:cNvPr>
          <p:cNvSpPr>
            <a:spLocks noGrp="1"/>
          </p:cNvSpPr>
          <p:nvPr>
            <p:ph type="pic" sz="quarter" idx="15"/>
          </p:nvPr>
        </p:nvSpPr>
        <p:spPr>
          <a:xfrm>
            <a:off x="5" y="1811342"/>
            <a:ext cx="3675063" cy="4365625"/>
          </a:xfrm>
          <a:solidFill>
            <a:schemeClr val="bg1">
              <a:lumMod val="95000"/>
            </a:schemeClr>
          </a:solidFill>
        </p:spPr>
        <p:txBody>
          <a:bodyPr anchor="ctr"/>
          <a:lstStyle>
            <a:lvl1pPr algn="ctr">
              <a:defRPr/>
            </a:lvl1pPr>
          </a:lstStyle>
          <a:p>
            <a:endParaRPr lang="en-US"/>
          </a:p>
        </p:txBody>
      </p:sp>
      <p:sp>
        <p:nvSpPr>
          <p:cNvPr id="17" name="Title 1">
            <a:extLst>
              <a:ext uri="{FF2B5EF4-FFF2-40B4-BE49-F238E27FC236}">
                <a16:creationId xmlns:a16="http://schemas.microsoft.com/office/drawing/2014/main" id="{57CA5432-E6C4-9E0E-4AE7-A5CAD48F4F7D}"/>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21" name="Group 20">
            <a:extLst>
              <a:ext uri="{FF2B5EF4-FFF2-40B4-BE49-F238E27FC236}">
                <a16:creationId xmlns:a16="http://schemas.microsoft.com/office/drawing/2014/main" id="{53874EF4-1CF7-7897-D289-2ACFF353C026}"/>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6613F8F-3605-BDAD-82A2-772717016A50}"/>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D5DDB524-DC96-9CC5-5D30-5121EC25B0F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08685EC9-126E-7223-FB54-4682ABB8AF49}"/>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638480FE-5064-365E-0764-1EDB515E42D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9EB73C38-AE3B-108A-9FC8-295E5E8C530C}"/>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6423817E-A03D-F66B-1D8F-EA47C579A065}"/>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FE6531A4-AC65-DAA4-746A-F38372DF5A77}"/>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Box 4">
            <a:extLst>
              <a:ext uri="{FF2B5EF4-FFF2-40B4-BE49-F238E27FC236}">
                <a16:creationId xmlns:a16="http://schemas.microsoft.com/office/drawing/2014/main" id="{8B41A0BF-0CD5-7795-41E0-5B4DAE774BA6}"/>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sp>
        <p:nvSpPr>
          <p:cNvPr id="6" name="hcSlideMaster77.Content 2Header" descr="Classification: Internal">
            <a:extLst>
              <a:ext uri="{FF2B5EF4-FFF2-40B4-BE49-F238E27FC236}">
                <a16:creationId xmlns:a16="http://schemas.microsoft.com/office/drawing/2014/main" id="{0758FCA0-319B-2FD3-7740-079A89BAC3E2}"/>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41282435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85254999-0687-9882-5AD2-9787176AA3A3}"/>
              </a:ext>
            </a:extLst>
          </p:cNvPr>
          <p:cNvSpPr>
            <a:spLocks noGrp="1"/>
          </p:cNvSpPr>
          <p:nvPr>
            <p:ph type="body" sz="quarter" idx="13" hasCustomPrompt="1"/>
          </p:nvPr>
        </p:nvSpPr>
        <p:spPr>
          <a:xfrm>
            <a:off x="245653" y="1783836"/>
            <a:ext cx="3560323" cy="4427525"/>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CCEC5A13-BD8A-5C44-99F9-90183704A03F}"/>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4" name="Graphic 3">
            <a:extLst>
              <a:ext uri="{FF2B5EF4-FFF2-40B4-BE49-F238E27FC236}">
                <a16:creationId xmlns:a16="http://schemas.microsoft.com/office/drawing/2014/main" id="{9F0A3190-D876-F868-7528-3B21E3629955}"/>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3F169B47-9582-357D-7FF0-C5999DA82B77}"/>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TextBox 1">
            <a:extLst>
              <a:ext uri="{FF2B5EF4-FFF2-40B4-BE49-F238E27FC236}">
                <a16:creationId xmlns:a16="http://schemas.microsoft.com/office/drawing/2014/main" id="{3B8A80D8-AAAA-7D22-921D-7AC65AD174DC}"/>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sp>
        <p:nvSpPr>
          <p:cNvPr id="6" name="hcSlideMaster77.Content 3Header" descr="Classification: Internal">
            <a:extLst>
              <a:ext uri="{FF2B5EF4-FFF2-40B4-BE49-F238E27FC236}">
                <a16:creationId xmlns:a16="http://schemas.microsoft.com/office/drawing/2014/main" id="{4EA343F2-8358-6DE9-3E67-9179F1597EC8}"/>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6510754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tx2"/>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676F08B8-0EF2-276E-D85F-151FA39423C7}"/>
              </a:ext>
            </a:extLst>
          </p:cNvPr>
          <p:cNvSpPr txBox="1"/>
          <p:nvPr userDrawn="1"/>
        </p:nvSpPr>
        <p:spPr>
          <a:xfrm>
            <a:off x="323648" y="1693821"/>
            <a:ext cx="2467781" cy="1265748"/>
          </a:xfrm>
          <a:prstGeom prst="rect">
            <a:avLst/>
          </a:prstGeom>
        </p:spPr>
        <p:txBody>
          <a:bodyPr vert="horz" wrap="square" lIns="0" tIns="31449" rIns="0" bIns="0" rtlCol="0">
            <a:spAutoFit/>
          </a:bodyPr>
          <a:lstStyle/>
          <a:p>
            <a:pPr marL="6419">
              <a:lnSpc>
                <a:spcPct val="120000"/>
              </a:lnSpc>
              <a:spcBef>
                <a:spcPts val="248"/>
              </a:spcBef>
            </a:pPr>
            <a:r>
              <a:rPr sz="1100" spc="81">
                <a:solidFill>
                  <a:schemeClr val="bg2"/>
                </a:solidFill>
                <a:latin typeface="DMSans-Medium"/>
                <a:cs typeface="DMSans-Medium"/>
              </a:rPr>
              <a:t>ASIA</a:t>
            </a:r>
            <a:r>
              <a:rPr sz="1100" spc="223">
                <a:solidFill>
                  <a:schemeClr val="bg2"/>
                </a:solidFill>
                <a:latin typeface="DMSans-Medium"/>
                <a:cs typeface="DMSans-Medium"/>
              </a:rPr>
              <a:t> </a:t>
            </a:r>
            <a:r>
              <a:rPr sz="1100" spc="71">
                <a:solidFill>
                  <a:schemeClr val="bg2"/>
                </a:solidFill>
                <a:latin typeface="DMSans-Medium"/>
                <a:cs typeface="DMSans-Medium"/>
              </a:rPr>
              <a:t>PACIFIC </a:t>
            </a:r>
            <a:endParaRPr sz="1100">
              <a:solidFill>
                <a:schemeClr val="bg2"/>
              </a:solidFill>
              <a:latin typeface="DMSans-Medium"/>
              <a:cs typeface="DMSans-Medium"/>
            </a:endParaRPr>
          </a:p>
          <a:p>
            <a:pPr marL="6419" marR="2567">
              <a:lnSpc>
                <a:spcPct val="120000"/>
              </a:lnSpc>
            </a:pPr>
            <a:r>
              <a:rPr sz="1100">
                <a:solidFill>
                  <a:srgbClr val="FFFFFF"/>
                </a:solidFill>
                <a:latin typeface="DM Sans"/>
                <a:cs typeface="DM Sans"/>
              </a:rPr>
              <a:t>25</a:t>
            </a:r>
            <a:r>
              <a:rPr sz="1100" spc="-19">
                <a:solidFill>
                  <a:srgbClr val="FFFFFF"/>
                </a:solidFill>
                <a:latin typeface="DM Sans"/>
                <a:cs typeface="DM Sans"/>
              </a:rPr>
              <a:t> </a:t>
            </a:r>
            <a:r>
              <a:rPr sz="1100">
                <a:solidFill>
                  <a:srgbClr val="FFFFFF"/>
                </a:solidFill>
                <a:latin typeface="DM Sans"/>
                <a:cs typeface="DM Sans"/>
              </a:rPr>
              <a:t>Rajiv</a:t>
            </a:r>
            <a:r>
              <a:rPr sz="1100" spc="-19">
                <a:solidFill>
                  <a:srgbClr val="FFFFFF"/>
                </a:solidFill>
                <a:latin typeface="DM Sans"/>
                <a:cs typeface="DM Sans"/>
              </a:rPr>
              <a:t> </a:t>
            </a:r>
            <a:r>
              <a:rPr sz="1100">
                <a:solidFill>
                  <a:srgbClr val="FFFFFF"/>
                </a:solidFill>
                <a:latin typeface="DM Sans"/>
                <a:cs typeface="DM Sans"/>
              </a:rPr>
              <a:t>Gandhi</a:t>
            </a:r>
            <a:r>
              <a:rPr sz="1100" spc="-19">
                <a:solidFill>
                  <a:srgbClr val="FFFFFF"/>
                </a:solidFill>
                <a:latin typeface="DM Sans"/>
                <a:cs typeface="DM Sans"/>
              </a:rPr>
              <a:t> </a:t>
            </a:r>
            <a:r>
              <a:rPr sz="1100">
                <a:solidFill>
                  <a:srgbClr val="FFFFFF"/>
                </a:solidFill>
                <a:latin typeface="DM Sans"/>
                <a:cs typeface="DM Sans"/>
              </a:rPr>
              <a:t>Infotech</a:t>
            </a:r>
            <a:r>
              <a:rPr sz="1100" spc="-19">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err="1">
                <a:solidFill>
                  <a:srgbClr val="FFFFFF"/>
                </a:solidFill>
                <a:latin typeface="DM Sans"/>
                <a:cs typeface="DM Sans"/>
              </a:rPr>
              <a:t>Hinjawadi</a:t>
            </a:r>
            <a:r>
              <a:rPr sz="1100">
                <a:solidFill>
                  <a:srgbClr val="FFFFFF"/>
                </a:solidFill>
                <a:latin typeface="DM Sans"/>
                <a:cs typeface="DM Sans"/>
              </a:rPr>
              <a:t>,</a:t>
            </a:r>
            <a:r>
              <a:rPr sz="1100" spc="-33">
                <a:solidFill>
                  <a:srgbClr val="FFFFFF"/>
                </a:solidFill>
                <a:latin typeface="DM Sans"/>
                <a:cs typeface="DM Sans"/>
              </a:rPr>
              <a:t> </a:t>
            </a:r>
            <a:r>
              <a:rPr sz="1100" spc="-11">
                <a:solidFill>
                  <a:srgbClr val="FFFFFF"/>
                </a:solidFill>
                <a:latin typeface="DM Sans"/>
                <a:cs typeface="DM Sans"/>
              </a:rPr>
              <a:t>Pune</a:t>
            </a:r>
            <a:endParaRPr sz="1100">
              <a:latin typeface="DM Sans"/>
              <a:cs typeface="DM Sans"/>
            </a:endParaRPr>
          </a:p>
          <a:p>
            <a:pPr marL="6419" marR="1210942">
              <a:lnSpc>
                <a:spcPct val="120000"/>
              </a:lnSpc>
            </a:pPr>
            <a:r>
              <a:rPr sz="1100" spc="-7">
                <a:solidFill>
                  <a:srgbClr val="FFFFFF"/>
                </a:solidFill>
                <a:latin typeface="DM Sans"/>
                <a:cs typeface="DM Sans"/>
              </a:rPr>
              <a:t>India</a:t>
            </a:r>
            <a:br>
              <a:rPr lang="en-GB" sz="1100" spc="-7">
                <a:solidFill>
                  <a:srgbClr val="FFFFFF"/>
                </a:solidFill>
                <a:latin typeface="DM Sans"/>
                <a:cs typeface="DM Sans"/>
              </a:rPr>
            </a:br>
            <a:r>
              <a:rPr sz="1100" spc="-7">
                <a:solidFill>
                  <a:srgbClr val="FFFFFF"/>
                </a:solidFill>
                <a:latin typeface="DM Sans"/>
                <a:cs typeface="DM Sans"/>
              </a:rPr>
              <a:t>411057</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28">
                <a:solidFill>
                  <a:srgbClr val="FFFFFF"/>
                </a:solidFill>
                <a:latin typeface="DM Sans"/>
                <a:cs typeface="DM Sans"/>
              </a:rPr>
              <a:t> </a:t>
            </a:r>
            <a:r>
              <a:rPr sz="1100">
                <a:solidFill>
                  <a:srgbClr val="FFFFFF"/>
                </a:solidFill>
                <a:latin typeface="DM Sans"/>
                <a:cs typeface="DM Sans"/>
              </a:rPr>
              <a:t>+91</a:t>
            </a:r>
            <a:r>
              <a:rPr sz="1100" spc="-28">
                <a:solidFill>
                  <a:srgbClr val="FFFFFF"/>
                </a:solidFill>
                <a:latin typeface="DM Sans"/>
                <a:cs typeface="DM Sans"/>
              </a:rPr>
              <a:t> </a:t>
            </a:r>
            <a:r>
              <a:rPr sz="1100">
                <a:solidFill>
                  <a:srgbClr val="FFFFFF"/>
                </a:solidFill>
                <a:latin typeface="DM Sans"/>
                <a:cs typeface="DM Sans"/>
              </a:rPr>
              <a:t>20</a:t>
            </a:r>
            <a:r>
              <a:rPr sz="1100" spc="-28">
                <a:solidFill>
                  <a:srgbClr val="FFFFFF"/>
                </a:solidFill>
                <a:latin typeface="DM Sans"/>
                <a:cs typeface="DM Sans"/>
              </a:rPr>
              <a:t> </a:t>
            </a:r>
            <a:r>
              <a:rPr sz="1100">
                <a:solidFill>
                  <a:srgbClr val="FFFFFF"/>
                </a:solidFill>
                <a:latin typeface="DM Sans"/>
                <a:cs typeface="DM Sans"/>
              </a:rPr>
              <a:t>6652</a:t>
            </a:r>
            <a:r>
              <a:rPr sz="1100" spc="-27">
                <a:solidFill>
                  <a:srgbClr val="FFFFFF"/>
                </a:solidFill>
                <a:latin typeface="DM Sans"/>
                <a:cs typeface="DM Sans"/>
              </a:rPr>
              <a:t> </a:t>
            </a:r>
            <a:r>
              <a:rPr sz="1100" spc="-11">
                <a:solidFill>
                  <a:srgbClr val="FFFFFF"/>
                </a:solidFill>
                <a:latin typeface="DM Sans"/>
                <a:cs typeface="DM Sans"/>
              </a:rPr>
              <a:t>9090</a:t>
            </a:r>
            <a:endParaRPr sz="1100">
              <a:latin typeface="DM Sans"/>
              <a:cs typeface="DM Sans"/>
            </a:endParaRPr>
          </a:p>
        </p:txBody>
      </p:sp>
      <p:sp>
        <p:nvSpPr>
          <p:cNvPr id="13" name="object 4">
            <a:extLst>
              <a:ext uri="{FF2B5EF4-FFF2-40B4-BE49-F238E27FC236}">
                <a16:creationId xmlns:a16="http://schemas.microsoft.com/office/drawing/2014/main" id="{BF26C33B-9003-AF9E-198E-D60A669D328F}"/>
              </a:ext>
            </a:extLst>
          </p:cNvPr>
          <p:cNvSpPr txBox="1"/>
          <p:nvPr userDrawn="1"/>
        </p:nvSpPr>
        <p:spPr>
          <a:xfrm>
            <a:off x="323650" y="3110926"/>
            <a:ext cx="3097129" cy="1672013"/>
          </a:xfrm>
          <a:prstGeom prst="rect">
            <a:avLst/>
          </a:prstGeom>
        </p:spPr>
        <p:txBody>
          <a:bodyPr vert="horz" wrap="square" lIns="0" tIns="31449" rIns="0" bIns="0" rtlCol="0">
            <a:spAutoFit/>
          </a:bodyPr>
          <a:lstStyle/>
          <a:p>
            <a:pPr marL="6419">
              <a:lnSpc>
                <a:spcPct val="120000"/>
              </a:lnSpc>
              <a:spcBef>
                <a:spcPts val="248"/>
              </a:spcBef>
            </a:pPr>
            <a:r>
              <a:rPr sz="1100" spc="83">
                <a:solidFill>
                  <a:schemeClr val="bg2"/>
                </a:solidFill>
                <a:latin typeface="DMSans-Medium"/>
                <a:cs typeface="DMSans-Medium"/>
              </a:rPr>
              <a:t>EUROPE </a:t>
            </a:r>
            <a:endParaRPr sz="1100">
              <a:solidFill>
                <a:schemeClr val="bg2"/>
              </a:solidFill>
              <a:latin typeface="DMSans-Medium"/>
              <a:cs typeface="DMSans-Medium"/>
            </a:endParaRPr>
          </a:p>
          <a:p>
            <a:pPr marL="6419" marR="2567">
              <a:lnSpc>
                <a:spcPct val="120000"/>
              </a:lnSpc>
            </a:pPr>
            <a:r>
              <a:rPr sz="1100">
                <a:solidFill>
                  <a:srgbClr val="FFFFFF"/>
                </a:solidFill>
                <a:latin typeface="DM Sans"/>
                <a:cs typeface="DM Sans"/>
              </a:rPr>
              <a:t>The</a:t>
            </a:r>
            <a:r>
              <a:rPr sz="1100" spc="-12">
                <a:solidFill>
                  <a:srgbClr val="FFFFFF"/>
                </a:solidFill>
                <a:latin typeface="DM Sans"/>
                <a:cs typeface="DM Sans"/>
              </a:rPr>
              <a:t> </a:t>
            </a:r>
            <a:r>
              <a:rPr sz="1100">
                <a:solidFill>
                  <a:srgbClr val="FFFFFF"/>
                </a:solidFill>
                <a:latin typeface="DM Sans"/>
                <a:cs typeface="DM Sans"/>
              </a:rPr>
              <a:t>European</a:t>
            </a:r>
            <a:r>
              <a:rPr sz="1100" spc="-11">
                <a:solidFill>
                  <a:srgbClr val="FFFFFF"/>
                </a:solidFill>
                <a:latin typeface="DM Sans"/>
                <a:cs typeface="DM Sans"/>
              </a:rPr>
              <a:t> </a:t>
            </a:r>
            <a:r>
              <a:rPr sz="1100" spc="-7">
                <a:solidFill>
                  <a:srgbClr val="FFFFFF"/>
                </a:solidFill>
                <a:latin typeface="DM Sans"/>
                <a:cs typeface="DM Sans"/>
              </a:rPr>
              <a:t>Innovation</a:t>
            </a:r>
            <a:br>
              <a:rPr lang="en-GB" sz="1100" spc="-11">
                <a:solidFill>
                  <a:srgbClr val="FFFFFF"/>
                </a:solidFill>
                <a:latin typeface="DM Sans"/>
                <a:cs typeface="DM Sans"/>
              </a:rPr>
            </a:br>
            <a:r>
              <a:rPr sz="1100" spc="-12">
                <a:solidFill>
                  <a:srgbClr val="FFFFFF"/>
                </a:solidFill>
                <a:latin typeface="DM Sans"/>
                <a:cs typeface="DM Sans"/>
              </a:rPr>
              <a:t>and </a:t>
            </a:r>
            <a:r>
              <a:rPr sz="1100">
                <a:solidFill>
                  <a:srgbClr val="FFFFFF"/>
                </a:solidFill>
                <a:latin typeface="DM Sans"/>
                <a:cs typeface="DM Sans"/>
              </a:rPr>
              <a:t>Development</a:t>
            </a:r>
            <a:r>
              <a:rPr sz="1100" spc="-33">
                <a:solidFill>
                  <a:srgbClr val="FFFFFF"/>
                </a:solidFill>
                <a:latin typeface="DM Sans"/>
                <a:cs typeface="DM Sans"/>
              </a:rPr>
              <a:t> </a:t>
            </a:r>
            <a:r>
              <a:rPr sz="1100">
                <a:solidFill>
                  <a:srgbClr val="FFFFFF"/>
                </a:solidFill>
                <a:latin typeface="DM Sans"/>
                <a:cs typeface="DM Sans"/>
              </a:rPr>
              <a:t>Centre</a:t>
            </a:r>
            <a:r>
              <a:rPr sz="1100" spc="-31">
                <a:solidFill>
                  <a:srgbClr val="FFFFFF"/>
                </a:solidFill>
                <a:latin typeface="DM Sans"/>
                <a:cs typeface="DM Sans"/>
              </a:rPr>
              <a:t> </a:t>
            </a:r>
            <a:r>
              <a:rPr sz="1100" spc="-7">
                <a:solidFill>
                  <a:srgbClr val="FFFFFF"/>
                </a:solidFill>
                <a:latin typeface="DM Sans"/>
                <a:cs typeface="DM Sans"/>
              </a:rPr>
              <a:t>(E</a:t>
            </a:r>
            <a:r>
              <a:rPr lang="en-US" sz="1100" spc="-7">
                <a:solidFill>
                  <a:srgbClr val="FFFFFF"/>
                </a:solidFill>
                <a:latin typeface="DM Sans"/>
                <a:cs typeface="DM Sans"/>
              </a:rPr>
              <a:t>I</a:t>
            </a:r>
            <a:r>
              <a:rPr sz="1100" spc="-7">
                <a:solidFill>
                  <a:srgbClr val="FFFFFF"/>
                </a:solidFill>
                <a:latin typeface="DM Sans"/>
                <a:cs typeface="DM Sans"/>
              </a:rPr>
              <a:t>DC)</a:t>
            </a:r>
            <a:br>
              <a:rPr lang="en-GB" sz="1100" spc="-7">
                <a:solidFill>
                  <a:srgbClr val="FFFFFF"/>
                </a:solidFill>
                <a:latin typeface="DM Sans"/>
                <a:cs typeface="DM Sans"/>
              </a:rPr>
            </a:br>
            <a:r>
              <a:rPr sz="1100">
                <a:solidFill>
                  <a:srgbClr val="FFFFFF"/>
                </a:solidFill>
                <a:latin typeface="DM Sans"/>
                <a:cs typeface="DM Sans"/>
              </a:rPr>
              <a:t>Olympus </a:t>
            </a:r>
            <a:r>
              <a:rPr sz="1100" spc="-7">
                <a:solidFill>
                  <a:srgbClr val="FFFFFF"/>
                </a:solidFill>
                <a:latin typeface="DM Sans"/>
                <a:cs typeface="DM Sans"/>
              </a:rPr>
              <a:t>Avenue</a:t>
            </a:r>
            <a:endParaRPr sz="1100">
              <a:latin typeface="DM Sans"/>
              <a:cs typeface="DM Sans"/>
            </a:endParaRPr>
          </a:p>
          <a:p>
            <a:pPr marL="6419" marR="737668">
              <a:lnSpc>
                <a:spcPct val="120000"/>
              </a:lnSpc>
            </a:pPr>
            <a:r>
              <a:rPr sz="1100" spc="-7" err="1">
                <a:solidFill>
                  <a:srgbClr val="FFFFFF"/>
                </a:solidFill>
                <a:latin typeface="DM Sans"/>
                <a:cs typeface="DM Sans"/>
              </a:rPr>
              <a:t>Tachbrook</a:t>
            </a:r>
            <a:r>
              <a:rPr sz="1100" spc="-47">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a:solidFill>
                  <a:srgbClr val="FFFFFF"/>
                </a:solidFill>
                <a:latin typeface="DM Sans"/>
                <a:cs typeface="DM Sans"/>
              </a:rPr>
              <a:t>Warwick,</a:t>
            </a:r>
            <a:r>
              <a:rPr sz="1100" spc="-47">
                <a:solidFill>
                  <a:srgbClr val="FFFFFF"/>
                </a:solidFill>
                <a:latin typeface="DM Sans"/>
                <a:cs typeface="DM Sans"/>
              </a:rPr>
              <a:t> </a:t>
            </a:r>
            <a:r>
              <a:rPr sz="1100" spc="-12">
                <a:solidFill>
                  <a:srgbClr val="FFFFFF"/>
                </a:solidFill>
                <a:latin typeface="DM Sans"/>
                <a:cs typeface="DM Sans"/>
              </a:rPr>
              <a:t>UK</a:t>
            </a:r>
            <a:br>
              <a:rPr lang="en-GB" sz="1100" spc="-12">
                <a:solidFill>
                  <a:srgbClr val="FFFFFF"/>
                </a:solidFill>
                <a:latin typeface="DM Sans"/>
                <a:cs typeface="DM Sans"/>
              </a:rPr>
            </a:br>
            <a:r>
              <a:rPr sz="1100">
                <a:solidFill>
                  <a:srgbClr val="FFFFFF"/>
                </a:solidFill>
                <a:latin typeface="DM Sans"/>
                <a:cs typeface="DM Sans"/>
              </a:rPr>
              <a:t>CV34</a:t>
            </a:r>
            <a:r>
              <a:rPr sz="1100" spc="-19">
                <a:solidFill>
                  <a:srgbClr val="FFFFFF"/>
                </a:solidFill>
                <a:latin typeface="DM Sans"/>
                <a:cs typeface="DM Sans"/>
              </a:rPr>
              <a:t> </a:t>
            </a:r>
            <a:r>
              <a:rPr sz="1100" spc="-12">
                <a:solidFill>
                  <a:srgbClr val="FFFFFF"/>
                </a:solidFill>
                <a:latin typeface="DM Sans"/>
                <a:cs typeface="DM Sans"/>
              </a:rPr>
              <a:t>6RJ</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31">
                <a:solidFill>
                  <a:srgbClr val="FFFFFF"/>
                </a:solidFill>
                <a:latin typeface="DM Sans"/>
                <a:cs typeface="DM Sans"/>
              </a:rPr>
              <a:t> </a:t>
            </a:r>
            <a:r>
              <a:rPr sz="1100">
                <a:solidFill>
                  <a:srgbClr val="FFFFFF"/>
                </a:solidFill>
                <a:latin typeface="DM Sans"/>
                <a:cs typeface="DM Sans"/>
              </a:rPr>
              <a:t>+44</a:t>
            </a:r>
            <a:r>
              <a:rPr sz="1100" spc="-28">
                <a:solidFill>
                  <a:srgbClr val="FFFFFF"/>
                </a:solidFill>
                <a:latin typeface="DM Sans"/>
                <a:cs typeface="DM Sans"/>
              </a:rPr>
              <a:t> </a:t>
            </a:r>
            <a:r>
              <a:rPr sz="1100" spc="-11">
                <a:solidFill>
                  <a:srgbClr val="FFFFFF"/>
                </a:solidFill>
                <a:latin typeface="DM Sans"/>
                <a:cs typeface="DM Sans"/>
              </a:rPr>
              <a:t>(0)</a:t>
            </a:r>
            <a:r>
              <a:rPr sz="1100" spc="-31">
                <a:solidFill>
                  <a:srgbClr val="FFFFFF"/>
                </a:solidFill>
                <a:latin typeface="DM Sans"/>
                <a:cs typeface="DM Sans"/>
              </a:rPr>
              <a:t> </a:t>
            </a:r>
            <a:r>
              <a:rPr sz="1100">
                <a:solidFill>
                  <a:srgbClr val="FFFFFF"/>
                </a:solidFill>
                <a:latin typeface="DM Sans"/>
                <a:cs typeface="DM Sans"/>
              </a:rPr>
              <a:t>8443</a:t>
            </a:r>
            <a:r>
              <a:rPr sz="1100" spc="-28">
                <a:solidFill>
                  <a:srgbClr val="FFFFFF"/>
                </a:solidFill>
                <a:latin typeface="DM Sans"/>
                <a:cs typeface="DM Sans"/>
              </a:rPr>
              <a:t> </a:t>
            </a:r>
            <a:r>
              <a:rPr sz="1100">
                <a:solidFill>
                  <a:srgbClr val="FFFFFF"/>
                </a:solidFill>
                <a:latin typeface="DM Sans"/>
                <a:cs typeface="DM Sans"/>
              </a:rPr>
              <a:t>759</a:t>
            </a:r>
            <a:r>
              <a:rPr sz="1100" spc="-28">
                <a:solidFill>
                  <a:srgbClr val="FFFFFF"/>
                </a:solidFill>
                <a:latin typeface="DM Sans"/>
                <a:cs typeface="DM Sans"/>
              </a:rPr>
              <a:t> </a:t>
            </a:r>
            <a:r>
              <a:rPr sz="1100" spc="-12">
                <a:solidFill>
                  <a:srgbClr val="FFFFFF"/>
                </a:solidFill>
                <a:latin typeface="DM Sans"/>
                <a:cs typeface="DM Sans"/>
              </a:rPr>
              <a:t>685</a:t>
            </a:r>
            <a:endParaRPr sz="1100">
              <a:latin typeface="DM Sans"/>
              <a:cs typeface="DM Sans"/>
            </a:endParaRPr>
          </a:p>
        </p:txBody>
      </p:sp>
      <p:sp>
        <p:nvSpPr>
          <p:cNvPr id="14" name="object 5">
            <a:extLst>
              <a:ext uri="{FF2B5EF4-FFF2-40B4-BE49-F238E27FC236}">
                <a16:creationId xmlns:a16="http://schemas.microsoft.com/office/drawing/2014/main" id="{6A3C39D7-D3DF-5D8A-DB08-939B708E7FE3}"/>
              </a:ext>
            </a:extLst>
          </p:cNvPr>
          <p:cNvSpPr txBox="1"/>
          <p:nvPr userDrawn="1"/>
        </p:nvSpPr>
        <p:spPr>
          <a:xfrm>
            <a:off x="323319" y="4869200"/>
            <a:ext cx="2295732" cy="1291396"/>
          </a:xfrm>
          <a:prstGeom prst="rect">
            <a:avLst/>
          </a:prstGeom>
        </p:spPr>
        <p:txBody>
          <a:bodyPr vert="horz" wrap="square" lIns="0" tIns="31449" rIns="0" bIns="0" rtlCol="0">
            <a:spAutoFit/>
          </a:bodyPr>
          <a:lstStyle/>
          <a:p>
            <a:pPr marL="6419">
              <a:lnSpc>
                <a:spcPct val="120000"/>
              </a:lnSpc>
              <a:spcBef>
                <a:spcPts val="248"/>
              </a:spcBef>
            </a:pPr>
            <a:r>
              <a:rPr sz="1100" spc="87">
                <a:solidFill>
                  <a:schemeClr val="bg2"/>
                </a:solidFill>
                <a:latin typeface="DMSans-Medium"/>
                <a:cs typeface="DMSans-Medium"/>
              </a:rPr>
              <a:t>NORTH</a:t>
            </a:r>
            <a:r>
              <a:rPr sz="1100" spc="219">
                <a:solidFill>
                  <a:schemeClr val="bg2"/>
                </a:solidFill>
                <a:latin typeface="DMSans-Medium"/>
                <a:cs typeface="DMSans-Medium"/>
              </a:rPr>
              <a:t> </a:t>
            </a:r>
            <a:r>
              <a:rPr sz="1100" spc="87">
                <a:solidFill>
                  <a:schemeClr val="bg2"/>
                </a:solidFill>
                <a:latin typeface="DMSans-Medium"/>
                <a:cs typeface="DMSans-Medium"/>
              </a:rPr>
              <a:t>AMERICA</a:t>
            </a:r>
            <a:endParaRPr sz="1100">
              <a:solidFill>
                <a:schemeClr val="bg2"/>
              </a:solidFill>
              <a:latin typeface="DMSans-Medium"/>
              <a:cs typeface="DMSans-Medium"/>
            </a:endParaRPr>
          </a:p>
          <a:p>
            <a:pPr marL="6419">
              <a:lnSpc>
                <a:spcPct val="120000"/>
              </a:lnSpc>
              <a:spcBef>
                <a:spcPts val="200"/>
              </a:spcBef>
            </a:pPr>
            <a:r>
              <a:rPr sz="1100">
                <a:solidFill>
                  <a:srgbClr val="FFFFFF"/>
                </a:solidFill>
                <a:latin typeface="DM Sans"/>
                <a:cs typeface="DM Sans"/>
              </a:rPr>
              <a:t>6001 Cass </a:t>
            </a:r>
            <a:r>
              <a:rPr sz="1100" spc="-7">
                <a:solidFill>
                  <a:srgbClr val="FFFFFF"/>
                </a:solidFill>
                <a:latin typeface="DM Sans"/>
                <a:cs typeface="DM Sans"/>
              </a:rPr>
              <a:t>Avenue</a:t>
            </a:r>
            <a:endParaRPr sz="1100">
              <a:latin typeface="DM Sans"/>
              <a:cs typeface="DM Sans"/>
            </a:endParaRPr>
          </a:p>
          <a:p>
            <a:pPr marL="6419" marR="497981">
              <a:lnSpc>
                <a:spcPct val="120000"/>
              </a:lnSpc>
              <a:spcBef>
                <a:spcPts val="3"/>
              </a:spcBef>
            </a:pPr>
            <a:r>
              <a:rPr sz="1100">
                <a:solidFill>
                  <a:srgbClr val="FFFFFF"/>
                </a:solidFill>
                <a:latin typeface="DM Sans"/>
                <a:cs typeface="DM Sans"/>
              </a:rPr>
              <a:t>Suite</a:t>
            </a:r>
            <a:r>
              <a:rPr sz="1100" spc="-16">
                <a:solidFill>
                  <a:srgbClr val="FFFFFF"/>
                </a:solidFill>
                <a:latin typeface="DM Sans"/>
                <a:cs typeface="DM Sans"/>
              </a:rPr>
              <a:t> </a:t>
            </a:r>
            <a:r>
              <a:rPr sz="1100" spc="-12">
                <a:solidFill>
                  <a:srgbClr val="FFFFFF"/>
                </a:solidFill>
                <a:latin typeface="DM Sans"/>
                <a:cs typeface="DM Sans"/>
              </a:rPr>
              <a:t>600</a:t>
            </a:r>
            <a:br>
              <a:rPr lang="en-GB" sz="1100" spc="-12">
                <a:solidFill>
                  <a:srgbClr val="FFFFFF"/>
                </a:solidFill>
                <a:latin typeface="DM Sans"/>
                <a:cs typeface="DM Sans"/>
              </a:rPr>
            </a:br>
            <a:r>
              <a:rPr sz="1100">
                <a:solidFill>
                  <a:srgbClr val="FFFFFF"/>
                </a:solidFill>
                <a:latin typeface="DM Sans"/>
                <a:cs typeface="DM Sans"/>
              </a:rPr>
              <a:t>Detroit</a:t>
            </a:r>
            <a:r>
              <a:rPr sz="1100" spc="-36">
                <a:solidFill>
                  <a:srgbClr val="FFFFFF"/>
                </a:solidFill>
                <a:latin typeface="DM Sans"/>
                <a:cs typeface="DM Sans"/>
              </a:rPr>
              <a:t> </a:t>
            </a:r>
            <a:r>
              <a:rPr sz="1100" spc="-12">
                <a:solidFill>
                  <a:srgbClr val="FFFFFF"/>
                </a:solidFill>
                <a:latin typeface="DM Sans"/>
                <a:cs typeface="DM Sans"/>
              </a:rPr>
              <a:t>MI</a:t>
            </a:r>
            <a:br>
              <a:rPr lang="en-GB" sz="1100" spc="-12">
                <a:solidFill>
                  <a:srgbClr val="FFFFFF"/>
                </a:solidFill>
                <a:latin typeface="DM Sans"/>
                <a:cs typeface="DM Sans"/>
              </a:rPr>
            </a:br>
            <a:r>
              <a:rPr sz="1100">
                <a:solidFill>
                  <a:srgbClr val="FFFFFF"/>
                </a:solidFill>
                <a:latin typeface="DM Sans"/>
                <a:cs typeface="DM Sans"/>
              </a:rPr>
              <a:t>USA </a:t>
            </a:r>
            <a:r>
              <a:rPr sz="1100" spc="-11">
                <a:solidFill>
                  <a:srgbClr val="FFFFFF"/>
                </a:solidFill>
                <a:latin typeface="DM Sans"/>
                <a:cs typeface="DM Sans"/>
              </a:rPr>
              <a:t>48202</a:t>
            </a:r>
            <a:endParaRPr sz="1100">
              <a:latin typeface="DM Sans"/>
              <a:cs typeface="DM Sans"/>
            </a:endParaRPr>
          </a:p>
          <a:p>
            <a:pPr marL="6419">
              <a:lnSpc>
                <a:spcPct val="120000"/>
              </a:lnSpc>
              <a:spcBef>
                <a:spcPts val="200"/>
              </a:spcBef>
            </a:pPr>
            <a:r>
              <a:rPr sz="1100" spc="-11">
                <a:solidFill>
                  <a:srgbClr val="FFFFFF"/>
                </a:solidFill>
                <a:latin typeface="DM Sans"/>
                <a:cs typeface="DM Sans"/>
              </a:rPr>
              <a:t>Tel:</a:t>
            </a:r>
            <a:r>
              <a:rPr sz="1100" spc="-16">
                <a:solidFill>
                  <a:srgbClr val="FFFFFF"/>
                </a:solidFill>
                <a:latin typeface="DM Sans"/>
                <a:cs typeface="DM Sans"/>
              </a:rPr>
              <a:t> </a:t>
            </a:r>
            <a:r>
              <a:rPr sz="1100">
                <a:solidFill>
                  <a:srgbClr val="FFFFFF"/>
                </a:solidFill>
                <a:latin typeface="DM Sans"/>
                <a:cs typeface="DM Sans"/>
              </a:rPr>
              <a:t>+1</a:t>
            </a:r>
            <a:r>
              <a:rPr sz="1100" spc="-16">
                <a:solidFill>
                  <a:srgbClr val="FFFFFF"/>
                </a:solidFill>
                <a:latin typeface="DM Sans"/>
                <a:cs typeface="DM Sans"/>
              </a:rPr>
              <a:t> </a:t>
            </a:r>
            <a:r>
              <a:rPr sz="1100">
                <a:solidFill>
                  <a:srgbClr val="FFFFFF"/>
                </a:solidFill>
                <a:latin typeface="DM Sans"/>
                <a:cs typeface="DM Sans"/>
              </a:rPr>
              <a:t>248</a:t>
            </a:r>
            <a:r>
              <a:rPr sz="1100" spc="-16">
                <a:solidFill>
                  <a:srgbClr val="FFFFFF"/>
                </a:solidFill>
                <a:latin typeface="DM Sans"/>
                <a:cs typeface="DM Sans"/>
              </a:rPr>
              <a:t> </a:t>
            </a:r>
            <a:r>
              <a:rPr sz="1100">
                <a:solidFill>
                  <a:srgbClr val="FFFFFF"/>
                </a:solidFill>
                <a:latin typeface="DM Sans"/>
                <a:cs typeface="DM Sans"/>
              </a:rPr>
              <a:t>426</a:t>
            </a:r>
            <a:r>
              <a:rPr sz="1100" spc="-16">
                <a:solidFill>
                  <a:srgbClr val="FFFFFF"/>
                </a:solidFill>
                <a:latin typeface="DM Sans"/>
                <a:cs typeface="DM Sans"/>
              </a:rPr>
              <a:t> </a:t>
            </a:r>
            <a:r>
              <a:rPr sz="1100" spc="-11">
                <a:solidFill>
                  <a:srgbClr val="FFFFFF"/>
                </a:solidFill>
                <a:latin typeface="DM Sans"/>
                <a:cs typeface="DM Sans"/>
              </a:rPr>
              <a:t>1482</a:t>
            </a:r>
            <a:endParaRPr sz="1100">
              <a:latin typeface="DM Sans"/>
              <a:cs typeface="DM Sans"/>
            </a:endParaRPr>
          </a:p>
        </p:txBody>
      </p:sp>
      <p:sp>
        <p:nvSpPr>
          <p:cNvPr id="16" name="object 7">
            <a:extLst>
              <a:ext uri="{FF2B5EF4-FFF2-40B4-BE49-F238E27FC236}">
                <a16:creationId xmlns:a16="http://schemas.microsoft.com/office/drawing/2014/main" id="{923C88B8-5438-2D75-3F88-60E1DEB762A3}"/>
              </a:ext>
            </a:extLst>
          </p:cNvPr>
          <p:cNvSpPr txBox="1"/>
          <p:nvPr userDrawn="1"/>
        </p:nvSpPr>
        <p:spPr>
          <a:xfrm>
            <a:off x="9742353" y="1921197"/>
            <a:ext cx="2233747" cy="1739582"/>
          </a:xfrm>
          <a:prstGeom prst="rect">
            <a:avLst/>
          </a:prstGeom>
        </p:spPr>
        <p:txBody>
          <a:bodyPr vert="horz" wrap="square" lIns="0" tIns="6099" rIns="0" bIns="0" rtlCol="0">
            <a:spAutoFit/>
          </a:bodyPr>
          <a:lstStyle/>
          <a:p>
            <a:pPr marL="198294" marR="577236">
              <a:lnSpc>
                <a:spcPct val="150000"/>
              </a:lnSpc>
              <a:spcBef>
                <a:spcPts val="48"/>
              </a:spcBef>
            </a:pPr>
            <a:r>
              <a:rPr sz="1100" spc="-7">
                <a:solidFill>
                  <a:srgbClr val="FFFFFF"/>
                </a:solidFill>
                <a:latin typeface="DM Sans"/>
                <a:cs typeface="DM Sans"/>
              </a:rPr>
              <a:t>/</a:t>
            </a:r>
            <a:r>
              <a:rPr sz="1100" spc="-7" err="1">
                <a:solidFill>
                  <a:srgbClr val="FFFFFF"/>
                </a:solidFill>
                <a:latin typeface="DM Sans"/>
                <a:cs typeface="DM Sans"/>
              </a:rPr>
              <a:t>TataTechnologies</a:t>
            </a:r>
            <a:r>
              <a:rPr sz="1100" spc="-7">
                <a:solidFill>
                  <a:srgbClr val="FFFFFF"/>
                </a:solidFill>
                <a:latin typeface="DM Sans"/>
                <a:cs typeface="DM Sans"/>
              </a:rPr>
              <a:t> </a:t>
            </a:r>
            <a:br>
              <a:rPr lang="en-GB" sz="1100" spc="-7">
                <a:solidFill>
                  <a:srgbClr val="FFFFFF"/>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TataTech_News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/TataTechnologies</a:t>
            </a:r>
            <a:endParaRPr sz="1100">
              <a:latin typeface="DM Sans"/>
              <a:cs typeface="DM Sans"/>
            </a:endParaRPr>
          </a:p>
          <a:p>
            <a:pPr marL="6419">
              <a:lnSpc>
                <a:spcPct val="150000"/>
              </a:lnSpc>
              <a:spcBef>
                <a:spcPts val="959"/>
              </a:spcBef>
            </a:pPr>
            <a:r>
              <a:rPr sz="1600" spc="-7">
                <a:solidFill>
                  <a:schemeClr val="bg2"/>
                </a:solidFill>
                <a:latin typeface="DM Sans"/>
                <a:cs typeface="DM Sans"/>
              </a:rPr>
              <a:t>tatatechnologies.com</a:t>
            </a:r>
            <a:endParaRPr sz="1600">
              <a:solidFill>
                <a:schemeClr val="bg2"/>
              </a:solidFill>
              <a:latin typeface="DM Sans"/>
              <a:cs typeface="DM Sans"/>
            </a:endParaRPr>
          </a:p>
        </p:txBody>
      </p:sp>
      <p:pic>
        <p:nvPicPr>
          <p:cNvPr id="25" name="Graphic 24">
            <a:extLst>
              <a:ext uri="{FF2B5EF4-FFF2-40B4-BE49-F238E27FC236}">
                <a16:creationId xmlns:a16="http://schemas.microsoft.com/office/drawing/2014/main" id="{9E75AABC-1D3F-ED3D-D014-E03BF4DD33A5}"/>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750004" y="2021240"/>
            <a:ext cx="132408" cy="132408"/>
          </a:xfrm>
          <a:prstGeom prst="rect">
            <a:avLst/>
          </a:prstGeom>
        </p:spPr>
      </p:pic>
      <p:pic>
        <p:nvPicPr>
          <p:cNvPr id="27" name="Graphic 26">
            <a:extLst>
              <a:ext uri="{FF2B5EF4-FFF2-40B4-BE49-F238E27FC236}">
                <a16:creationId xmlns:a16="http://schemas.microsoft.com/office/drawing/2014/main" id="{D1F38D71-2C71-CD1F-67F5-81B2893EF010}"/>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41177" y="3002251"/>
            <a:ext cx="146107" cy="136976"/>
          </a:xfrm>
          <a:prstGeom prst="rect">
            <a:avLst/>
          </a:prstGeom>
        </p:spPr>
      </p:pic>
      <p:pic>
        <p:nvPicPr>
          <p:cNvPr id="31" name="Picture 30">
            <a:extLst>
              <a:ext uri="{FF2B5EF4-FFF2-40B4-BE49-F238E27FC236}">
                <a16:creationId xmlns:a16="http://schemas.microsoft.com/office/drawing/2014/main" id="{13A46D62-9014-4131-D10C-A48F66076732}"/>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b="-3480"/>
          <a:stretch/>
        </p:blipFill>
        <p:spPr>
          <a:xfrm>
            <a:off x="9733028" y="2771735"/>
            <a:ext cx="166369" cy="113863"/>
          </a:xfrm>
          <a:prstGeom prst="rect">
            <a:avLst/>
          </a:prstGeom>
        </p:spPr>
      </p:pic>
      <p:pic>
        <p:nvPicPr>
          <p:cNvPr id="33" name="Graphic 32">
            <a:extLst>
              <a:ext uri="{FF2B5EF4-FFF2-40B4-BE49-F238E27FC236}">
                <a16:creationId xmlns:a16="http://schemas.microsoft.com/office/drawing/2014/main" id="{D16FBCCA-8A9C-57F9-EB5A-94CAD1FA3A4D}"/>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750004" y="2274945"/>
            <a:ext cx="132408" cy="132408"/>
          </a:xfrm>
          <a:prstGeom prst="rect">
            <a:avLst/>
          </a:prstGeom>
        </p:spPr>
      </p:pic>
      <p:grpSp>
        <p:nvGrpSpPr>
          <p:cNvPr id="37" name="Group 36">
            <a:extLst>
              <a:ext uri="{FF2B5EF4-FFF2-40B4-BE49-F238E27FC236}">
                <a16:creationId xmlns:a16="http://schemas.microsoft.com/office/drawing/2014/main" id="{012E4E5D-C822-2EBA-AF22-2AEE010CC154}"/>
              </a:ext>
            </a:extLst>
          </p:cNvPr>
          <p:cNvGrpSpPr/>
          <p:nvPr userDrawn="1"/>
        </p:nvGrpSpPr>
        <p:grpSpPr>
          <a:xfrm>
            <a:off x="11084200" y="316628"/>
            <a:ext cx="761725" cy="157981"/>
            <a:chOff x="9242701" y="249950"/>
            <a:chExt cx="652960" cy="135423"/>
          </a:xfrm>
        </p:grpSpPr>
        <p:sp>
          <p:nvSpPr>
            <p:cNvPr id="38" name="object 6">
              <a:extLst>
                <a:ext uri="{FF2B5EF4-FFF2-40B4-BE49-F238E27FC236}">
                  <a16:creationId xmlns:a16="http://schemas.microsoft.com/office/drawing/2014/main" id="{F5A0F20E-7471-B72F-242E-62B531EBBA02}"/>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39" name="object 7">
              <a:extLst>
                <a:ext uri="{FF2B5EF4-FFF2-40B4-BE49-F238E27FC236}">
                  <a16:creationId xmlns:a16="http://schemas.microsoft.com/office/drawing/2014/main" id="{0FA289AB-5950-69E5-7E38-BD63CD501E91}"/>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40" name="object 8">
              <a:extLst>
                <a:ext uri="{FF2B5EF4-FFF2-40B4-BE49-F238E27FC236}">
                  <a16:creationId xmlns:a16="http://schemas.microsoft.com/office/drawing/2014/main" id="{CB03E7B7-4899-9258-ACC1-BF186B9180B6}"/>
                </a:ext>
              </a:extLst>
            </p:cNvPr>
            <p:cNvGrpSpPr/>
            <p:nvPr/>
          </p:nvGrpSpPr>
          <p:grpSpPr>
            <a:xfrm>
              <a:off x="9242701" y="249950"/>
              <a:ext cx="202816" cy="135423"/>
              <a:chOff x="18288992" y="494982"/>
              <a:chExt cx="401320" cy="267970"/>
            </a:xfrm>
          </p:grpSpPr>
          <p:sp>
            <p:nvSpPr>
              <p:cNvPr id="46" name="object 9">
                <a:extLst>
                  <a:ext uri="{FF2B5EF4-FFF2-40B4-BE49-F238E27FC236}">
                    <a16:creationId xmlns:a16="http://schemas.microsoft.com/office/drawing/2014/main" id="{87FADE85-A416-FC74-7EB3-B815C06B922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7" name="object 10">
                <a:extLst>
                  <a:ext uri="{FF2B5EF4-FFF2-40B4-BE49-F238E27FC236}">
                    <a16:creationId xmlns:a16="http://schemas.microsoft.com/office/drawing/2014/main" id="{6652C85E-10AB-F076-C344-1B1811E88CA1}"/>
                  </a:ext>
                </a:extLst>
              </p:cNvPr>
              <p:cNvPicPr/>
              <p:nvPr/>
            </p:nvPicPr>
            <p:blipFill>
              <a:blip r:embed="rId9"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8" name="object 11">
                <a:extLst>
                  <a:ext uri="{FF2B5EF4-FFF2-40B4-BE49-F238E27FC236}">
                    <a16:creationId xmlns:a16="http://schemas.microsoft.com/office/drawing/2014/main" id="{430224B0-A0D4-0745-0A0A-F95198FAD892}"/>
                  </a:ext>
                </a:extLst>
              </p:cNvPr>
              <p:cNvPicPr/>
              <p:nvPr/>
            </p:nvPicPr>
            <p:blipFill>
              <a:blip r:embed="rId10"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41" name="object 22">
              <a:extLst>
                <a:ext uri="{FF2B5EF4-FFF2-40B4-BE49-F238E27FC236}">
                  <a16:creationId xmlns:a16="http://schemas.microsoft.com/office/drawing/2014/main" id="{8826A970-02DC-C41C-A705-05879B32AE3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42" name="object 23">
              <a:extLst>
                <a:ext uri="{FF2B5EF4-FFF2-40B4-BE49-F238E27FC236}">
                  <a16:creationId xmlns:a16="http://schemas.microsoft.com/office/drawing/2014/main" id="{37D147A8-D3E3-B4B6-EDBB-19B01B294B22}"/>
                </a:ext>
              </a:extLst>
            </p:cNvPr>
            <p:cNvGrpSpPr/>
            <p:nvPr/>
          </p:nvGrpSpPr>
          <p:grpSpPr>
            <a:xfrm>
              <a:off x="9242701" y="249950"/>
              <a:ext cx="202816" cy="135423"/>
              <a:chOff x="18288992" y="494982"/>
              <a:chExt cx="401320" cy="267970"/>
            </a:xfrm>
          </p:grpSpPr>
          <p:sp>
            <p:nvSpPr>
              <p:cNvPr id="43" name="object 24">
                <a:extLst>
                  <a:ext uri="{FF2B5EF4-FFF2-40B4-BE49-F238E27FC236}">
                    <a16:creationId xmlns:a16="http://schemas.microsoft.com/office/drawing/2014/main" id="{112D2006-19F3-7134-0287-D1CCD0E61AA6}"/>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4" name="object 25">
                <a:extLst>
                  <a:ext uri="{FF2B5EF4-FFF2-40B4-BE49-F238E27FC236}">
                    <a16:creationId xmlns:a16="http://schemas.microsoft.com/office/drawing/2014/main" id="{CFF13B7E-B12D-6EFA-970E-24B4B87CA339}"/>
                  </a:ext>
                </a:extLst>
              </p:cNvPr>
              <p:cNvPicPr/>
              <p:nvPr/>
            </p:nvPicPr>
            <p:blipFill>
              <a:blip r:embed="rId9"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5" name="object 26">
                <a:extLst>
                  <a:ext uri="{FF2B5EF4-FFF2-40B4-BE49-F238E27FC236}">
                    <a16:creationId xmlns:a16="http://schemas.microsoft.com/office/drawing/2014/main" id="{1CDE3C13-1150-B6C6-1277-D870DCCDD718}"/>
                  </a:ext>
                </a:extLst>
              </p:cNvPr>
              <p:cNvPicPr/>
              <p:nvPr/>
            </p:nvPicPr>
            <p:blipFill>
              <a:blip r:embed="rId10"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53" name="TextBox 52">
            <a:extLst>
              <a:ext uri="{FF2B5EF4-FFF2-40B4-BE49-F238E27FC236}">
                <a16:creationId xmlns:a16="http://schemas.microsoft.com/office/drawing/2014/main" id="{23F6EF5E-0034-969A-562B-6DE58C861065}"/>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2" name="Rectangle 1">
            <a:hlinkClick r:id="rId11"/>
            <a:extLst>
              <a:ext uri="{FF2B5EF4-FFF2-40B4-BE49-F238E27FC236}">
                <a16:creationId xmlns:a16="http://schemas.microsoft.com/office/drawing/2014/main" id="{EA0A9CE0-2443-7657-7D67-B984454063A3}"/>
              </a:ext>
            </a:extLst>
          </p:cNvPr>
          <p:cNvSpPr/>
          <p:nvPr userDrawn="1"/>
        </p:nvSpPr>
        <p:spPr>
          <a:xfrm>
            <a:off x="9684257" y="3375812"/>
            <a:ext cx="2156931" cy="2682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 name="Rectangle 3">
            <a:hlinkClick r:id="rId12"/>
            <a:extLst>
              <a:ext uri="{FF2B5EF4-FFF2-40B4-BE49-F238E27FC236}">
                <a16:creationId xmlns:a16="http://schemas.microsoft.com/office/drawing/2014/main" id="{A28F2929-B8C4-E167-1080-BE0754B52D79}"/>
              </a:ext>
            </a:extLst>
          </p:cNvPr>
          <p:cNvSpPr/>
          <p:nvPr userDrawn="1"/>
        </p:nvSpPr>
        <p:spPr>
          <a:xfrm>
            <a:off x="9684260" y="1988457"/>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 name="Rectangle 4">
            <a:hlinkClick r:id="rId13"/>
            <a:extLst>
              <a:ext uri="{FF2B5EF4-FFF2-40B4-BE49-F238E27FC236}">
                <a16:creationId xmlns:a16="http://schemas.microsoft.com/office/drawing/2014/main" id="{CBAFF411-6F83-AC9A-3E15-BA65A2410553}"/>
              </a:ext>
            </a:extLst>
          </p:cNvPr>
          <p:cNvSpPr/>
          <p:nvPr userDrawn="1"/>
        </p:nvSpPr>
        <p:spPr>
          <a:xfrm>
            <a:off x="9684260" y="224971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 name="Rectangle 5">
            <a:hlinkClick r:id="rId14"/>
            <a:extLst>
              <a:ext uri="{FF2B5EF4-FFF2-40B4-BE49-F238E27FC236}">
                <a16:creationId xmlns:a16="http://schemas.microsoft.com/office/drawing/2014/main" id="{322FB098-6D2F-AF51-F96B-A5B64E79BCF9}"/>
              </a:ext>
            </a:extLst>
          </p:cNvPr>
          <p:cNvSpPr/>
          <p:nvPr userDrawn="1"/>
        </p:nvSpPr>
        <p:spPr>
          <a:xfrm>
            <a:off x="9703997" y="2481943"/>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 name="Rectangle 6">
            <a:hlinkClick r:id="rId15"/>
            <a:extLst>
              <a:ext uri="{FF2B5EF4-FFF2-40B4-BE49-F238E27FC236}">
                <a16:creationId xmlns:a16="http://schemas.microsoft.com/office/drawing/2014/main" id="{0B3DDAA1-4331-C7EE-3214-0154D386A24D}"/>
              </a:ext>
            </a:extLst>
          </p:cNvPr>
          <p:cNvSpPr/>
          <p:nvPr userDrawn="1"/>
        </p:nvSpPr>
        <p:spPr>
          <a:xfrm>
            <a:off x="9684260" y="2735943"/>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 name="Rectangle 7">
            <a:hlinkClick r:id="rId16"/>
            <a:extLst>
              <a:ext uri="{FF2B5EF4-FFF2-40B4-BE49-F238E27FC236}">
                <a16:creationId xmlns:a16="http://schemas.microsoft.com/office/drawing/2014/main" id="{8134BD21-ABB9-C0DF-8D72-0E0287397C49}"/>
              </a:ext>
            </a:extLst>
          </p:cNvPr>
          <p:cNvSpPr/>
          <p:nvPr userDrawn="1"/>
        </p:nvSpPr>
        <p:spPr>
          <a:xfrm>
            <a:off x="9684260" y="2982687"/>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3" name="Picture 2">
            <a:extLst>
              <a:ext uri="{FF2B5EF4-FFF2-40B4-BE49-F238E27FC236}">
                <a16:creationId xmlns:a16="http://schemas.microsoft.com/office/drawing/2014/main" id="{D79B2F0F-EDE4-6072-43F1-CF5316CBD7C4}"/>
              </a:ext>
            </a:extLst>
          </p:cNvPr>
          <p:cNvPicPr>
            <a:picLocks noChangeAspect="1"/>
          </p:cNvPicPr>
          <p:nvPr userDrawn="1"/>
        </p:nvPicPr>
        <p:blipFill>
          <a:blip r:embed="rId17"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10" name="Graphic 9">
            <a:extLst>
              <a:ext uri="{FF2B5EF4-FFF2-40B4-BE49-F238E27FC236}">
                <a16:creationId xmlns:a16="http://schemas.microsoft.com/office/drawing/2014/main" id="{BE4FF9DA-99F3-D4BD-BDE2-868DD61BC461}"/>
              </a:ext>
            </a:extLst>
          </p:cNvPr>
          <p:cNvPicPr>
            <a:picLocks noChangeAspect="1"/>
          </p:cNvPicPr>
          <p:nvPr userDrawn="1"/>
        </p:nvPicPr>
        <p:blipFill>
          <a:blip r:embed="rId18" cstate="email">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9703997" y="6408073"/>
            <a:ext cx="2135347" cy="168971"/>
          </a:xfrm>
          <a:prstGeom prst="rect">
            <a:avLst/>
          </a:prstGeom>
        </p:spPr>
      </p:pic>
      <p:pic>
        <p:nvPicPr>
          <p:cNvPr id="17" name="Graphic 16">
            <a:extLst>
              <a:ext uri="{FF2B5EF4-FFF2-40B4-BE49-F238E27FC236}">
                <a16:creationId xmlns:a16="http://schemas.microsoft.com/office/drawing/2014/main" id="{71BEEE81-0217-7D49-DBA2-D0454BF27062}"/>
              </a:ext>
            </a:extLst>
          </p:cNvPr>
          <p:cNvPicPr>
            <a:picLocks noChangeAspect="1"/>
          </p:cNvPicPr>
          <p:nvPr userDrawn="1"/>
        </p:nvPicPr>
        <p:blipFill>
          <a:blip r:embed="rId20" cstate="email">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4744820" y="95795"/>
            <a:ext cx="3282565" cy="6522720"/>
          </a:xfrm>
          <a:prstGeom prst="rect">
            <a:avLst/>
          </a:prstGeom>
        </p:spPr>
      </p:pic>
      <p:sp>
        <p:nvSpPr>
          <p:cNvPr id="9" name="object 4">
            <a:extLst>
              <a:ext uri="{FF2B5EF4-FFF2-40B4-BE49-F238E27FC236}">
                <a16:creationId xmlns:a16="http://schemas.microsoft.com/office/drawing/2014/main" id="{AFD13622-F617-B4F8-518C-55F4156DB038}"/>
              </a:ext>
            </a:extLst>
          </p:cNvPr>
          <p:cNvSpPr txBox="1"/>
          <p:nvPr userDrawn="1"/>
        </p:nvSpPr>
        <p:spPr>
          <a:xfrm>
            <a:off x="9750005" y="5038798"/>
            <a:ext cx="2089340" cy="1121798"/>
          </a:xfrm>
          <a:prstGeom prst="rect">
            <a:avLst/>
          </a:prstGeom>
        </p:spPr>
        <p:txBody>
          <a:bodyPr vert="horz" wrap="square" lIns="0" tIns="31449" rIns="0" bIns="0" rtlCol="0">
            <a:spAutoFit/>
          </a:bodyPr>
          <a:lstStyle/>
          <a:p>
            <a:pPr marL="6419">
              <a:lnSpc>
                <a:spcPct val="120000"/>
              </a:lnSpc>
              <a:spcBef>
                <a:spcPts val="248"/>
              </a:spcBef>
            </a:pPr>
            <a:r>
              <a:rPr lang="en-IN" sz="900" b="1" spc="0">
                <a:solidFill>
                  <a:schemeClr val="bg2"/>
                </a:solidFill>
                <a:latin typeface="DMSans-Medium"/>
                <a:cs typeface="DMSans-Medium"/>
              </a:rPr>
              <a:t>COPYRIGHT NOTICE</a:t>
            </a:r>
          </a:p>
          <a:p>
            <a:pPr marL="6419">
              <a:lnSpc>
                <a:spcPct val="120000"/>
              </a:lnSpc>
              <a:spcBef>
                <a:spcPts val="248"/>
              </a:spcBef>
            </a:pPr>
            <a:r>
              <a:rPr lang="en-IN" sz="700" spc="0">
                <a:solidFill>
                  <a:schemeClr val="bg1"/>
                </a:solidFill>
                <a:latin typeface="+mn-lt"/>
                <a:cs typeface="DMSans-Medium"/>
              </a:rPr>
              <a:t>All information/content contained herein is the sole property of Tata Technologies Limited or its Licensors. No intellectual property rights are granted by disclosure of its content. The information/content shall not be reproduced or disclosed to a third party without the express written consent of Tata Technologies Limited.</a:t>
            </a:r>
            <a:endParaRPr lang="en-IN" sz="700" spc="0">
              <a:solidFill>
                <a:schemeClr val="bg1"/>
              </a:solidFill>
              <a:latin typeface="+mn-lt"/>
              <a:cs typeface="DM Sans"/>
            </a:endParaRPr>
          </a:p>
        </p:txBody>
      </p:sp>
      <p:pic>
        <p:nvPicPr>
          <p:cNvPr id="11" name="Picture 10">
            <a:extLst>
              <a:ext uri="{FF2B5EF4-FFF2-40B4-BE49-F238E27FC236}">
                <a16:creationId xmlns:a16="http://schemas.microsoft.com/office/drawing/2014/main" id="{9530A0B4-261D-0728-20A5-E381FC47B0F6}"/>
              </a:ext>
            </a:extLst>
          </p:cNvPr>
          <p:cNvPicPr>
            <a:picLocks noChangeAspect="1"/>
          </p:cNvPicPr>
          <p:nvPr userDrawn="1"/>
        </p:nvPicPr>
        <p:blipFill>
          <a:blip r:embed="rId22"/>
          <a:stretch>
            <a:fillRect/>
          </a:stretch>
        </p:blipFill>
        <p:spPr>
          <a:xfrm>
            <a:off x="9746021" y="2503581"/>
            <a:ext cx="136391" cy="139259"/>
          </a:xfrm>
          <a:prstGeom prst="rect">
            <a:avLst/>
          </a:prstGeom>
        </p:spPr>
      </p:pic>
      <p:sp>
        <p:nvSpPr>
          <p:cNvPr id="15" name="hcSlideMaster77.Closing slideHeader" descr="Classification: Internal">
            <a:extLst>
              <a:ext uri="{FF2B5EF4-FFF2-40B4-BE49-F238E27FC236}">
                <a16:creationId xmlns:a16="http://schemas.microsoft.com/office/drawing/2014/main" id="{C1EAF33F-F9E3-A6D8-6CBD-07AB9EB70801}"/>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7500163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5543B039-69D0-2FE4-8325-30AD54A65656}"/>
              </a:ext>
            </a:extLst>
          </p:cNvPr>
          <p:cNvGrpSpPr/>
          <p:nvPr userDrawn="1"/>
        </p:nvGrpSpPr>
        <p:grpSpPr>
          <a:xfrm>
            <a:off x="11084202" y="316459"/>
            <a:ext cx="761727" cy="157980"/>
            <a:chOff x="9242701" y="249950"/>
            <a:chExt cx="652960" cy="135423"/>
          </a:xfrm>
        </p:grpSpPr>
        <p:sp>
          <p:nvSpPr>
            <p:cNvPr id="21" name="object 11">
              <a:extLst>
                <a:ext uri="{FF2B5EF4-FFF2-40B4-BE49-F238E27FC236}">
                  <a16:creationId xmlns:a16="http://schemas.microsoft.com/office/drawing/2014/main" id="{BE153C13-7C39-0143-E8B4-E58FE15F2ABF}"/>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2" name="object 12">
              <a:extLst>
                <a:ext uri="{FF2B5EF4-FFF2-40B4-BE49-F238E27FC236}">
                  <a16:creationId xmlns:a16="http://schemas.microsoft.com/office/drawing/2014/main" id="{CAE4AD85-1AC3-CD92-D9D7-DB0815AA0644}"/>
                </a:ext>
              </a:extLst>
            </p:cNvPr>
            <p:cNvGrpSpPr/>
            <p:nvPr/>
          </p:nvGrpSpPr>
          <p:grpSpPr>
            <a:xfrm>
              <a:off x="9242701" y="249950"/>
              <a:ext cx="202816" cy="135423"/>
              <a:chOff x="18288992" y="494982"/>
              <a:chExt cx="401320" cy="267970"/>
            </a:xfrm>
          </p:grpSpPr>
          <p:sp>
            <p:nvSpPr>
              <p:cNvPr id="23" name="object 13">
                <a:extLst>
                  <a:ext uri="{FF2B5EF4-FFF2-40B4-BE49-F238E27FC236}">
                    <a16:creationId xmlns:a16="http://schemas.microsoft.com/office/drawing/2014/main" id="{5FF36A7C-B53C-0583-598B-FC8C3E6A6F9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4" name="object 14">
                <a:extLst>
                  <a:ext uri="{FF2B5EF4-FFF2-40B4-BE49-F238E27FC236}">
                    <a16:creationId xmlns:a16="http://schemas.microsoft.com/office/drawing/2014/main" id="{BC3EDFDA-0133-AE5F-F23E-C69E884815CF}"/>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15">
                <a:extLst>
                  <a:ext uri="{FF2B5EF4-FFF2-40B4-BE49-F238E27FC236}">
                    <a16:creationId xmlns:a16="http://schemas.microsoft.com/office/drawing/2014/main" id="{EA6E9E1C-315D-339C-C783-CD59E6205B16}"/>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 name="TextBox 2">
            <a:extLst>
              <a:ext uri="{FF2B5EF4-FFF2-40B4-BE49-F238E27FC236}">
                <a16:creationId xmlns:a16="http://schemas.microsoft.com/office/drawing/2014/main" id="{8BDDE7DD-8D05-9582-547C-E9A9E833BD53}"/>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sp>
        <p:nvSpPr>
          <p:cNvPr id="4" name="Slide Number Placeholder 2">
            <a:extLst>
              <a:ext uri="{FF2B5EF4-FFF2-40B4-BE49-F238E27FC236}">
                <a16:creationId xmlns:a16="http://schemas.microsoft.com/office/drawing/2014/main" id="{E361AAAF-7697-6B20-1044-B26A700DB3CC}"/>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a:t>
            </a:fld>
            <a:endParaRPr lang="en-GB"/>
          </a:p>
        </p:txBody>
      </p:sp>
      <p:pic>
        <p:nvPicPr>
          <p:cNvPr id="2" name="Graphic 1">
            <a:extLst>
              <a:ext uri="{FF2B5EF4-FFF2-40B4-BE49-F238E27FC236}">
                <a16:creationId xmlns:a16="http://schemas.microsoft.com/office/drawing/2014/main" id="{6BE526C4-B223-7972-5BDD-83CEEA7F79A5}"/>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CA2650C4-85D6-0C05-218C-94E95F432B4C}"/>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6" name="Title Placeholder 21">
            <a:extLst>
              <a:ext uri="{FF2B5EF4-FFF2-40B4-BE49-F238E27FC236}">
                <a16:creationId xmlns:a16="http://schemas.microsoft.com/office/drawing/2014/main" id="{513F9DE6-F1E1-D174-964D-48A4D2D3174A}"/>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7" name="Text Placeholder 2">
            <a:extLst>
              <a:ext uri="{FF2B5EF4-FFF2-40B4-BE49-F238E27FC236}">
                <a16:creationId xmlns:a16="http://schemas.microsoft.com/office/drawing/2014/main" id="{AEA68A35-9AF1-9D70-829E-F5EC47E8CF52}"/>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hcSlideMaster87.BlankHeader" descr="Classification: Internal">
            <a:extLst>
              <a:ext uri="{FF2B5EF4-FFF2-40B4-BE49-F238E27FC236}">
                <a16:creationId xmlns:a16="http://schemas.microsoft.com/office/drawing/2014/main" id="{4ED16A82-D130-DFE4-4838-D48543358069}"/>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403815870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lank blue">
    <p:bg>
      <p:bgPr>
        <a:solidFill>
          <a:schemeClr val="tx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D30AD43-9C2E-9B38-4EF9-038EABEF0BF4}"/>
              </a:ext>
            </a:extLst>
          </p:cNvPr>
          <p:cNvGrpSpPr/>
          <p:nvPr userDrawn="1"/>
        </p:nvGrpSpPr>
        <p:grpSpPr>
          <a:xfrm>
            <a:off x="11084200" y="316628"/>
            <a:ext cx="761725" cy="157981"/>
            <a:chOff x="9242701" y="249950"/>
            <a:chExt cx="652960" cy="135423"/>
          </a:xfrm>
        </p:grpSpPr>
        <p:sp>
          <p:nvSpPr>
            <p:cNvPr id="9" name="object 6">
              <a:extLst>
                <a:ext uri="{FF2B5EF4-FFF2-40B4-BE49-F238E27FC236}">
                  <a16:creationId xmlns:a16="http://schemas.microsoft.com/office/drawing/2014/main" id="{3C5E59C3-A8CA-C14E-9808-EB7D8818D781}"/>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0" name="object 7">
              <a:extLst>
                <a:ext uri="{FF2B5EF4-FFF2-40B4-BE49-F238E27FC236}">
                  <a16:creationId xmlns:a16="http://schemas.microsoft.com/office/drawing/2014/main" id="{BF193E5A-AE8E-CA58-DCD1-41E0C76CCC9A}"/>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1" name="object 8">
              <a:extLst>
                <a:ext uri="{FF2B5EF4-FFF2-40B4-BE49-F238E27FC236}">
                  <a16:creationId xmlns:a16="http://schemas.microsoft.com/office/drawing/2014/main" id="{91EB92DB-A6B5-922D-37A6-DB0EB2E23F01}"/>
                </a:ext>
              </a:extLst>
            </p:cNvPr>
            <p:cNvGrpSpPr/>
            <p:nvPr/>
          </p:nvGrpSpPr>
          <p:grpSpPr>
            <a:xfrm>
              <a:off x="9242701" y="249950"/>
              <a:ext cx="202816" cy="135423"/>
              <a:chOff x="18288992" y="494982"/>
              <a:chExt cx="401320" cy="267970"/>
            </a:xfrm>
          </p:grpSpPr>
          <p:sp>
            <p:nvSpPr>
              <p:cNvPr id="17" name="object 9">
                <a:extLst>
                  <a:ext uri="{FF2B5EF4-FFF2-40B4-BE49-F238E27FC236}">
                    <a16:creationId xmlns:a16="http://schemas.microsoft.com/office/drawing/2014/main" id="{7EC74A92-B131-4B60-C82C-053C71ADC79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8" name="object 10">
                <a:extLst>
                  <a:ext uri="{FF2B5EF4-FFF2-40B4-BE49-F238E27FC236}">
                    <a16:creationId xmlns:a16="http://schemas.microsoft.com/office/drawing/2014/main" id="{CDF89E1F-0023-9515-BA64-C6E3069073BB}"/>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1">
                <a:extLst>
                  <a:ext uri="{FF2B5EF4-FFF2-40B4-BE49-F238E27FC236}">
                    <a16:creationId xmlns:a16="http://schemas.microsoft.com/office/drawing/2014/main" id="{C1C90675-0D4C-713B-E2D8-90402BF66DA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2" name="object 22">
              <a:extLst>
                <a:ext uri="{FF2B5EF4-FFF2-40B4-BE49-F238E27FC236}">
                  <a16:creationId xmlns:a16="http://schemas.microsoft.com/office/drawing/2014/main" id="{A7BF0FC5-516C-5F05-69E9-553792A748B7}"/>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13" name="object 23">
              <a:extLst>
                <a:ext uri="{FF2B5EF4-FFF2-40B4-BE49-F238E27FC236}">
                  <a16:creationId xmlns:a16="http://schemas.microsoft.com/office/drawing/2014/main" id="{2467B862-C5DC-3DA1-5928-409722F0AF16}"/>
                </a:ext>
              </a:extLst>
            </p:cNvPr>
            <p:cNvGrpSpPr/>
            <p:nvPr/>
          </p:nvGrpSpPr>
          <p:grpSpPr>
            <a:xfrm>
              <a:off x="9242701" y="249950"/>
              <a:ext cx="202816" cy="135423"/>
              <a:chOff x="18288992" y="494982"/>
              <a:chExt cx="401320" cy="267970"/>
            </a:xfrm>
          </p:grpSpPr>
          <p:sp>
            <p:nvSpPr>
              <p:cNvPr id="14" name="object 24">
                <a:extLst>
                  <a:ext uri="{FF2B5EF4-FFF2-40B4-BE49-F238E27FC236}">
                    <a16:creationId xmlns:a16="http://schemas.microsoft.com/office/drawing/2014/main" id="{FAA55E6C-4A99-2A35-A93E-7D7FB6AD70D3}"/>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5" name="object 25">
                <a:extLst>
                  <a:ext uri="{FF2B5EF4-FFF2-40B4-BE49-F238E27FC236}">
                    <a16:creationId xmlns:a16="http://schemas.microsoft.com/office/drawing/2014/main" id="{6AC2C530-E103-81C3-7066-0BE25AD312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6" name="object 26">
                <a:extLst>
                  <a:ext uri="{FF2B5EF4-FFF2-40B4-BE49-F238E27FC236}">
                    <a16:creationId xmlns:a16="http://schemas.microsoft.com/office/drawing/2014/main" id="{A0A9B4D5-A213-FAC5-6246-D06734809CA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4" name="TextBox 3">
            <a:extLst>
              <a:ext uri="{FF2B5EF4-FFF2-40B4-BE49-F238E27FC236}">
                <a16:creationId xmlns:a16="http://schemas.microsoft.com/office/drawing/2014/main" id="{E696180B-0ED5-1053-C40B-70DC2018862F}"/>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24" name="Slide Number Placeholder 2">
            <a:extLst>
              <a:ext uri="{FF2B5EF4-FFF2-40B4-BE49-F238E27FC236}">
                <a16:creationId xmlns:a16="http://schemas.microsoft.com/office/drawing/2014/main" id="{FD5FE8AB-FF44-D068-BF84-BC232F196235}"/>
              </a:ext>
            </a:extLst>
          </p:cNvPr>
          <p:cNvSpPr>
            <a:spLocks noGrp="1"/>
          </p:cNvSpPr>
          <p:nvPr>
            <p:ph type="sldNum" sz="quarter" idx="10"/>
          </p:nvPr>
        </p:nvSpPr>
        <p:spPr>
          <a:xfrm>
            <a:off x="3" y="6356352"/>
            <a:ext cx="491300" cy="365125"/>
          </a:xfrm>
        </p:spPr>
        <p:txBody>
          <a:bodyPr/>
          <a:lstStyle>
            <a:lvl1pPr>
              <a:defRPr>
                <a:solidFill>
                  <a:schemeClr val="bg1"/>
                </a:solidFill>
              </a:defRPr>
            </a:lvl1pPr>
          </a:lstStyle>
          <a:p>
            <a:fld id="{C4B1DB5C-CBD1-46F1-83D6-F5AA23577CB7}" type="slidenum">
              <a:rPr lang="en-GB" smtClean="0"/>
              <a:pPr/>
              <a:t>‹#›</a:t>
            </a:fld>
            <a:endParaRPr lang="en-GB"/>
          </a:p>
        </p:txBody>
      </p:sp>
      <p:pic>
        <p:nvPicPr>
          <p:cNvPr id="3" name="Picture 2">
            <a:extLst>
              <a:ext uri="{FF2B5EF4-FFF2-40B4-BE49-F238E27FC236}">
                <a16:creationId xmlns:a16="http://schemas.microsoft.com/office/drawing/2014/main" id="{B3FE88D6-6F99-F991-941B-FB1827EE2FA8}"/>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2AEC0FB4-4714-D8D3-BD04-714B6A386426}"/>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2" name="Title Placeholder 21">
            <a:extLst>
              <a:ext uri="{FF2B5EF4-FFF2-40B4-BE49-F238E27FC236}">
                <a16:creationId xmlns:a16="http://schemas.microsoft.com/office/drawing/2014/main" id="{06D9E6CE-B514-1C65-78C1-F908785E59A6}"/>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lvl1pPr>
              <a:defRPr>
                <a:solidFill>
                  <a:schemeClr val="bg1"/>
                </a:solidFill>
              </a:defRPr>
            </a:lvl1pPr>
          </a:lstStyle>
          <a:p>
            <a:r>
              <a:rPr lang="en-GB"/>
              <a:t>Click to edit Master title</a:t>
            </a:r>
            <a:endParaRPr lang="en-US"/>
          </a:p>
        </p:txBody>
      </p:sp>
      <p:sp>
        <p:nvSpPr>
          <p:cNvPr id="6" name="Text Placeholder 2">
            <a:extLst>
              <a:ext uri="{FF2B5EF4-FFF2-40B4-BE49-F238E27FC236}">
                <a16:creationId xmlns:a16="http://schemas.microsoft.com/office/drawing/2014/main" id="{D4216548-B169-884F-2FA3-033A06ED79D4}"/>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hcSlideMaster87.Blank blueHeader" descr="Classification: Internal">
            <a:extLst>
              <a:ext uri="{FF2B5EF4-FFF2-40B4-BE49-F238E27FC236}">
                <a16:creationId xmlns:a16="http://schemas.microsoft.com/office/drawing/2014/main" id="{9B0CEA23-8F44-BD36-DFDB-F940EF45B48F}"/>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21354310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ver blue 1">
    <p:bg>
      <p:bgPr>
        <a:solidFill>
          <a:schemeClr val="tx2"/>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824FB13-A710-3604-1DFA-7EB16A1599DD}"/>
              </a:ext>
            </a:extLst>
          </p:cNvPr>
          <p:cNvGrpSpPr/>
          <p:nvPr userDrawn="1"/>
        </p:nvGrpSpPr>
        <p:grpSpPr>
          <a:xfrm>
            <a:off x="11084200" y="316628"/>
            <a:ext cx="761725" cy="157981"/>
            <a:chOff x="9242701" y="249950"/>
            <a:chExt cx="652960" cy="135423"/>
          </a:xfrm>
        </p:grpSpPr>
        <p:sp>
          <p:nvSpPr>
            <p:cNvPr id="18" name="object 6">
              <a:extLst>
                <a:ext uri="{FF2B5EF4-FFF2-40B4-BE49-F238E27FC236}">
                  <a16:creationId xmlns:a16="http://schemas.microsoft.com/office/drawing/2014/main" id="{B25B4BF6-52E5-389C-804A-F07AE19AC3A0}"/>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9" name="object 7">
              <a:extLst>
                <a:ext uri="{FF2B5EF4-FFF2-40B4-BE49-F238E27FC236}">
                  <a16:creationId xmlns:a16="http://schemas.microsoft.com/office/drawing/2014/main" id="{461B9713-8B60-111C-CC58-694680C56E5C}"/>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20" name="object 8">
              <a:extLst>
                <a:ext uri="{FF2B5EF4-FFF2-40B4-BE49-F238E27FC236}">
                  <a16:creationId xmlns:a16="http://schemas.microsoft.com/office/drawing/2014/main" id="{AEF4C171-5B2C-20F6-F682-059D5043D14D}"/>
                </a:ext>
              </a:extLst>
            </p:cNvPr>
            <p:cNvGrpSpPr/>
            <p:nvPr/>
          </p:nvGrpSpPr>
          <p:grpSpPr>
            <a:xfrm>
              <a:off x="9242701" y="249950"/>
              <a:ext cx="202816" cy="135423"/>
              <a:chOff x="18288992" y="494982"/>
              <a:chExt cx="401320" cy="267970"/>
            </a:xfrm>
          </p:grpSpPr>
          <p:sp>
            <p:nvSpPr>
              <p:cNvPr id="26" name="object 9">
                <a:extLst>
                  <a:ext uri="{FF2B5EF4-FFF2-40B4-BE49-F238E27FC236}">
                    <a16:creationId xmlns:a16="http://schemas.microsoft.com/office/drawing/2014/main" id="{4DBBD0F8-636E-924E-251F-1E750B7D6ECA}"/>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7" name="object 10">
                <a:extLst>
                  <a:ext uri="{FF2B5EF4-FFF2-40B4-BE49-F238E27FC236}">
                    <a16:creationId xmlns:a16="http://schemas.microsoft.com/office/drawing/2014/main" id="{32FE21A8-0292-E992-68A7-D493E81C6FA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9" name="object 11">
                <a:extLst>
                  <a:ext uri="{FF2B5EF4-FFF2-40B4-BE49-F238E27FC236}">
                    <a16:creationId xmlns:a16="http://schemas.microsoft.com/office/drawing/2014/main" id="{A8F8113F-F527-DF24-6F62-275E5BECDA8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21" name="object 22">
              <a:extLst>
                <a:ext uri="{FF2B5EF4-FFF2-40B4-BE49-F238E27FC236}">
                  <a16:creationId xmlns:a16="http://schemas.microsoft.com/office/drawing/2014/main" id="{A3EB1A4C-0B99-1909-6DBD-1BE3C0FDE59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2" name="object 23">
              <a:extLst>
                <a:ext uri="{FF2B5EF4-FFF2-40B4-BE49-F238E27FC236}">
                  <a16:creationId xmlns:a16="http://schemas.microsoft.com/office/drawing/2014/main" id="{DF528001-5EB3-DE52-0785-82DFA8E56541}"/>
                </a:ext>
              </a:extLst>
            </p:cNvPr>
            <p:cNvGrpSpPr/>
            <p:nvPr/>
          </p:nvGrpSpPr>
          <p:grpSpPr>
            <a:xfrm>
              <a:off x="9242701" y="249950"/>
              <a:ext cx="202816" cy="135423"/>
              <a:chOff x="18288992" y="494982"/>
              <a:chExt cx="401320" cy="267970"/>
            </a:xfrm>
          </p:grpSpPr>
          <p:sp>
            <p:nvSpPr>
              <p:cNvPr id="23" name="object 24">
                <a:extLst>
                  <a:ext uri="{FF2B5EF4-FFF2-40B4-BE49-F238E27FC236}">
                    <a16:creationId xmlns:a16="http://schemas.microsoft.com/office/drawing/2014/main" id="{B43A1203-EFD0-52EB-E965-58B41339FDC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4" name="object 25">
                <a:extLst>
                  <a:ext uri="{FF2B5EF4-FFF2-40B4-BE49-F238E27FC236}">
                    <a16:creationId xmlns:a16="http://schemas.microsoft.com/office/drawing/2014/main" id="{EA8187B0-9D47-5A92-0663-7EAD561F4B2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26">
                <a:extLst>
                  <a:ext uri="{FF2B5EF4-FFF2-40B4-BE49-F238E27FC236}">
                    <a16:creationId xmlns:a16="http://schemas.microsoft.com/office/drawing/2014/main" id="{BF92E0E9-0288-3B16-4BCF-DD834E56811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45" name="Picture Placeholder 12">
            <a:extLst>
              <a:ext uri="{FF2B5EF4-FFF2-40B4-BE49-F238E27FC236}">
                <a16:creationId xmlns:a16="http://schemas.microsoft.com/office/drawing/2014/main" id="{4C0A6BFA-50DF-57AC-2B5C-E6000CAC2BB6}"/>
              </a:ext>
            </a:extLst>
          </p:cNvPr>
          <p:cNvSpPr>
            <a:spLocks noGrp="1"/>
          </p:cNvSpPr>
          <p:nvPr>
            <p:ph type="pic" sz="quarter" idx="15"/>
          </p:nvPr>
        </p:nvSpPr>
        <p:spPr>
          <a:xfrm>
            <a:off x="5934269" y="816888"/>
            <a:ext cx="6257731" cy="5177041"/>
          </a:xfrm>
          <a:custGeom>
            <a:avLst/>
            <a:gdLst>
              <a:gd name="connsiteX0" fmla="*/ 1805307 w 6055200"/>
              <a:gd name="connsiteY0" fmla="*/ 0 h 4744529"/>
              <a:gd name="connsiteX1" fmla="*/ 6055200 w 6055200"/>
              <a:gd name="connsiteY1" fmla="*/ 0 h 4744529"/>
              <a:gd name="connsiteX2" fmla="*/ 6055200 w 6055200"/>
              <a:gd name="connsiteY2" fmla="*/ 4744529 h 4744529"/>
              <a:gd name="connsiteX3" fmla="*/ 0 w 6055200"/>
              <a:gd name="connsiteY3" fmla="*/ 4744529 h 4744529"/>
            </a:gdLst>
            <a:ahLst/>
            <a:cxnLst>
              <a:cxn ang="0">
                <a:pos x="connsiteX0" y="connsiteY0"/>
              </a:cxn>
              <a:cxn ang="0">
                <a:pos x="connsiteX1" y="connsiteY1"/>
              </a:cxn>
              <a:cxn ang="0">
                <a:pos x="connsiteX2" y="connsiteY2"/>
              </a:cxn>
              <a:cxn ang="0">
                <a:pos x="connsiteX3" y="connsiteY3"/>
              </a:cxn>
            </a:cxnLst>
            <a:rect l="l" t="t" r="r" b="b"/>
            <a:pathLst>
              <a:path w="6055200" h="4744529">
                <a:moveTo>
                  <a:pt x="1805307" y="0"/>
                </a:moveTo>
                <a:lnTo>
                  <a:pt x="6055200" y="0"/>
                </a:lnTo>
                <a:lnTo>
                  <a:pt x="6055200" y="4744529"/>
                </a:lnTo>
                <a:lnTo>
                  <a:pt x="0" y="4744529"/>
                </a:lnTo>
                <a:close/>
              </a:path>
            </a:pathLst>
          </a:custGeom>
        </p:spPr>
        <p:txBody>
          <a:bodyPr wrap="square" anchor="ctr">
            <a:noAutofit/>
          </a:bodyPr>
          <a:lstStyle>
            <a:lvl1pPr algn="ctr">
              <a:defRPr>
                <a:solidFill>
                  <a:schemeClr val="bg1"/>
                </a:solidFill>
              </a:defRPr>
            </a:lvl1pPr>
          </a:lstStyle>
          <a:p>
            <a:endParaRPr lang="en-US"/>
          </a:p>
        </p:txBody>
      </p:sp>
      <p:grpSp>
        <p:nvGrpSpPr>
          <p:cNvPr id="48" name="object 8">
            <a:extLst>
              <a:ext uri="{FF2B5EF4-FFF2-40B4-BE49-F238E27FC236}">
                <a16:creationId xmlns:a16="http://schemas.microsoft.com/office/drawing/2014/main" id="{D13C272C-7EF2-D01B-8F08-93EFF066643C}"/>
              </a:ext>
            </a:extLst>
          </p:cNvPr>
          <p:cNvGrpSpPr/>
          <p:nvPr userDrawn="1"/>
        </p:nvGrpSpPr>
        <p:grpSpPr>
          <a:xfrm>
            <a:off x="358845" y="1264529"/>
            <a:ext cx="660415" cy="836315"/>
            <a:chOff x="528780" y="2526675"/>
            <a:chExt cx="1104182" cy="1398279"/>
          </a:xfrm>
        </p:grpSpPr>
        <p:sp>
          <p:nvSpPr>
            <p:cNvPr id="49" name="object 9">
              <a:extLst>
                <a:ext uri="{FF2B5EF4-FFF2-40B4-BE49-F238E27FC236}">
                  <a16:creationId xmlns:a16="http://schemas.microsoft.com/office/drawing/2014/main" id="{4CAAC7AF-2B48-009B-2572-5067A9E55163}"/>
                </a:ext>
              </a:extLst>
            </p:cNvPr>
            <p:cNvSpPr/>
            <p:nvPr/>
          </p:nvSpPr>
          <p:spPr>
            <a:xfrm>
              <a:off x="844639" y="3051093"/>
              <a:ext cx="282575" cy="349250"/>
            </a:xfrm>
            <a:custGeom>
              <a:avLst/>
              <a:gdLst/>
              <a:ahLst/>
              <a:cxnLst/>
              <a:rect l="l" t="t" r="r" b="b"/>
              <a:pathLst>
                <a:path w="282575" h="349250">
                  <a:moveTo>
                    <a:pt x="147482" y="349204"/>
                  </a:moveTo>
                  <a:lnTo>
                    <a:pt x="0" y="349204"/>
                  </a:lnTo>
                  <a:lnTo>
                    <a:pt x="0" y="0"/>
                  </a:lnTo>
                  <a:lnTo>
                    <a:pt x="282504" y="0"/>
                  </a:lnTo>
                </a:path>
              </a:pathLst>
            </a:custGeom>
            <a:ln w="10470">
              <a:solidFill>
                <a:srgbClr val="FFFFFF"/>
              </a:solidFill>
            </a:ln>
          </p:spPr>
          <p:txBody>
            <a:bodyPr wrap="square" lIns="0" tIns="0" rIns="0" bIns="0" rtlCol="0"/>
            <a:lstStyle/>
            <a:p>
              <a:endParaRPr sz="1351"/>
            </a:p>
          </p:txBody>
        </p:sp>
        <p:sp>
          <p:nvSpPr>
            <p:cNvPr id="50" name="object 10">
              <a:extLst>
                <a:ext uri="{FF2B5EF4-FFF2-40B4-BE49-F238E27FC236}">
                  <a16:creationId xmlns:a16="http://schemas.microsoft.com/office/drawing/2014/main" id="{2FE86A13-3FB2-EDAD-1FAA-169CED73380F}"/>
                </a:ext>
              </a:extLst>
            </p:cNvPr>
            <p:cNvSpPr/>
            <p:nvPr/>
          </p:nvSpPr>
          <p:spPr>
            <a:xfrm>
              <a:off x="694297" y="2900754"/>
              <a:ext cx="490855" cy="650240"/>
            </a:xfrm>
            <a:custGeom>
              <a:avLst/>
              <a:gdLst/>
              <a:ahLst/>
              <a:cxnLst/>
              <a:rect l="l" t="t" r="r" b="b"/>
              <a:pathLst>
                <a:path w="490855" h="650239">
                  <a:moveTo>
                    <a:pt x="490718" y="0"/>
                  </a:moveTo>
                  <a:lnTo>
                    <a:pt x="0" y="0"/>
                  </a:lnTo>
                  <a:lnTo>
                    <a:pt x="0" y="649875"/>
                  </a:lnTo>
                  <a:lnTo>
                    <a:pt x="240013" y="649875"/>
                  </a:lnTo>
                </a:path>
              </a:pathLst>
            </a:custGeom>
            <a:ln w="10470">
              <a:solidFill>
                <a:schemeClr val="bg2"/>
              </a:solidFill>
            </a:ln>
          </p:spPr>
          <p:txBody>
            <a:bodyPr wrap="square" lIns="0" tIns="0" rIns="0" bIns="0" rtlCol="0"/>
            <a:lstStyle/>
            <a:p>
              <a:endParaRPr sz="1351"/>
            </a:p>
          </p:txBody>
        </p:sp>
        <p:sp>
          <p:nvSpPr>
            <p:cNvPr id="51" name="object 11">
              <a:extLst>
                <a:ext uri="{FF2B5EF4-FFF2-40B4-BE49-F238E27FC236}">
                  <a16:creationId xmlns:a16="http://schemas.microsoft.com/office/drawing/2014/main" id="{3728EDB2-9F7C-199D-58B9-4C281C4AEC50}"/>
                </a:ext>
              </a:extLst>
            </p:cNvPr>
            <p:cNvSpPr/>
            <p:nvPr/>
          </p:nvSpPr>
          <p:spPr>
            <a:xfrm>
              <a:off x="528780" y="2735239"/>
              <a:ext cx="681355" cy="981075"/>
            </a:xfrm>
            <a:custGeom>
              <a:avLst/>
              <a:gdLst/>
              <a:ahLst/>
              <a:cxnLst/>
              <a:rect l="l" t="t" r="r" b="b"/>
              <a:pathLst>
                <a:path w="681355" h="981075">
                  <a:moveTo>
                    <a:pt x="341790" y="980912"/>
                  </a:moveTo>
                  <a:lnTo>
                    <a:pt x="314932" y="980912"/>
                  </a:lnTo>
                  <a:lnTo>
                    <a:pt x="314932" y="880580"/>
                  </a:lnTo>
                  <a:lnTo>
                    <a:pt x="100447" y="880580"/>
                  </a:lnTo>
                  <a:lnTo>
                    <a:pt x="100447" y="666335"/>
                  </a:lnTo>
                  <a:lnTo>
                    <a:pt x="0" y="666335"/>
                  </a:lnTo>
                  <a:lnTo>
                    <a:pt x="0" y="601824"/>
                  </a:lnTo>
                  <a:lnTo>
                    <a:pt x="100447" y="601824"/>
                  </a:lnTo>
                  <a:lnTo>
                    <a:pt x="100447" y="379087"/>
                  </a:lnTo>
                  <a:lnTo>
                    <a:pt x="0" y="379087"/>
                  </a:lnTo>
                  <a:lnTo>
                    <a:pt x="0" y="314566"/>
                  </a:lnTo>
                  <a:lnTo>
                    <a:pt x="100447" y="314566"/>
                  </a:lnTo>
                  <a:lnTo>
                    <a:pt x="100447" y="100332"/>
                  </a:lnTo>
                  <a:lnTo>
                    <a:pt x="314932" y="100332"/>
                  </a:lnTo>
                  <a:lnTo>
                    <a:pt x="314932" y="0"/>
                  </a:lnTo>
                  <a:lnTo>
                    <a:pt x="379517" y="0"/>
                  </a:lnTo>
                  <a:lnTo>
                    <a:pt x="379517" y="100332"/>
                  </a:lnTo>
                  <a:lnTo>
                    <a:pt x="602505" y="100332"/>
                  </a:lnTo>
                  <a:lnTo>
                    <a:pt x="602505" y="0"/>
                  </a:lnTo>
                  <a:lnTo>
                    <a:pt x="667100" y="0"/>
                  </a:lnTo>
                  <a:lnTo>
                    <a:pt x="667100" y="100332"/>
                  </a:lnTo>
                  <a:lnTo>
                    <a:pt x="681172" y="100332"/>
                  </a:lnTo>
                </a:path>
              </a:pathLst>
            </a:custGeom>
            <a:ln w="10470">
              <a:solidFill>
                <a:srgbClr val="FFFFFF"/>
              </a:solidFill>
            </a:ln>
          </p:spPr>
          <p:txBody>
            <a:bodyPr wrap="square" lIns="0" tIns="0" rIns="0" bIns="0" rtlCol="0"/>
            <a:lstStyle/>
            <a:p>
              <a:endParaRPr sz="1351"/>
            </a:p>
          </p:txBody>
        </p:sp>
        <p:sp>
          <p:nvSpPr>
            <p:cNvPr id="52" name="object 12">
              <a:extLst>
                <a:ext uri="{FF2B5EF4-FFF2-40B4-BE49-F238E27FC236}">
                  <a16:creationId xmlns:a16="http://schemas.microsoft.com/office/drawing/2014/main" id="{359BDC29-8045-8654-E488-338D95746C5E}"/>
                </a:ext>
              </a:extLst>
            </p:cNvPr>
            <p:cNvSpPr/>
            <p:nvPr/>
          </p:nvSpPr>
          <p:spPr>
            <a:xfrm>
              <a:off x="909413" y="3115863"/>
              <a:ext cx="190500" cy="219710"/>
            </a:xfrm>
            <a:custGeom>
              <a:avLst/>
              <a:gdLst/>
              <a:ahLst/>
              <a:cxnLst/>
              <a:rect l="l" t="t" r="r" b="b"/>
              <a:pathLst>
                <a:path w="190500" h="219710">
                  <a:moveTo>
                    <a:pt x="0" y="219658"/>
                  </a:moveTo>
                  <a:lnTo>
                    <a:pt x="105965" y="219658"/>
                  </a:lnTo>
                  <a:lnTo>
                    <a:pt x="189899" y="0"/>
                  </a:lnTo>
                  <a:lnTo>
                    <a:pt x="0" y="0"/>
                  </a:lnTo>
                  <a:lnTo>
                    <a:pt x="0" y="219658"/>
                  </a:lnTo>
                  <a:close/>
                </a:path>
              </a:pathLst>
            </a:custGeom>
            <a:ln w="10470">
              <a:solidFill>
                <a:schemeClr val="bg2"/>
              </a:solidFill>
            </a:ln>
          </p:spPr>
          <p:txBody>
            <a:bodyPr wrap="square" lIns="0" tIns="0" rIns="0" bIns="0" rtlCol="0"/>
            <a:lstStyle/>
            <a:p>
              <a:endParaRPr sz="1351"/>
            </a:p>
          </p:txBody>
        </p:sp>
        <p:sp>
          <p:nvSpPr>
            <p:cNvPr id="53" name="object 13">
              <a:extLst>
                <a:ext uri="{FF2B5EF4-FFF2-40B4-BE49-F238E27FC236}">
                  <a16:creationId xmlns:a16="http://schemas.microsoft.com/office/drawing/2014/main" id="{4AC6B14A-226F-A5DB-7CEC-3447D367A194}"/>
                </a:ext>
              </a:extLst>
            </p:cNvPr>
            <p:cNvSpPr/>
            <p:nvPr/>
          </p:nvSpPr>
          <p:spPr>
            <a:xfrm>
              <a:off x="791653" y="2526675"/>
              <a:ext cx="535305" cy="1398270"/>
            </a:xfrm>
            <a:custGeom>
              <a:avLst/>
              <a:gdLst/>
              <a:ahLst/>
              <a:cxnLst/>
              <a:rect l="l" t="t" r="r" b="b"/>
              <a:pathLst>
                <a:path w="535305" h="1398270">
                  <a:moveTo>
                    <a:pt x="535009" y="0"/>
                  </a:moveTo>
                  <a:lnTo>
                    <a:pt x="0" y="1398030"/>
                  </a:lnTo>
                </a:path>
              </a:pathLst>
            </a:custGeom>
            <a:ln w="10470">
              <a:solidFill>
                <a:srgbClr val="FFFFFF"/>
              </a:solidFill>
            </a:ln>
          </p:spPr>
          <p:txBody>
            <a:bodyPr wrap="square" lIns="0" tIns="0" rIns="0" bIns="0" rtlCol="0"/>
            <a:lstStyle/>
            <a:p>
              <a:endParaRPr sz="1351"/>
            </a:p>
          </p:txBody>
        </p:sp>
        <p:sp>
          <p:nvSpPr>
            <p:cNvPr id="54" name="object 14">
              <a:extLst>
                <a:ext uri="{FF2B5EF4-FFF2-40B4-BE49-F238E27FC236}">
                  <a16:creationId xmlns:a16="http://schemas.microsoft.com/office/drawing/2014/main" id="{56A49083-2988-F34A-C6EE-5EE5E18BB60C}"/>
                </a:ext>
              </a:extLst>
            </p:cNvPr>
            <p:cNvSpPr/>
            <p:nvPr/>
          </p:nvSpPr>
          <p:spPr>
            <a:xfrm>
              <a:off x="868134" y="2526681"/>
              <a:ext cx="535305" cy="1398270"/>
            </a:xfrm>
            <a:custGeom>
              <a:avLst/>
              <a:gdLst/>
              <a:ahLst/>
              <a:cxnLst/>
              <a:rect l="l" t="t" r="r" b="b"/>
              <a:pathLst>
                <a:path w="535305" h="1398270">
                  <a:moveTo>
                    <a:pt x="535009" y="0"/>
                  </a:moveTo>
                  <a:lnTo>
                    <a:pt x="0" y="1398030"/>
                  </a:lnTo>
                </a:path>
              </a:pathLst>
            </a:custGeom>
            <a:ln w="10470">
              <a:solidFill>
                <a:schemeClr val="bg2"/>
              </a:solidFill>
            </a:ln>
          </p:spPr>
          <p:txBody>
            <a:bodyPr wrap="square" lIns="0" tIns="0" rIns="0" bIns="0" rtlCol="0"/>
            <a:lstStyle/>
            <a:p>
              <a:endParaRPr sz="1351"/>
            </a:p>
          </p:txBody>
        </p:sp>
        <p:sp>
          <p:nvSpPr>
            <p:cNvPr id="55" name="object 15">
              <a:extLst>
                <a:ext uri="{FF2B5EF4-FFF2-40B4-BE49-F238E27FC236}">
                  <a16:creationId xmlns:a16="http://schemas.microsoft.com/office/drawing/2014/main" id="{41626C90-04CA-52C8-6BBB-71924E717BBC}"/>
                </a:ext>
              </a:extLst>
            </p:cNvPr>
            <p:cNvSpPr/>
            <p:nvPr/>
          </p:nvSpPr>
          <p:spPr>
            <a:xfrm>
              <a:off x="944621" y="2526681"/>
              <a:ext cx="535305" cy="1398270"/>
            </a:xfrm>
            <a:custGeom>
              <a:avLst/>
              <a:gdLst/>
              <a:ahLst/>
              <a:cxnLst/>
              <a:rect l="l" t="t" r="r" b="b"/>
              <a:pathLst>
                <a:path w="535305" h="1398270">
                  <a:moveTo>
                    <a:pt x="535009" y="0"/>
                  </a:moveTo>
                  <a:lnTo>
                    <a:pt x="0" y="1398030"/>
                  </a:lnTo>
                </a:path>
              </a:pathLst>
            </a:custGeom>
            <a:ln w="10470">
              <a:solidFill>
                <a:srgbClr val="183E51"/>
              </a:solidFill>
            </a:ln>
          </p:spPr>
          <p:txBody>
            <a:bodyPr wrap="square" lIns="0" tIns="0" rIns="0" bIns="0" rtlCol="0"/>
            <a:lstStyle/>
            <a:p>
              <a:endParaRPr sz="1351"/>
            </a:p>
          </p:txBody>
        </p:sp>
        <p:sp>
          <p:nvSpPr>
            <p:cNvPr id="56" name="object 16">
              <a:extLst>
                <a:ext uri="{FF2B5EF4-FFF2-40B4-BE49-F238E27FC236}">
                  <a16:creationId xmlns:a16="http://schemas.microsoft.com/office/drawing/2014/main" id="{7EB37F1F-CF3A-7D32-5209-6FB9C075DEDF}"/>
                </a:ext>
              </a:extLst>
            </p:cNvPr>
            <p:cNvSpPr/>
            <p:nvPr/>
          </p:nvSpPr>
          <p:spPr>
            <a:xfrm>
              <a:off x="944622" y="2526684"/>
              <a:ext cx="688340" cy="1398270"/>
            </a:xfrm>
            <a:custGeom>
              <a:avLst/>
              <a:gdLst/>
              <a:ahLst/>
              <a:cxnLst/>
              <a:rect l="l" t="t" r="r" b="b"/>
              <a:pathLst>
                <a:path w="688339" h="1398270">
                  <a:moveTo>
                    <a:pt x="535837" y="0"/>
                  </a:moveTo>
                  <a:lnTo>
                    <a:pt x="0" y="1398020"/>
                  </a:lnTo>
                </a:path>
                <a:path w="688339" h="1398270">
                  <a:moveTo>
                    <a:pt x="687979" y="0"/>
                  </a:moveTo>
                  <a:lnTo>
                    <a:pt x="152141" y="1398020"/>
                  </a:lnTo>
                </a:path>
              </a:pathLst>
            </a:custGeom>
            <a:ln w="10470">
              <a:solidFill>
                <a:srgbClr val="FFFFFF"/>
              </a:solidFill>
            </a:ln>
          </p:spPr>
          <p:txBody>
            <a:bodyPr wrap="square" lIns="0" tIns="0" rIns="0" bIns="0" rtlCol="0"/>
            <a:lstStyle/>
            <a:p>
              <a:endParaRPr sz="1351"/>
            </a:p>
          </p:txBody>
        </p:sp>
        <p:sp>
          <p:nvSpPr>
            <p:cNvPr id="57" name="object 17">
              <a:extLst>
                <a:ext uri="{FF2B5EF4-FFF2-40B4-BE49-F238E27FC236}">
                  <a16:creationId xmlns:a16="http://schemas.microsoft.com/office/drawing/2014/main" id="{6068F8FA-0E80-95A3-8343-0CE7F6793E14}"/>
                </a:ext>
              </a:extLst>
            </p:cNvPr>
            <p:cNvSpPr/>
            <p:nvPr/>
          </p:nvSpPr>
          <p:spPr>
            <a:xfrm>
              <a:off x="1021103" y="2526681"/>
              <a:ext cx="535306" cy="1398270"/>
            </a:xfrm>
            <a:custGeom>
              <a:avLst/>
              <a:gdLst/>
              <a:ahLst/>
              <a:cxnLst/>
              <a:rect l="l" t="t" r="r" b="b"/>
              <a:pathLst>
                <a:path w="535305" h="1398270">
                  <a:moveTo>
                    <a:pt x="535009" y="0"/>
                  </a:moveTo>
                  <a:lnTo>
                    <a:pt x="0" y="1398030"/>
                  </a:lnTo>
                </a:path>
              </a:pathLst>
            </a:custGeom>
            <a:ln w="10470">
              <a:solidFill>
                <a:schemeClr val="bg2"/>
              </a:solidFill>
            </a:ln>
          </p:spPr>
          <p:txBody>
            <a:bodyPr wrap="square" lIns="0" tIns="0" rIns="0" bIns="0" rtlCol="0"/>
            <a:lstStyle/>
            <a:p>
              <a:endParaRPr sz="1351"/>
            </a:p>
          </p:txBody>
        </p:sp>
      </p:grpSp>
      <p:pic>
        <p:nvPicPr>
          <p:cNvPr id="3" name="Picture 2">
            <a:extLst>
              <a:ext uri="{FF2B5EF4-FFF2-40B4-BE49-F238E27FC236}">
                <a16:creationId xmlns:a16="http://schemas.microsoft.com/office/drawing/2014/main" id="{68304903-4936-BF54-5DAD-CBF01F349497}"/>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D23B228C-738E-B738-CC47-A2751BDD0067}"/>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8" name="Title 1">
            <a:extLst>
              <a:ext uri="{FF2B5EF4-FFF2-40B4-BE49-F238E27FC236}">
                <a16:creationId xmlns:a16="http://schemas.microsoft.com/office/drawing/2014/main" id="{7B6562EF-2E79-05B3-1327-807DFB79F533}"/>
              </a:ext>
            </a:extLst>
          </p:cNvPr>
          <p:cNvSpPr>
            <a:spLocks noGrp="1"/>
          </p:cNvSpPr>
          <p:nvPr>
            <p:ph type="title" hasCustomPrompt="1"/>
          </p:nvPr>
        </p:nvSpPr>
        <p:spPr>
          <a:xfrm>
            <a:off x="245655" y="2600329"/>
            <a:ext cx="5223495" cy="1317583"/>
          </a:xfrm>
          <a:prstGeom prst="rect">
            <a:avLst/>
          </a:prstGeom>
        </p:spPr>
        <p:txBody>
          <a:bodyPr/>
          <a:lstStyle>
            <a:lvl1pPr algn="l" defTabSz="914332" rtl="0" eaLnBrk="1" latinLnBrk="0" hangingPunct="1">
              <a:lnSpc>
                <a:spcPct val="90000"/>
              </a:lnSpc>
              <a:spcBef>
                <a:spcPct val="0"/>
              </a:spcBef>
              <a:buNone/>
              <a:defRPr lang="en-US" sz="3600" b="0" i="0" kern="1200" dirty="0">
                <a:solidFill>
                  <a:srgbClr val="628BFF"/>
                </a:solidFill>
                <a:latin typeface="+mj-lt"/>
                <a:ea typeface="+mj-ea"/>
                <a:cs typeface="+mj-cs"/>
              </a:defRPr>
            </a:lvl1pPr>
          </a:lstStyle>
          <a:p>
            <a:r>
              <a:rPr lang="en-GB"/>
              <a:t>Click to edit title</a:t>
            </a:r>
            <a:endParaRPr lang="en-US"/>
          </a:p>
        </p:txBody>
      </p:sp>
      <p:sp>
        <p:nvSpPr>
          <p:cNvPr id="9" name="Text Placeholder 6">
            <a:extLst>
              <a:ext uri="{FF2B5EF4-FFF2-40B4-BE49-F238E27FC236}">
                <a16:creationId xmlns:a16="http://schemas.microsoft.com/office/drawing/2014/main" id="{F4F530A0-0040-E714-1D11-6508419849CE}"/>
              </a:ext>
            </a:extLst>
          </p:cNvPr>
          <p:cNvSpPr>
            <a:spLocks noGrp="1"/>
          </p:cNvSpPr>
          <p:nvPr>
            <p:ph type="body" sz="quarter" idx="13" hasCustomPrompt="1"/>
          </p:nvPr>
        </p:nvSpPr>
        <p:spPr>
          <a:xfrm>
            <a:off x="245653" y="4004398"/>
            <a:ext cx="4291843" cy="793631"/>
          </a:xfrm>
        </p:spPr>
        <p:txBody>
          <a:bodyPr/>
          <a:lstStyle>
            <a:lvl1pPr marL="0" indent="0">
              <a:lnSpc>
                <a:spcPct val="90000"/>
              </a:lnSpc>
              <a:buNone/>
              <a:defRPr sz="2400">
                <a:solidFill>
                  <a:schemeClr val="bg1"/>
                </a:solidFill>
              </a:defRPr>
            </a:lvl1pPr>
          </a:lstStyle>
          <a:p>
            <a:pPr lvl="0"/>
            <a:r>
              <a:rPr lang="en-GB"/>
              <a:t>Click here to edit subheading</a:t>
            </a:r>
            <a:endParaRPr lang="en-US"/>
          </a:p>
        </p:txBody>
      </p:sp>
      <p:sp>
        <p:nvSpPr>
          <p:cNvPr id="10" name="Text Placeholder 6">
            <a:extLst>
              <a:ext uri="{FF2B5EF4-FFF2-40B4-BE49-F238E27FC236}">
                <a16:creationId xmlns:a16="http://schemas.microsoft.com/office/drawing/2014/main" id="{6F918E89-793C-5499-7F45-F84DE5D5CA92}"/>
              </a:ext>
            </a:extLst>
          </p:cNvPr>
          <p:cNvSpPr>
            <a:spLocks noGrp="1"/>
          </p:cNvSpPr>
          <p:nvPr>
            <p:ph type="body" sz="quarter" idx="16" hasCustomPrompt="1"/>
          </p:nvPr>
        </p:nvSpPr>
        <p:spPr>
          <a:xfrm>
            <a:off x="245653" y="4891599"/>
            <a:ext cx="4291843" cy="414068"/>
          </a:xfrm>
        </p:spPr>
        <p:txBody>
          <a:bodyPr/>
          <a:lstStyle>
            <a:lvl1pPr marL="0" indent="0">
              <a:buNone/>
              <a:defRPr sz="1600">
                <a:solidFill>
                  <a:schemeClr val="bg1"/>
                </a:solidFill>
              </a:defRPr>
            </a:lvl1pPr>
          </a:lstStyle>
          <a:p>
            <a:pPr lvl="0"/>
            <a:r>
              <a:rPr lang="en-GB"/>
              <a:t>Enter Date or Document Version</a:t>
            </a:r>
            <a:endParaRPr lang="en-US"/>
          </a:p>
        </p:txBody>
      </p:sp>
      <p:sp>
        <p:nvSpPr>
          <p:cNvPr id="2" name="TextBox 1">
            <a:extLst>
              <a:ext uri="{FF2B5EF4-FFF2-40B4-BE49-F238E27FC236}">
                <a16:creationId xmlns:a16="http://schemas.microsoft.com/office/drawing/2014/main" id="{3DE8556E-DE0F-4663-4A7D-7983FBE48AED}"/>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4" name="hcSlideMaster87.Cover blue 1Header" descr="Classification: Internal">
            <a:extLst>
              <a:ext uri="{FF2B5EF4-FFF2-40B4-BE49-F238E27FC236}">
                <a16:creationId xmlns:a16="http://schemas.microsoft.com/office/drawing/2014/main" id="{5C219013-91AA-38A4-9A9B-B431A2E9D9E2}"/>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83618062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0B149E-6858-71E6-9F4B-5CF9CE345E1A}"/>
              </a:ext>
            </a:extLst>
          </p:cNvPr>
          <p:cNvSpPr>
            <a:spLocks noGrp="1"/>
          </p:cNvSpPr>
          <p:nvPr>
            <p:ph type="title" hasCustomPrompt="1"/>
          </p:nvPr>
        </p:nvSpPr>
        <p:spPr>
          <a:xfrm>
            <a:off x="228403" y="2819759"/>
            <a:ext cx="4350335" cy="1715893"/>
          </a:xfrm>
          <a:prstGeom prst="rect">
            <a:avLst/>
          </a:prstGeom>
        </p:spPr>
        <p:txBody>
          <a:bodyPr/>
          <a:lstStyle>
            <a:lvl1pPr>
              <a:lnSpc>
                <a:spcPct val="90000"/>
              </a:lnSpc>
              <a:defRPr sz="2800">
                <a:solidFill>
                  <a:schemeClr val="bg1"/>
                </a:solidFill>
              </a:defRPr>
            </a:lvl1pPr>
          </a:lstStyle>
          <a:p>
            <a:r>
              <a:rPr lang="en-GB"/>
              <a:t>Separator</a:t>
            </a:r>
            <a:endParaRPr lang="en-US"/>
          </a:p>
        </p:txBody>
      </p:sp>
      <p:grpSp>
        <p:nvGrpSpPr>
          <p:cNvPr id="15" name="Group 14">
            <a:extLst>
              <a:ext uri="{FF2B5EF4-FFF2-40B4-BE49-F238E27FC236}">
                <a16:creationId xmlns:a16="http://schemas.microsoft.com/office/drawing/2014/main" id="{8E945807-692A-1600-245C-85B412D88710}"/>
              </a:ext>
            </a:extLst>
          </p:cNvPr>
          <p:cNvGrpSpPr/>
          <p:nvPr userDrawn="1"/>
        </p:nvGrpSpPr>
        <p:grpSpPr>
          <a:xfrm>
            <a:off x="11084200" y="316628"/>
            <a:ext cx="761725" cy="157981"/>
            <a:chOff x="9242701" y="249950"/>
            <a:chExt cx="652960" cy="135423"/>
          </a:xfrm>
        </p:grpSpPr>
        <p:sp>
          <p:nvSpPr>
            <p:cNvPr id="16" name="object 6">
              <a:extLst>
                <a:ext uri="{FF2B5EF4-FFF2-40B4-BE49-F238E27FC236}">
                  <a16:creationId xmlns:a16="http://schemas.microsoft.com/office/drawing/2014/main" id="{FE8252D3-76C6-954E-2C0A-65EEF6F46849}"/>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7" name="object 7">
              <a:extLst>
                <a:ext uri="{FF2B5EF4-FFF2-40B4-BE49-F238E27FC236}">
                  <a16:creationId xmlns:a16="http://schemas.microsoft.com/office/drawing/2014/main" id="{EA57E122-B272-0A88-984F-964418378C1F}"/>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8" name="object 8">
              <a:extLst>
                <a:ext uri="{FF2B5EF4-FFF2-40B4-BE49-F238E27FC236}">
                  <a16:creationId xmlns:a16="http://schemas.microsoft.com/office/drawing/2014/main" id="{028306A9-661C-3404-CF5B-6FBC5F44C34C}"/>
                </a:ext>
              </a:extLst>
            </p:cNvPr>
            <p:cNvGrpSpPr/>
            <p:nvPr/>
          </p:nvGrpSpPr>
          <p:grpSpPr>
            <a:xfrm>
              <a:off x="9242701" y="249950"/>
              <a:ext cx="202816" cy="135423"/>
              <a:chOff x="18288992" y="494982"/>
              <a:chExt cx="401320" cy="267970"/>
            </a:xfrm>
          </p:grpSpPr>
          <p:sp>
            <p:nvSpPr>
              <p:cNvPr id="24" name="object 9">
                <a:extLst>
                  <a:ext uri="{FF2B5EF4-FFF2-40B4-BE49-F238E27FC236}">
                    <a16:creationId xmlns:a16="http://schemas.microsoft.com/office/drawing/2014/main" id="{02F69C2D-AE0D-2217-3C9C-5159FCC38284}"/>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5" name="object 10">
                <a:extLst>
                  <a:ext uri="{FF2B5EF4-FFF2-40B4-BE49-F238E27FC236}">
                    <a16:creationId xmlns:a16="http://schemas.microsoft.com/office/drawing/2014/main" id="{21505F9C-D02D-A3D4-E9DB-1206A8C3C78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1">
                <a:extLst>
                  <a:ext uri="{FF2B5EF4-FFF2-40B4-BE49-F238E27FC236}">
                    <a16:creationId xmlns:a16="http://schemas.microsoft.com/office/drawing/2014/main" id="{3CD5FC1C-7F9D-1E62-715B-6E31AD796965}"/>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9" name="object 22">
              <a:extLst>
                <a:ext uri="{FF2B5EF4-FFF2-40B4-BE49-F238E27FC236}">
                  <a16:creationId xmlns:a16="http://schemas.microsoft.com/office/drawing/2014/main" id="{83BF4D0F-CE14-9AC4-117D-CF805ED8B6BA}"/>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0" name="object 23">
              <a:extLst>
                <a:ext uri="{FF2B5EF4-FFF2-40B4-BE49-F238E27FC236}">
                  <a16:creationId xmlns:a16="http://schemas.microsoft.com/office/drawing/2014/main" id="{7EF3CE76-4E5E-65D3-B5BC-DB148DB55CAF}"/>
                </a:ext>
              </a:extLst>
            </p:cNvPr>
            <p:cNvGrpSpPr/>
            <p:nvPr/>
          </p:nvGrpSpPr>
          <p:grpSpPr>
            <a:xfrm>
              <a:off x="9242701" y="249950"/>
              <a:ext cx="202816" cy="135423"/>
              <a:chOff x="18288992" y="494982"/>
              <a:chExt cx="401320" cy="267970"/>
            </a:xfrm>
          </p:grpSpPr>
          <p:sp>
            <p:nvSpPr>
              <p:cNvPr id="21" name="object 24">
                <a:extLst>
                  <a:ext uri="{FF2B5EF4-FFF2-40B4-BE49-F238E27FC236}">
                    <a16:creationId xmlns:a16="http://schemas.microsoft.com/office/drawing/2014/main" id="{62141BAA-CBDC-6AE2-4753-B610C908CBA7}"/>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2" name="object 25">
                <a:extLst>
                  <a:ext uri="{FF2B5EF4-FFF2-40B4-BE49-F238E27FC236}">
                    <a16:creationId xmlns:a16="http://schemas.microsoft.com/office/drawing/2014/main" id="{D040E6F7-D30E-79FA-F11F-49B5E8F2F1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3" name="object 26">
                <a:extLst>
                  <a:ext uri="{FF2B5EF4-FFF2-40B4-BE49-F238E27FC236}">
                    <a16:creationId xmlns:a16="http://schemas.microsoft.com/office/drawing/2014/main" id="{03017B78-8403-B42E-AC00-2235C5E29D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5" name="Picture 4">
            <a:extLst>
              <a:ext uri="{FF2B5EF4-FFF2-40B4-BE49-F238E27FC236}">
                <a16:creationId xmlns:a16="http://schemas.microsoft.com/office/drawing/2014/main" id="{6C45B086-F1A2-F2B3-251C-4152C9D5E67F}"/>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6" name="Graphic 5">
            <a:extLst>
              <a:ext uri="{FF2B5EF4-FFF2-40B4-BE49-F238E27FC236}">
                <a16:creationId xmlns:a16="http://schemas.microsoft.com/office/drawing/2014/main" id="{370F1023-174D-19FE-8110-DB01E755E15B}"/>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9" name="Graphic 8">
            <a:extLst>
              <a:ext uri="{FF2B5EF4-FFF2-40B4-BE49-F238E27FC236}">
                <a16:creationId xmlns:a16="http://schemas.microsoft.com/office/drawing/2014/main" id="{EDDBFB7C-7692-C8C9-3DD3-C14B97B73CB4}"/>
              </a:ext>
            </a:extLst>
          </p:cNvPr>
          <p:cNvPicPr>
            <a:picLocks noChangeAspect="1"/>
          </p:cNvPicPr>
          <p:nvPr userDrawn="1"/>
        </p:nvPicPr>
        <p:blipFill rotWithShape="1">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rcRect t="12318"/>
          <a:stretch/>
        </p:blipFill>
        <p:spPr>
          <a:xfrm>
            <a:off x="4232936" y="101237"/>
            <a:ext cx="6148633" cy="6316979"/>
          </a:xfrm>
          <a:prstGeom prst="rect">
            <a:avLst/>
          </a:prstGeom>
        </p:spPr>
      </p:pic>
      <p:sp>
        <p:nvSpPr>
          <p:cNvPr id="2" name="TextBox 1">
            <a:extLst>
              <a:ext uri="{FF2B5EF4-FFF2-40B4-BE49-F238E27FC236}">
                <a16:creationId xmlns:a16="http://schemas.microsoft.com/office/drawing/2014/main" id="{F0DD02DB-2284-233F-D2B0-7B6CF74A943E}"/>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3" name="hcSlideMaster87.DividerHeader" descr="Classification: Internal">
            <a:extLst>
              <a:ext uri="{FF2B5EF4-FFF2-40B4-BE49-F238E27FC236}">
                <a16:creationId xmlns:a16="http://schemas.microsoft.com/office/drawing/2014/main" id="{31EAAE72-BD77-38FF-910C-BBDDDB41A95D}"/>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2141853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EFF4FF"/>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3" name="TextBox 22">
            <a:extLst>
              <a:ext uri="{FF2B5EF4-FFF2-40B4-BE49-F238E27FC236}">
                <a16:creationId xmlns:a16="http://schemas.microsoft.com/office/drawing/2014/main" id="{4819D38D-91FB-FD21-94E8-8E11DC131A76}"/>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pic>
        <p:nvPicPr>
          <p:cNvPr id="2" name="Graphic 1">
            <a:extLst>
              <a:ext uri="{FF2B5EF4-FFF2-40B4-BE49-F238E27FC236}">
                <a16:creationId xmlns:a16="http://schemas.microsoft.com/office/drawing/2014/main" id="{5B3121DB-2A0B-9512-3A42-2DCCAD29AF71}"/>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15D78483-EB25-72E8-2585-A138A6335DDF}"/>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 Placeholder 6">
            <a:extLst>
              <a:ext uri="{FF2B5EF4-FFF2-40B4-BE49-F238E27FC236}">
                <a16:creationId xmlns:a16="http://schemas.microsoft.com/office/drawing/2014/main" id="{1C020D42-48EC-6E22-2F3E-995D58098CAF}"/>
              </a:ext>
            </a:extLst>
          </p:cNvPr>
          <p:cNvSpPr>
            <a:spLocks noGrp="1"/>
          </p:cNvSpPr>
          <p:nvPr>
            <p:ph type="body" sz="quarter" idx="14" hasCustomPrompt="1"/>
          </p:nvPr>
        </p:nvSpPr>
        <p:spPr>
          <a:xfrm>
            <a:off x="245652" y="1794295"/>
            <a:ext cx="11709901"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6" name="hcSlideMaster87.Title onlyHeader" descr="Classification: Internal">
            <a:extLst>
              <a:ext uri="{FF2B5EF4-FFF2-40B4-BE49-F238E27FC236}">
                <a16:creationId xmlns:a16="http://schemas.microsoft.com/office/drawing/2014/main" id="{58AC8AE3-0DE2-C562-5383-A6CF1F5B5929}"/>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77296009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7A3324-CF26-0748-B4CF-963B702B3F50}"/>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7800C36E-23A3-A880-59DF-BC9A66F7F1F4}"/>
              </a:ext>
            </a:extLst>
          </p:cNvPr>
          <p:cNvSpPr>
            <a:spLocks noGrp="1"/>
          </p:cNvSpPr>
          <p:nvPr>
            <p:ph type="body" sz="quarter" idx="13" hasCustomPrompt="1"/>
          </p:nvPr>
        </p:nvSpPr>
        <p:spPr>
          <a:xfrm>
            <a:off x="4059299" y="804351"/>
            <a:ext cx="6292400" cy="1377087"/>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7A5A69EF-2F3B-DFCB-5808-DFE7FC9E747E}"/>
              </a:ext>
            </a:extLst>
          </p:cNvPr>
          <p:cNvSpPr>
            <a:spLocks noGrp="1"/>
          </p:cNvSpPr>
          <p:nvPr>
            <p:ph type="body" sz="quarter" idx="14" hasCustomPrompt="1"/>
          </p:nvPr>
        </p:nvSpPr>
        <p:spPr>
          <a:xfrm>
            <a:off x="232402" y="2342169"/>
            <a:ext cx="11672055" cy="3834795"/>
          </a:xfrm>
        </p:spPr>
        <p:txBody>
          <a:bodyPr numCol="4"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Title 1">
            <a:extLst>
              <a:ext uri="{FF2B5EF4-FFF2-40B4-BE49-F238E27FC236}">
                <a16:creationId xmlns:a16="http://schemas.microsoft.com/office/drawing/2014/main" id="{949DDFE2-9038-836D-DA36-FAA59D5D3400}"/>
              </a:ext>
            </a:extLst>
          </p:cNvPr>
          <p:cNvSpPr>
            <a:spLocks noGrp="1"/>
          </p:cNvSpPr>
          <p:nvPr>
            <p:ph type="title" hasCustomPrompt="1"/>
          </p:nvPr>
        </p:nvSpPr>
        <p:spPr>
          <a:xfrm>
            <a:off x="228351" y="849280"/>
            <a:ext cx="3084192" cy="1356365"/>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16" name="Group 15">
            <a:extLst>
              <a:ext uri="{FF2B5EF4-FFF2-40B4-BE49-F238E27FC236}">
                <a16:creationId xmlns:a16="http://schemas.microsoft.com/office/drawing/2014/main" id="{E8D51EC2-0C3E-D847-A05D-4AB70622EA52}"/>
              </a:ext>
            </a:extLst>
          </p:cNvPr>
          <p:cNvGrpSpPr/>
          <p:nvPr userDrawn="1"/>
        </p:nvGrpSpPr>
        <p:grpSpPr>
          <a:xfrm>
            <a:off x="11084202" y="316459"/>
            <a:ext cx="761727" cy="157980"/>
            <a:chOff x="9242701" y="249950"/>
            <a:chExt cx="652960" cy="135423"/>
          </a:xfrm>
        </p:grpSpPr>
        <p:sp>
          <p:nvSpPr>
            <p:cNvPr id="17" name="object 11">
              <a:extLst>
                <a:ext uri="{FF2B5EF4-FFF2-40B4-BE49-F238E27FC236}">
                  <a16:creationId xmlns:a16="http://schemas.microsoft.com/office/drawing/2014/main" id="{29221EF7-6A51-8F7D-B564-929FB26C6D95}"/>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8" name="object 12">
              <a:extLst>
                <a:ext uri="{FF2B5EF4-FFF2-40B4-BE49-F238E27FC236}">
                  <a16:creationId xmlns:a16="http://schemas.microsoft.com/office/drawing/2014/main" id="{218582E0-2A5B-56D8-0C63-76593A0A51A3}"/>
                </a:ext>
              </a:extLst>
            </p:cNvPr>
            <p:cNvGrpSpPr/>
            <p:nvPr/>
          </p:nvGrpSpPr>
          <p:grpSpPr>
            <a:xfrm>
              <a:off x="9242701" y="249950"/>
              <a:ext cx="202816" cy="135423"/>
              <a:chOff x="18288992" y="494982"/>
              <a:chExt cx="401320" cy="267970"/>
            </a:xfrm>
          </p:grpSpPr>
          <p:sp>
            <p:nvSpPr>
              <p:cNvPr id="19" name="object 13">
                <a:extLst>
                  <a:ext uri="{FF2B5EF4-FFF2-40B4-BE49-F238E27FC236}">
                    <a16:creationId xmlns:a16="http://schemas.microsoft.com/office/drawing/2014/main" id="{EA476F20-B3D1-DC85-8A95-9A5505D7C3D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0" name="object 14">
                <a:extLst>
                  <a:ext uri="{FF2B5EF4-FFF2-40B4-BE49-F238E27FC236}">
                    <a16:creationId xmlns:a16="http://schemas.microsoft.com/office/drawing/2014/main" id="{3582D895-C8C8-B690-AD9F-10B1629E86CE}"/>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1" name="object 15">
                <a:extLst>
                  <a:ext uri="{FF2B5EF4-FFF2-40B4-BE49-F238E27FC236}">
                    <a16:creationId xmlns:a16="http://schemas.microsoft.com/office/drawing/2014/main" id="{D161E6C6-0726-A22E-7F8C-EBF4C37F083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4" name="Graphic 3">
            <a:extLst>
              <a:ext uri="{FF2B5EF4-FFF2-40B4-BE49-F238E27FC236}">
                <a16:creationId xmlns:a16="http://schemas.microsoft.com/office/drawing/2014/main" id="{7DF666A1-A5B3-6D62-DF3F-DFB8F76B057C}"/>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AB4C143F-705E-3E91-B389-3CBE24411FFB}"/>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TextBox 1">
            <a:extLst>
              <a:ext uri="{FF2B5EF4-FFF2-40B4-BE49-F238E27FC236}">
                <a16:creationId xmlns:a16="http://schemas.microsoft.com/office/drawing/2014/main" id="{E49B0A26-51B4-39F1-2ACA-CCFD19050A77}"/>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sp>
        <p:nvSpPr>
          <p:cNvPr id="6" name="hcSlideMaster87.Content 1Header" descr="Classification: Internal">
            <a:extLst>
              <a:ext uri="{FF2B5EF4-FFF2-40B4-BE49-F238E27FC236}">
                <a16:creationId xmlns:a16="http://schemas.microsoft.com/office/drawing/2014/main" id="{EAC58B1F-1665-E15F-CEB1-7386F747F774}"/>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97165030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rgbClr val="EFF4FF"/>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8B7FC8-EE15-AEF0-1D58-CE9F1AEC3A63}"/>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10" name="Text Placeholder 6">
            <a:extLst>
              <a:ext uri="{FF2B5EF4-FFF2-40B4-BE49-F238E27FC236}">
                <a16:creationId xmlns:a16="http://schemas.microsoft.com/office/drawing/2014/main" id="{B58CDEAE-0597-06FC-ABED-A9C01545D022}"/>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Picture Placeholder 11">
            <a:extLst>
              <a:ext uri="{FF2B5EF4-FFF2-40B4-BE49-F238E27FC236}">
                <a16:creationId xmlns:a16="http://schemas.microsoft.com/office/drawing/2014/main" id="{B5D368A5-187B-6D30-1945-820656F673A2}"/>
              </a:ext>
            </a:extLst>
          </p:cNvPr>
          <p:cNvSpPr>
            <a:spLocks noGrp="1"/>
          </p:cNvSpPr>
          <p:nvPr>
            <p:ph type="pic" sz="quarter" idx="15"/>
          </p:nvPr>
        </p:nvSpPr>
        <p:spPr>
          <a:xfrm>
            <a:off x="5" y="1811342"/>
            <a:ext cx="3675063" cy="4365625"/>
          </a:xfrm>
          <a:solidFill>
            <a:schemeClr val="bg1">
              <a:lumMod val="95000"/>
            </a:schemeClr>
          </a:solidFill>
        </p:spPr>
        <p:txBody>
          <a:bodyPr anchor="ctr"/>
          <a:lstStyle>
            <a:lvl1pPr algn="ctr">
              <a:defRPr/>
            </a:lvl1pPr>
          </a:lstStyle>
          <a:p>
            <a:endParaRPr lang="en-US"/>
          </a:p>
        </p:txBody>
      </p:sp>
      <p:sp>
        <p:nvSpPr>
          <p:cNvPr id="17" name="Title 1">
            <a:extLst>
              <a:ext uri="{FF2B5EF4-FFF2-40B4-BE49-F238E27FC236}">
                <a16:creationId xmlns:a16="http://schemas.microsoft.com/office/drawing/2014/main" id="{57CA5432-E6C4-9E0E-4AE7-A5CAD48F4F7D}"/>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21" name="Group 20">
            <a:extLst>
              <a:ext uri="{FF2B5EF4-FFF2-40B4-BE49-F238E27FC236}">
                <a16:creationId xmlns:a16="http://schemas.microsoft.com/office/drawing/2014/main" id="{53874EF4-1CF7-7897-D289-2ACFF353C026}"/>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6613F8F-3605-BDAD-82A2-772717016A50}"/>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D5DDB524-DC96-9CC5-5D30-5121EC25B0F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08685EC9-126E-7223-FB54-4682ABB8AF49}"/>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638480FE-5064-365E-0764-1EDB515E42D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9EB73C38-AE3B-108A-9FC8-295E5E8C530C}"/>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219C1A6E-1AE4-4190-05E9-393DC4ECEBA6}"/>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BD99F0EE-E4D8-577D-A042-2C4DE310BFEE}"/>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Box 4">
            <a:extLst>
              <a:ext uri="{FF2B5EF4-FFF2-40B4-BE49-F238E27FC236}">
                <a16:creationId xmlns:a16="http://schemas.microsoft.com/office/drawing/2014/main" id="{F954F414-F82E-93DE-F5FA-01782E4304D5}"/>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sp>
        <p:nvSpPr>
          <p:cNvPr id="6" name="hcSlideMaster87.Content 2Header" descr="Classification: Internal">
            <a:extLst>
              <a:ext uri="{FF2B5EF4-FFF2-40B4-BE49-F238E27FC236}">
                <a16:creationId xmlns:a16="http://schemas.microsoft.com/office/drawing/2014/main" id="{452A2D8E-B589-2F71-5D2D-73018603D4F9}"/>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43224020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3">
    <p:bg>
      <p:bgPr>
        <a:solidFill>
          <a:schemeClr val="bg1"/>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85254999-0687-9882-5AD2-9787176AA3A3}"/>
              </a:ext>
            </a:extLst>
          </p:cNvPr>
          <p:cNvSpPr>
            <a:spLocks noGrp="1"/>
          </p:cNvSpPr>
          <p:nvPr>
            <p:ph type="body" sz="quarter" idx="13" hasCustomPrompt="1"/>
          </p:nvPr>
        </p:nvSpPr>
        <p:spPr>
          <a:xfrm>
            <a:off x="245653" y="1783836"/>
            <a:ext cx="3560323" cy="4427525"/>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CCEC5A13-BD8A-5C44-99F9-90183704A03F}"/>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4" name="Graphic 3">
            <a:extLst>
              <a:ext uri="{FF2B5EF4-FFF2-40B4-BE49-F238E27FC236}">
                <a16:creationId xmlns:a16="http://schemas.microsoft.com/office/drawing/2014/main" id="{F0E7A172-1949-1179-56E7-11C168D6C9E2}"/>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C2C26B8A-3E73-62AE-DF28-DD88FCD743E3}"/>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TextBox 1">
            <a:extLst>
              <a:ext uri="{FF2B5EF4-FFF2-40B4-BE49-F238E27FC236}">
                <a16:creationId xmlns:a16="http://schemas.microsoft.com/office/drawing/2014/main" id="{14B63ED8-E5C2-7443-177E-EDBEF0BC27D4}"/>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sp>
        <p:nvSpPr>
          <p:cNvPr id="6" name="hcSlideMaster87.Content 3Header" descr="Classification: Internal">
            <a:extLst>
              <a:ext uri="{FF2B5EF4-FFF2-40B4-BE49-F238E27FC236}">
                <a16:creationId xmlns:a16="http://schemas.microsoft.com/office/drawing/2014/main" id="{3C3F9034-69DE-0133-322E-5730435AD92A}"/>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62631075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tx2"/>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676F08B8-0EF2-276E-D85F-151FA39423C7}"/>
              </a:ext>
            </a:extLst>
          </p:cNvPr>
          <p:cNvSpPr txBox="1"/>
          <p:nvPr userDrawn="1"/>
        </p:nvSpPr>
        <p:spPr>
          <a:xfrm>
            <a:off x="323648" y="1693821"/>
            <a:ext cx="2467781" cy="1265748"/>
          </a:xfrm>
          <a:prstGeom prst="rect">
            <a:avLst/>
          </a:prstGeom>
        </p:spPr>
        <p:txBody>
          <a:bodyPr vert="horz" wrap="square" lIns="0" tIns="31449" rIns="0" bIns="0" rtlCol="0">
            <a:spAutoFit/>
          </a:bodyPr>
          <a:lstStyle/>
          <a:p>
            <a:pPr marL="6419">
              <a:lnSpc>
                <a:spcPct val="120000"/>
              </a:lnSpc>
              <a:spcBef>
                <a:spcPts val="248"/>
              </a:spcBef>
            </a:pPr>
            <a:r>
              <a:rPr sz="1100" spc="81">
                <a:solidFill>
                  <a:schemeClr val="bg2"/>
                </a:solidFill>
                <a:latin typeface="DMSans-Medium"/>
                <a:cs typeface="DMSans-Medium"/>
              </a:rPr>
              <a:t>ASIA</a:t>
            </a:r>
            <a:r>
              <a:rPr sz="1100" spc="223">
                <a:solidFill>
                  <a:schemeClr val="bg2"/>
                </a:solidFill>
                <a:latin typeface="DMSans-Medium"/>
                <a:cs typeface="DMSans-Medium"/>
              </a:rPr>
              <a:t> </a:t>
            </a:r>
            <a:r>
              <a:rPr sz="1100" spc="71">
                <a:solidFill>
                  <a:schemeClr val="bg2"/>
                </a:solidFill>
                <a:latin typeface="DMSans-Medium"/>
                <a:cs typeface="DMSans-Medium"/>
              </a:rPr>
              <a:t>PACIFIC </a:t>
            </a:r>
            <a:endParaRPr sz="1100">
              <a:solidFill>
                <a:schemeClr val="bg2"/>
              </a:solidFill>
              <a:latin typeface="DMSans-Medium"/>
              <a:cs typeface="DMSans-Medium"/>
            </a:endParaRPr>
          </a:p>
          <a:p>
            <a:pPr marL="6419" marR="2567">
              <a:lnSpc>
                <a:spcPct val="120000"/>
              </a:lnSpc>
            </a:pPr>
            <a:r>
              <a:rPr sz="1100">
                <a:solidFill>
                  <a:srgbClr val="FFFFFF"/>
                </a:solidFill>
                <a:latin typeface="DM Sans"/>
                <a:cs typeface="DM Sans"/>
              </a:rPr>
              <a:t>25</a:t>
            </a:r>
            <a:r>
              <a:rPr sz="1100" spc="-19">
                <a:solidFill>
                  <a:srgbClr val="FFFFFF"/>
                </a:solidFill>
                <a:latin typeface="DM Sans"/>
                <a:cs typeface="DM Sans"/>
              </a:rPr>
              <a:t> </a:t>
            </a:r>
            <a:r>
              <a:rPr sz="1100">
                <a:solidFill>
                  <a:srgbClr val="FFFFFF"/>
                </a:solidFill>
                <a:latin typeface="DM Sans"/>
                <a:cs typeface="DM Sans"/>
              </a:rPr>
              <a:t>Rajiv</a:t>
            </a:r>
            <a:r>
              <a:rPr sz="1100" spc="-19">
                <a:solidFill>
                  <a:srgbClr val="FFFFFF"/>
                </a:solidFill>
                <a:latin typeface="DM Sans"/>
                <a:cs typeface="DM Sans"/>
              </a:rPr>
              <a:t> </a:t>
            </a:r>
            <a:r>
              <a:rPr sz="1100">
                <a:solidFill>
                  <a:srgbClr val="FFFFFF"/>
                </a:solidFill>
                <a:latin typeface="DM Sans"/>
                <a:cs typeface="DM Sans"/>
              </a:rPr>
              <a:t>Gandhi</a:t>
            </a:r>
            <a:r>
              <a:rPr sz="1100" spc="-19">
                <a:solidFill>
                  <a:srgbClr val="FFFFFF"/>
                </a:solidFill>
                <a:latin typeface="DM Sans"/>
                <a:cs typeface="DM Sans"/>
              </a:rPr>
              <a:t> </a:t>
            </a:r>
            <a:r>
              <a:rPr sz="1100">
                <a:solidFill>
                  <a:srgbClr val="FFFFFF"/>
                </a:solidFill>
                <a:latin typeface="DM Sans"/>
                <a:cs typeface="DM Sans"/>
              </a:rPr>
              <a:t>Infotech</a:t>
            </a:r>
            <a:r>
              <a:rPr sz="1100" spc="-19">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err="1">
                <a:solidFill>
                  <a:srgbClr val="FFFFFF"/>
                </a:solidFill>
                <a:latin typeface="DM Sans"/>
                <a:cs typeface="DM Sans"/>
              </a:rPr>
              <a:t>Hinjawadi</a:t>
            </a:r>
            <a:r>
              <a:rPr sz="1100">
                <a:solidFill>
                  <a:srgbClr val="FFFFFF"/>
                </a:solidFill>
                <a:latin typeface="DM Sans"/>
                <a:cs typeface="DM Sans"/>
              </a:rPr>
              <a:t>,</a:t>
            </a:r>
            <a:r>
              <a:rPr sz="1100" spc="-33">
                <a:solidFill>
                  <a:srgbClr val="FFFFFF"/>
                </a:solidFill>
                <a:latin typeface="DM Sans"/>
                <a:cs typeface="DM Sans"/>
              </a:rPr>
              <a:t> </a:t>
            </a:r>
            <a:r>
              <a:rPr sz="1100" spc="-11">
                <a:solidFill>
                  <a:srgbClr val="FFFFFF"/>
                </a:solidFill>
                <a:latin typeface="DM Sans"/>
                <a:cs typeface="DM Sans"/>
              </a:rPr>
              <a:t>Pune</a:t>
            </a:r>
            <a:endParaRPr sz="1100">
              <a:latin typeface="DM Sans"/>
              <a:cs typeface="DM Sans"/>
            </a:endParaRPr>
          </a:p>
          <a:p>
            <a:pPr marL="6419" marR="1210942">
              <a:lnSpc>
                <a:spcPct val="120000"/>
              </a:lnSpc>
            </a:pPr>
            <a:r>
              <a:rPr sz="1100" spc="-7">
                <a:solidFill>
                  <a:srgbClr val="FFFFFF"/>
                </a:solidFill>
                <a:latin typeface="DM Sans"/>
                <a:cs typeface="DM Sans"/>
              </a:rPr>
              <a:t>India</a:t>
            </a:r>
            <a:br>
              <a:rPr lang="en-GB" sz="1100" spc="-7">
                <a:solidFill>
                  <a:srgbClr val="FFFFFF"/>
                </a:solidFill>
                <a:latin typeface="DM Sans"/>
                <a:cs typeface="DM Sans"/>
              </a:rPr>
            </a:br>
            <a:r>
              <a:rPr sz="1100" spc="-7">
                <a:solidFill>
                  <a:srgbClr val="FFFFFF"/>
                </a:solidFill>
                <a:latin typeface="DM Sans"/>
                <a:cs typeface="DM Sans"/>
              </a:rPr>
              <a:t>411057</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28">
                <a:solidFill>
                  <a:srgbClr val="FFFFFF"/>
                </a:solidFill>
                <a:latin typeface="DM Sans"/>
                <a:cs typeface="DM Sans"/>
              </a:rPr>
              <a:t> </a:t>
            </a:r>
            <a:r>
              <a:rPr sz="1100">
                <a:solidFill>
                  <a:srgbClr val="FFFFFF"/>
                </a:solidFill>
                <a:latin typeface="DM Sans"/>
                <a:cs typeface="DM Sans"/>
              </a:rPr>
              <a:t>+91</a:t>
            </a:r>
            <a:r>
              <a:rPr sz="1100" spc="-28">
                <a:solidFill>
                  <a:srgbClr val="FFFFFF"/>
                </a:solidFill>
                <a:latin typeface="DM Sans"/>
                <a:cs typeface="DM Sans"/>
              </a:rPr>
              <a:t> </a:t>
            </a:r>
            <a:r>
              <a:rPr sz="1100">
                <a:solidFill>
                  <a:srgbClr val="FFFFFF"/>
                </a:solidFill>
                <a:latin typeface="DM Sans"/>
                <a:cs typeface="DM Sans"/>
              </a:rPr>
              <a:t>20</a:t>
            </a:r>
            <a:r>
              <a:rPr sz="1100" spc="-28">
                <a:solidFill>
                  <a:srgbClr val="FFFFFF"/>
                </a:solidFill>
                <a:latin typeface="DM Sans"/>
                <a:cs typeface="DM Sans"/>
              </a:rPr>
              <a:t> </a:t>
            </a:r>
            <a:r>
              <a:rPr sz="1100">
                <a:solidFill>
                  <a:srgbClr val="FFFFFF"/>
                </a:solidFill>
                <a:latin typeface="DM Sans"/>
                <a:cs typeface="DM Sans"/>
              </a:rPr>
              <a:t>6652</a:t>
            </a:r>
            <a:r>
              <a:rPr sz="1100" spc="-27">
                <a:solidFill>
                  <a:srgbClr val="FFFFFF"/>
                </a:solidFill>
                <a:latin typeface="DM Sans"/>
                <a:cs typeface="DM Sans"/>
              </a:rPr>
              <a:t> </a:t>
            </a:r>
            <a:r>
              <a:rPr sz="1100" spc="-11">
                <a:solidFill>
                  <a:srgbClr val="FFFFFF"/>
                </a:solidFill>
                <a:latin typeface="DM Sans"/>
                <a:cs typeface="DM Sans"/>
              </a:rPr>
              <a:t>9090</a:t>
            </a:r>
            <a:endParaRPr sz="1100">
              <a:latin typeface="DM Sans"/>
              <a:cs typeface="DM Sans"/>
            </a:endParaRPr>
          </a:p>
        </p:txBody>
      </p:sp>
      <p:sp>
        <p:nvSpPr>
          <p:cNvPr id="13" name="object 4">
            <a:extLst>
              <a:ext uri="{FF2B5EF4-FFF2-40B4-BE49-F238E27FC236}">
                <a16:creationId xmlns:a16="http://schemas.microsoft.com/office/drawing/2014/main" id="{BF26C33B-9003-AF9E-198E-D60A669D328F}"/>
              </a:ext>
            </a:extLst>
          </p:cNvPr>
          <p:cNvSpPr txBox="1"/>
          <p:nvPr userDrawn="1"/>
        </p:nvSpPr>
        <p:spPr>
          <a:xfrm>
            <a:off x="323650" y="3110926"/>
            <a:ext cx="3097129" cy="1672013"/>
          </a:xfrm>
          <a:prstGeom prst="rect">
            <a:avLst/>
          </a:prstGeom>
        </p:spPr>
        <p:txBody>
          <a:bodyPr vert="horz" wrap="square" lIns="0" tIns="31449" rIns="0" bIns="0" rtlCol="0">
            <a:spAutoFit/>
          </a:bodyPr>
          <a:lstStyle/>
          <a:p>
            <a:pPr marL="6419">
              <a:lnSpc>
                <a:spcPct val="120000"/>
              </a:lnSpc>
              <a:spcBef>
                <a:spcPts val="248"/>
              </a:spcBef>
            </a:pPr>
            <a:r>
              <a:rPr sz="1100" spc="83">
                <a:solidFill>
                  <a:schemeClr val="bg2"/>
                </a:solidFill>
                <a:latin typeface="DMSans-Medium"/>
                <a:cs typeface="DMSans-Medium"/>
              </a:rPr>
              <a:t>EUROPE </a:t>
            </a:r>
            <a:endParaRPr sz="1100">
              <a:solidFill>
                <a:schemeClr val="bg2"/>
              </a:solidFill>
              <a:latin typeface="DMSans-Medium"/>
              <a:cs typeface="DMSans-Medium"/>
            </a:endParaRPr>
          </a:p>
          <a:p>
            <a:pPr marL="6419" marR="2567">
              <a:lnSpc>
                <a:spcPct val="120000"/>
              </a:lnSpc>
            </a:pPr>
            <a:r>
              <a:rPr sz="1100">
                <a:solidFill>
                  <a:srgbClr val="FFFFFF"/>
                </a:solidFill>
                <a:latin typeface="DM Sans"/>
                <a:cs typeface="DM Sans"/>
              </a:rPr>
              <a:t>The</a:t>
            </a:r>
            <a:r>
              <a:rPr sz="1100" spc="-12">
                <a:solidFill>
                  <a:srgbClr val="FFFFFF"/>
                </a:solidFill>
                <a:latin typeface="DM Sans"/>
                <a:cs typeface="DM Sans"/>
              </a:rPr>
              <a:t> </a:t>
            </a:r>
            <a:r>
              <a:rPr sz="1100">
                <a:solidFill>
                  <a:srgbClr val="FFFFFF"/>
                </a:solidFill>
                <a:latin typeface="DM Sans"/>
                <a:cs typeface="DM Sans"/>
              </a:rPr>
              <a:t>European</a:t>
            </a:r>
            <a:r>
              <a:rPr sz="1100" spc="-11">
                <a:solidFill>
                  <a:srgbClr val="FFFFFF"/>
                </a:solidFill>
                <a:latin typeface="DM Sans"/>
                <a:cs typeface="DM Sans"/>
              </a:rPr>
              <a:t> </a:t>
            </a:r>
            <a:r>
              <a:rPr sz="1100" spc="-7">
                <a:solidFill>
                  <a:srgbClr val="FFFFFF"/>
                </a:solidFill>
                <a:latin typeface="DM Sans"/>
                <a:cs typeface="DM Sans"/>
              </a:rPr>
              <a:t>Innovation</a:t>
            </a:r>
            <a:br>
              <a:rPr lang="en-GB" sz="1100" spc="-11">
                <a:solidFill>
                  <a:srgbClr val="FFFFFF"/>
                </a:solidFill>
                <a:latin typeface="DM Sans"/>
                <a:cs typeface="DM Sans"/>
              </a:rPr>
            </a:br>
            <a:r>
              <a:rPr sz="1100" spc="-12">
                <a:solidFill>
                  <a:srgbClr val="FFFFFF"/>
                </a:solidFill>
                <a:latin typeface="DM Sans"/>
                <a:cs typeface="DM Sans"/>
              </a:rPr>
              <a:t>and </a:t>
            </a:r>
            <a:r>
              <a:rPr sz="1100">
                <a:solidFill>
                  <a:srgbClr val="FFFFFF"/>
                </a:solidFill>
                <a:latin typeface="DM Sans"/>
                <a:cs typeface="DM Sans"/>
              </a:rPr>
              <a:t>Development</a:t>
            </a:r>
            <a:r>
              <a:rPr sz="1100" spc="-33">
                <a:solidFill>
                  <a:srgbClr val="FFFFFF"/>
                </a:solidFill>
                <a:latin typeface="DM Sans"/>
                <a:cs typeface="DM Sans"/>
              </a:rPr>
              <a:t> </a:t>
            </a:r>
            <a:r>
              <a:rPr sz="1100">
                <a:solidFill>
                  <a:srgbClr val="FFFFFF"/>
                </a:solidFill>
                <a:latin typeface="DM Sans"/>
                <a:cs typeface="DM Sans"/>
              </a:rPr>
              <a:t>Centre</a:t>
            </a:r>
            <a:r>
              <a:rPr sz="1100" spc="-31">
                <a:solidFill>
                  <a:srgbClr val="FFFFFF"/>
                </a:solidFill>
                <a:latin typeface="DM Sans"/>
                <a:cs typeface="DM Sans"/>
              </a:rPr>
              <a:t> </a:t>
            </a:r>
            <a:r>
              <a:rPr sz="1100" spc="-7">
                <a:solidFill>
                  <a:srgbClr val="FFFFFF"/>
                </a:solidFill>
                <a:latin typeface="DM Sans"/>
                <a:cs typeface="DM Sans"/>
              </a:rPr>
              <a:t>(E</a:t>
            </a:r>
            <a:r>
              <a:rPr lang="en-US" sz="1100" spc="-7">
                <a:solidFill>
                  <a:srgbClr val="FFFFFF"/>
                </a:solidFill>
                <a:latin typeface="DM Sans"/>
                <a:cs typeface="DM Sans"/>
              </a:rPr>
              <a:t>I</a:t>
            </a:r>
            <a:r>
              <a:rPr sz="1100" spc="-7">
                <a:solidFill>
                  <a:srgbClr val="FFFFFF"/>
                </a:solidFill>
                <a:latin typeface="DM Sans"/>
                <a:cs typeface="DM Sans"/>
              </a:rPr>
              <a:t>DC)</a:t>
            </a:r>
            <a:br>
              <a:rPr lang="en-GB" sz="1100" spc="-7">
                <a:solidFill>
                  <a:srgbClr val="FFFFFF"/>
                </a:solidFill>
                <a:latin typeface="DM Sans"/>
                <a:cs typeface="DM Sans"/>
              </a:rPr>
            </a:br>
            <a:r>
              <a:rPr sz="1100">
                <a:solidFill>
                  <a:srgbClr val="FFFFFF"/>
                </a:solidFill>
                <a:latin typeface="DM Sans"/>
                <a:cs typeface="DM Sans"/>
              </a:rPr>
              <a:t>Olympus </a:t>
            </a:r>
            <a:r>
              <a:rPr sz="1100" spc="-7">
                <a:solidFill>
                  <a:srgbClr val="FFFFFF"/>
                </a:solidFill>
                <a:latin typeface="DM Sans"/>
                <a:cs typeface="DM Sans"/>
              </a:rPr>
              <a:t>Avenue</a:t>
            </a:r>
            <a:endParaRPr sz="1100">
              <a:latin typeface="DM Sans"/>
              <a:cs typeface="DM Sans"/>
            </a:endParaRPr>
          </a:p>
          <a:p>
            <a:pPr marL="6419" marR="737668">
              <a:lnSpc>
                <a:spcPct val="120000"/>
              </a:lnSpc>
            </a:pPr>
            <a:r>
              <a:rPr sz="1100" spc="-7" err="1">
                <a:solidFill>
                  <a:srgbClr val="FFFFFF"/>
                </a:solidFill>
                <a:latin typeface="DM Sans"/>
                <a:cs typeface="DM Sans"/>
              </a:rPr>
              <a:t>Tachbrook</a:t>
            </a:r>
            <a:r>
              <a:rPr sz="1100" spc="-47">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a:solidFill>
                  <a:srgbClr val="FFFFFF"/>
                </a:solidFill>
                <a:latin typeface="DM Sans"/>
                <a:cs typeface="DM Sans"/>
              </a:rPr>
              <a:t>Warwick,</a:t>
            </a:r>
            <a:r>
              <a:rPr sz="1100" spc="-47">
                <a:solidFill>
                  <a:srgbClr val="FFFFFF"/>
                </a:solidFill>
                <a:latin typeface="DM Sans"/>
                <a:cs typeface="DM Sans"/>
              </a:rPr>
              <a:t> </a:t>
            </a:r>
            <a:r>
              <a:rPr sz="1100" spc="-12">
                <a:solidFill>
                  <a:srgbClr val="FFFFFF"/>
                </a:solidFill>
                <a:latin typeface="DM Sans"/>
                <a:cs typeface="DM Sans"/>
              </a:rPr>
              <a:t>UK</a:t>
            </a:r>
            <a:br>
              <a:rPr lang="en-GB" sz="1100" spc="-12">
                <a:solidFill>
                  <a:srgbClr val="FFFFFF"/>
                </a:solidFill>
                <a:latin typeface="DM Sans"/>
                <a:cs typeface="DM Sans"/>
              </a:rPr>
            </a:br>
            <a:r>
              <a:rPr sz="1100">
                <a:solidFill>
                  <a:srgbClr val="FFFFFF"/>
                </a:solidFill>
                <a:latin typeface="DM Sans"/>
                <a:cs typeface="DM Sans"/>
              </a:rPr>
              <a:t>CV34</a:t>
            </a:r>
            <a:r>
              <a:rPr sz="1100" spc="-19">
                <a:solidFill>
                  <a:srgbClr val="FFFFFF"/>
                </a:solidFill>
                <a:latin typeface="DM Sans"/>
                <a:cs typeface="DM Sans"/>
              </a:rPr>
              <a:t> </a:t>
            </a:r>
            <a:r>
              <a:rPr sz="1100" spc="-12">
                <a:solidFill>
                  <a:srgbClr val="FFFFFF"/>
                </a:solidFill>
                <a:latin typeface="DM Sans"/>
                <a:cs typeface="DM Sans"/>
              </a:rPr>
              <a:t>6RJ</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31">
                <a:solidFill>
                  <a:srgbClr val="FFFFFF"/>
                </a:solidFill>
                <a:latin typeface="DM Sans"/>
                <a:cs typeface="DM Sans"/>
              </a:rPr>
              <a:t> </a:t>
            </a:r>
            <a:r>
              <a:rPr sz="1100">
                <a:solidFill>
                  <a:srgbClr val="FFFFFF"/>
                </a:solidFill>
                <a:latin typeface="DM Sans"/>
                <a:cs typeface="DM Sans"/>
              </a:rPr>
              <a:t>+44</a:t>
            </a:r>
            <a:r>
              <a:rPr sz="1100" spc="-28">
                <a:solidFill>
                  <a:srgbClr val="FFFFFF"/>
                </a:solidFill>
                <a:latin typeface="DM Sans"/>
                <a:cs typeface="DM Sans"/>
              </a:rPr>
              <a:t> </a:t>
            </a:r>
            <a:r>
              <a:rPr sz="1100" spc="-11">
                <a:solidFill>
                  <a:srgbClr val="FFFFFF"/>
                </a:solidFill>
                <a:latin typeface="DM Sans"/>
                <a:cs typeface="DM Sans"/>
              </a:rPr>
              <a:t>(0)</a:t>
            </a:r>
            <a:r>
              <a:rPr sz="1100" spc="-31">
                <a:solidFill>
                  <a:srgbClr val="FFFFFF"/>
                </a:solidFill>
                <a:latin typeface="DM Sans"/>
                <a:cs typeface="DM Sans"/>
              </a:rPr>
              <a:t> </a:t>
            </a:r>
            <a:r>
              <a:rPr sz="1100">
                <a:solidFill>
                  <a:srgbClr val="FFFFFF"/>
                </a:solidFill>
                <a:latin typeface="DM Sans"/>
                <a:cs typeface="DM Sans"/>
              </a:rPr>
              <a:t>8443</a:t>
            </a:r>
            <a:r>
              <a:rPr sz="1100" spc="-28">
                <a:solidFill>
                  <a:srgbClr val="FFFFFF"/>
                </a:solidFill>
                <a:latin typeface="DM Sans"/>
                <a:cs typeface="DM Sans"/>
              </a:rPr>
              <a:t> </a:t>
            </a:r>
            <a:r>
              <a:rPr sz="1100">
                <a:solidFill>
                  <a:srgbClr val="FFFFFF"/>
                </a:solidFill>
                <a:latin typeface="DM Sans"/>
                <a:cs typeface="DM Sans"/>
              </a:rPr>
              <a:t>759</a:t>
            </a:r>
            <a:r>
              <a:rPr sz="1100" spc="-28">
                <a:solidFill>
                  <a:srgbClr val="FFFFFF"/>
                </a:solidFill>
                <a:latin typeface="DM Sans"/>
                <a:cs typeface="DM Sans"/>
              </a:rPr>
              <a:t> </a:t>
            </a:r>
            <a:r>
              <a:rPr sz="1100" spc="-12">
                <a:solidFill>
                  <a:srgbClr val="FFFFFF"/>
                </a:solidFill>
                <a:latin typeface="DM Sans"/>
                <a:cs typeface="DM Sans"/>
              </a:rPr>
              <a:t>685</a:t>
            </a:r>
            <a:endParaRPr sz="1100">
              <a:latin typeface="DM Sans"/>
              <a:cs typeface="DM Sans"/>
            </a:endParaRPr>
          </a:p>
        </p:txBody>
      </p:sp>
      <p:sp>
        <p:nvSpPr>
          <p:cNvPr id="14" name="object 5">
            <a:extLst>
              <a:ext uri="{FF2B5EF4-FFF2-40B4-BE49-F238E27FC236}">
                <a16:creationId xmlns:a16="http://schemas.microsoft.com/office/drawing/2014/main" id="{6A3C39D7-D3DF-5D8A-DB08-939B708E7FE3}"/>
              </a:ext>
            </a:extLst>
          </p:cNvPr>
          <p:cNvSpPr txBox="1"/>
          <p:nvPr userDrawn="1"/>
        </p:nvSpPr>
        <p:spPr>
          <a:xfrm>
            <a:off x="323319" y="4869200"/>
            <a:ext cx="2295732" cy="1291396"/>
          </a:xfrm>
          <a:prstGeom prst="rect">
            <a:avLst/>
          </a:prstGeom>
        </p:spPr>
        <p:txBody>
          <a:bodyPr vert="horz" wrap="square" lIns="0" tIns="31449" rIns="0" bIns="0" rtlCol="0">
            <a:spAutoFit/>
          </a:bodyPr>
          <a:lstStyle/>
          <a:p>
            <a:pPr marL="6419">
              <a:lnSpc>
                <a:spcPct val="120000"/>
              </a:lnSpc>
              <a:spcBef>
                <a:spcPts val="248"/>
              </a:spcBef>
            </a:pPr>
            <a:r>
              <a:rPr sz="1100" spc="87">
                <a:solidFill>
                  <a:schemeClr val="bg2"/>
                </a:solidFill>
                <a:latin typeface="DMSans-Medium"/>
                <a:cs typeface="DMSans-Medium"/>
              </a:rPr>
              <a:t>NORTH</a:t>
            </a:r>
            <a:r>
              <a:rPr sz="1100" spc="219">
                <a:solidFill>
                  <a:schemeClr val="bg2"/>
                </a:solidFill>
                <a:latin typeface="DMSans-Medium"/>
                <a:cs typeface="DMSans-Medium"/>
              </a:rPr>
              <a:t> </a:t>
            </a:r>
            <a:r>
              <a:rPr sz="1100" spc="87">
                <a:solidFill>
                  <a:schemeClr val="bg2"/>
                </a:solidFill>
                <a:latin typeface="DMSans-Medium"/>
                <a:cs typeface="DMSans-Medium"/>
              </a:rPr>
              <a:t>AMERICA</a:t>
            </a:r>
            <a:endParaRPr sz="1100">
              <a:solidFill>
                <a:schemeClr val="bg2"/>
              </a:solidFill>
              <a:latin typeface="DMSans-Medium"/>
              <a:cs typeface="DMSans-Medium"/>
            </a:endParaRPr>
          </a:p>
          <a:p>
            <a:pPr marL="6419">
              <a:lnSpc>
                <a:spcPct val="120000"/>
              </a:lnSpc>
              <a:spcBef>
                <a:spcPts val="200"/>
              </a:spcBef>
            </a:pPr>
            <a:r>
              <a:rPr sz="1100">
                <a:solidFill>
                  <a:srgbClr val="FFFFFF"/>
                </a:solidFill>
                <a:latin typeface="DM Sans"/>
                <a:cs typeface="DM Sans"/>
              </a:rPr>
              <a:t>6001 Cass </a:t>
            </a:r>
            <a:r>
              <a:rPr sz="1100" spc="-7">
                <a:solidFill>
                  <a:srgbClr val="FFFFFF"/>
                </a:solidFill>
                <a:latin typeface="DM Sans"/>
                <a:cs typeface="DM Sans"/>
              </a:rPr>
              <a:t>Avenue</a:t>
            </a:r>
            <a:endParaRPr sz="1100">
              <a:latin typeface="DM Sans"/>
              <a:cs typeface="DM Sans"/>
            </a:endParaRPr>
          </a:p>
          <a:p>
            <a:pPr marL="6419" marR="497981">
              <a:lnSpc>
                <a:spcPct val="120000"/>
              </a:lnSpc>
              <a:spcBef>
                <a:spcPts val="3"/>
              </a:spcBef>
            </a:pPr>
            <a:r>
              <a:rPr sz="1100">
                <a:solidFill>
                  <a:srgbClr val="FFFFFF"/>
                </a:solidFill>
                <a:latin typeface="DM Sans"/>
                <a:cs typeface="DM Sans"/>
              </a:rPr>
              <a:t>Suite</a:t>
            </a:r>
            <a:r>
              <a:rPr sz="1100" spc="-16">
                <a:solidFill>
                  <a:srgbClr val="FFFFFF"/>
                </a:solidFill>
                <a:latin typeface="DM Sans"/>
                <a:cs typeface="DM Sans"/>
              </a:rPr>
              <a:t> </a:t>
            </a:r>
            <a:r>
              <a:rPr sz="1100" spc="-12">
                <a:solidFill>
                  <a:srgbClr val="FFFFFF"/>
                </a:solidFill>
                <a:latin typeface="DM Sans"/>
                <a:cs typeface="DM Sans"/>
              </a:rPr>
              <a:t>600</a:t>
            </a:r>
            <a:br>
              <a:rPr lang="en-GB" sz="1100" spc="-12">
                <a:solidFill>
                  <a:srgbClr val="FFFFFF"/>
                </a:solidFill>
                <a:latin typeface="DM Sans"/>
                <a:cs typeface="DM Sans"/>
              </a:rPr>
            </a:br>
            <a:r>
              <a:rPr sz="1100">
                <a:solidFill>
                  <a:srgbClr val="FFFFFF"/>
                </a:solidFill>
                <a:latin typeface="DM Sans"/>
                <a:cs typeface="DM Sans"/>
              </a:rPr>
              <a:t>Detroit</a:t>
            </a:r>
            <a:r>
              <a:rPr sz="1100" spc="-36">
                <a:solidFill>
                  <a:srgbClr val="FFFFFF"/>
                </a:solidFill>
                <a:latin typeface="DM Sans"/>
                <a:cs typeface="DM Sans"/>
              </a:rPr>
              <a:t> </a:t>
            </a:r>
            <a:r>
              <a:rPr sz="1100" spc="-12">
                <a:solidFill>
                  <a:srgbClr val="FFFFFF"/>
                </a:solidFill>
                <a:latin typeface="DM Sans"/>
                <a:cs typeface="DM Sans"/>
              </a:rPr>
              <a:t>MI</a:t>
            </a:r>
            <a:br>
              <a:rPr lang="en-GB" sz="1100" spc="-12">
                <a:solidFill>
                  <a:srgbClr val="FFFFFF"/>
                </a:solidFill>
                <a:latin typeface="DM Sans"/>
                <a:cs typeface="DM Sans"/>
              </a:rPr>
            </a:br>
            <a:r>
              <a:rPr sz="1100">
                <a:solidFill>
                  <a:srgbClr val="FFFFFF"/>
                </a:solidFill>
                <a:latin typeface="DM Sans"/>
                <a:cs typeface="DM Sans"/>
              </a:rPr>
              <a:t>USA </a:t>
            </a:r>
            <a:r>
              <a:rPr sz="1100" spc="-11">
                <a:solidFill>
                  <a:srgbClr val="FFFFFF"/>
                </a:solidFill>
                <a:latin typeface="DM Sans"/>
                <a:cs typeface="DM Sans"/>
              </a:rPr>
              <a:t>48202</a:t>
            </a:r>
            <a:endParaRPr sz="1100">
              <a:latin typeface="DM Sans"/>
              <a:cs typeface="DM Sans"/>
            </a:endParaRPr>
          </a:p>
          <a:p>
            <a:pPr marL="6419">
              <a:lnSpc>
                <a:spcPct val="120000"/>
              </a:lnSpc>
              <a:spcBef>
                <a:spcPts val="200"/>
              </a:spcBef>
            </a:pPr>
            <a:r>
              <a:rPr sz="1100" spc="-11">
                <a:solidFill>
                  <a:srgbClr val="FFFFFF"/>
                </a:solidFill>
                <a:latin typeface="DM Sans"/>
                <a:cs typeface="DM Sans"/>
              </a:rPr>
              <a:t>Tel:</a:t>
            </a:r>
            <a:r>
              <a:rPr sz="1100" spc="-16">
                <a:solidFill>
                  <a:srgbClr val="FFFFFF"/>
                </a:solidFill>
                <a:latin typeface="DM Sans"/>
                <a:cs typeface="DM Sans"/>
              </a:rPr>
              <a:t> </a:t>
            </a:r>
            <a:r>
              <a:rPr sz="1100">
                <a:solidFill>
                  <a:srgbClr val="FFFFFF"/>
                </a:solidFill>
                <a:latin typeface="DM Sans"/>
                <a:cs typeface="DM Sans"/>
              </a:rPr>
              <a:t>+1</a:t>
            </a:r>
            <a:r>
              <a:rPr sz="1100" spc="-16">
                <a:solidFill>
                  <a:srgbClr val="FFFFFF"/>
                </a:solidFill>
                <a:latin typeface="DM Sans"/>
                <a:cs typeface="DM Sans"/>
              </a:rPr>
              <a:t> </a:t>
            </a:r>
            <a:r>
              <a:rPr sz="1100">
                <a:solidFill>
                  <a:srgbClr val="FFFFFF"/>
                </a:solidFill>
                <a:latin typeface="DM Sans"/>
                <a:cs typeface="DM Sans"/>
              </a:rPr>
              <a:t>248</a:t>
            </a:r>
            <a:r>
              <a:rPr sz="1100" spc="-16">
                <a:solidFill>
                  <a:srgbClr val="FFFFFF"/>
                </a:solidFill>
                <a:latin typeface="DM Sans"/>
                <a:cs typeface="DM Sans"/>
              </a:rPr>
              <a:t> </a:t>
            </a:r>
            <a:r>
              <a:rPr sz="1100">
                <a:solidFill>
                  <a:srgbClr val="FFFFFF"/>
                </a:solidFill>
                <a:latin typeface="DM Sans"/>
                <a:cs typeface="DM Sans"/>
              </a:rPr>
              <a:t>426</a:t>
            </a:r>
            <a:r>
              <a:rPr sz="1100" spc="-16">
                <a:solidFill>
                  <a:srgbClr val="FFFFFF"/>
                </a:solidFill>
                <a:latin typeface="DM Sans"/>
                <a:cs typeface="DM Sans"/>
              </a:rPr>
              <a:t> </a:t>
            </a:r>
            <a:r>
              <a:rPr sz="1100" spc="-11">
                <a:solidFill>
                  <a:srgbClr val="FFFFFF"/>
                </a:solidFill>
                <a:latin typeface="DM Sans"/>
                <a:cs typeface="DM Sans"/>
              </a:rPr>
              <a:t>1482</a:t>
            </a:r>
            <a:endParaRPr sz="1100">
              <a:latin typeface="DM Sans"/>
              <a:cs typeface="DM Sans"/>
            </a:endParaRPr>
          </a:p>
        </p:txBody>
      </p:sp>
      <p:sp>
        <p:nvSpPr>
          <p:cNvPr id="16" name="object 7">
            <a:extLst>
              <a:ext uri="{FF2B5EF4-FFF2-40B4-BE49-F238E27FC236}">
                <a16:creationId xmlns:a16="http://schemas.microsoft.com/office/drawing/2014/main" id="{923C88B8-5438-2D75-3F88-60E1DEB762A3}"/>
              </a:ext>
            </a:extLst>
          </p:cNvPr>
          <p:cNvSpPr txBox="1"/>
          <p:nvPr userDrawn="1"/>
        </p:nvSpPr>
        <p:spPr>
          <a:xfrm>
            <a:off x="9742353" y="1921197"/>
            <a:ext cx="2233747" cy="1739582"/>
          </a:xfrm>
          <a:prstGeom prst="rect">
            <a:avLst/>
          </a:prstGeom>
        </p:spPr>
        <p:txBody>
          <a:bodyPr vert="horz" wrap="square" lIns="0" tIns="6099" rIns="0" bIns="0" rtlCol="0">
            <a:spAutoFit/>
          </a:bodyPr>
          <a:lstStyle/>
          <a:p>
            <a:pPr marL="198294" marR="577236">
              <a:lnSpc>
                <a:spcPct val="150000"/>
              </a:lnSpc>
              <a:spcBef>
                <a:spcPts val="48"/>
              </a:spcBef>
            </a:pPr>
            <a:r>
              <a:rPr sz="1100" spc="-7">
                <a:solidFill>
                  <a:srgbClr val="FFFFFF"/>
                </a:solidFill>
                <a:latin typeface="DM Sans"/>
                <a:cs typeface="DM Sans"/>
              </a:rPr>
              <a:t>/</a:t>
            </a:r>
            <a:r>
              <a:rPr sz="1100" spc="-7" err="1">
                <a:solidFill>
                  <a:srgbClr val="FFFFFF"/>
                </a:solidFill>
                <a:latin typeface="DM Sans"/>
                <a:cs typeface="DM Sans"/>
              </a:rPr>
              <a:t>TataTechnologies</a:t>
            </a:r>
            <a:r>
              <a:rPr sz="1100" spc="-7">
                <a:solidFill>
                  <a:srgbClr val="FFFFFF"/>
                </a:solidFill>
                <a:latin typeface="DM Sans"/>
                <a:cs typeface="DM Sans"/>
              </a:rPr>
              <a:t> </a:t>
            </a:r>
            <a:br>
              <a:rPr lang="en-GB" sz="1100" spc="-7">
                <a:solidFill>
                  <a:srgbClr val="FFFFFF"/>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TataTech_News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/TataTechnologies</a:t>
            </a:r>
            <a:endParaRPr sz="1100">
              <a:latin typeface="DM Sans"/>
              <a:cs typeface="DM Sans"/>
            </a:endParaRPr>
          </a:p>
          <a:p>
            <a:pPr marL="6419">
              <a:lnSpc>
                <a:spcPct val="150000"/>
              </a:lnSpc>
              <a:spcBef>
                <a:spcPts val="959"/>
              </a:spcBef>
            </a:pPr>
            <a:r>
              <a:rPr sz="1600" spc="-7">
                <a:solidFill>
                  <a:schemeClr val="bg2"/>
                </a:solidFill>
                <a:latin typeface="DM Sans"/>
                <a:cs typeface="DM Sans"/>
              </a:rPr>
              <a:t>tatatechnologies.com</a:t>
            </a:r>
            <a:endParaRPr sz="1600">
              <a:solidFill>
                <a:schemeClr val="bg2"/>
              </a:solidFill>
              <a:latin typeface="DM Sans"/>
              <a:cs typeface="DM Sans"/>
            </a:endParaRPr>
          </a:p>
        </p:txBody>
      </p:sp>
      <p:pic>
        <p:nvPicPr>
          <p:cNvPr id="25" name="Graphic 24">
            <a:extLst>
              <a:ext uri="{FF2B5EF4-FFF2-40B4-BE49-F238E27FC236}">
                <a16:creationId xmlns:a16="http://schemas.microsoft.com/office/drawing/2014/main" id="{9E75AABC-1D3F-ED3D-D014-E03BF4DD33A5}"/>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750004" y="2021240"/>
            <a:ext cx="132408" cy="132408"/>
          </a:xfrm>
          <a:prstGeom prst="rect">
            <a:avLst/>
          </a:prstGeom>
        </p:spPr>
      </p:pic>
      <p:pic>
        <p:nvPicPr>
          <p:cNvPr id="27" name="Graphic 26">
            <a:extLst>
              <a:ext uri="{FF2B5EF4-FFF2-40B4-BE49-F238E27FC236}">
                <a16:creationId xmlns:a16="http://schemas.microsoft.com/office/drawing/2014/main" id="{D1F38D71-2C71-CD1F-67F5-81B2893EF010}"/>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41177" y="3002251"/>
            <a:ext cx="146107" cy="136976"/>
          </a:xfrm>
          <a:prstGeom prst="rect">
            <a:avLst/>
          </a:prstGeom>
        </p:spPr>
      </p:pic>
      <p:pic>
        <p:nvPicPr>
          <p:cNvPr id="31" name="Picture 30">
            <a:extLst>
              <a:ext uri="{FF2B5EF4-FFF2-40B4-BE49-F238E27FC236}">
                <a16:creationId xmlns:a16="http://schemas.microsoft.com/office/drawing/2014/main" id="{13A46D62-9014-4131-D10C-A48F66076732}"/>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b="-3480"/>
          <a:stretch/>
        </p:blipFill>
        <p:spPr>
          <a:xfrm>
            <a:off x="9733028" y="2771735"/>
            <a:ext cx="166369" cy="113863"/>
          </a:xfrm>
          <a:prstGeom prst="rect">
            <a:avLst/>
          </a:prstGeom>
        </p:spPr>
      </p:pic>
      <p:pic>
        <p:nvPicPr>
          <p:cNvPr id="33" name="Graphic 32">
            <a:extLst>
              <a:ext uri="{FF2B5EF4-FFF2-40B4-BE49-F238E27FC236}">
                <a16:creationId xmlns:a16="http://schemas.microsoft.com/office/drawing/2014/main" id="{D16FBCCA-8A9C-57F9-EB5A-94CAD1FA3A4D}"/>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750004" y="2274945"/>
            <a:ext cx="132408" cy="132408"/>
          </a:xfrm>
          <a:prstGeom prst="rect">
            <a:avLst/>
          </a:prstGeom>
        </p:spPr>
      </p:pic>
      <p:grpSp>
        <p:nvGrpSpPr>
          <p:cNvPr id="37" name="Group 36">
            <a:extLst>
              <a:ext uri="{FF2B5EF4-FFF2-40B4-BE49-F238E27FC236}">
                <a16:creationId xmlns:a16="http://schemas.microsoft.com/office/drawing/2014/main" id="{012E4E5D-C822-2EBA-AF22-2AEE010CC154}"/>
              </a:ext>
            </a:extLst>
          </p:cNvPr>
          <p:cNvGrpSpPr/>
          <p:nvPr userDrawn="1"/>
        </p:nvGrpSpPr>
        <p:grpSpPr>
          <a:xfrm>
            <a:off x="11084200" y="316628"/>
            <a:ext cx="761725" cy="157981"/>
            <a:chOff x="9242701" y="249950"/>
            <a:chExt cx="652960" cy="135423"/>
          </a:xfrm>
        </p:grpSpPr>
        <p:sp>
          <p:nvSpPr>
            <p:cNvPr id="38" name="object 6">
              <a:extLst>
                <a:ext uri="{FF2B5EF4-FFF2-40B4-BE49-F238E27FC236}">
                  <a16:creationId xmlns:a16="http://schemas.microsoft.com/office/drawing/2014/main" id="{F5A0F20E-7471-B72F-242E-62B531EBBA02}"/>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39" name="object 7">
              <a:extLst>
                <a:ext uri="{FF2B5EF4-FFF2-40B4-BE49-F238E27FC236}">
                  <a16:creationId xmlns:a16="http://schemas.microsoft.com/office/drawing/2014/main" id="{0FA289AB-5950-69E5-7E38-BD63CD501E91}"/>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40" name="object 8">
              <a:extLst>
                <a:ext uri="{FF2B5EF4-FFF2-40B4-BE49-F238E27FC236}">
                  <a16:creationId xmlns:a16="http://schemas.microsoft.com/office/drawing/2014/main" id="{CB03E7B7-4899-9258-ACC1-BF186B9180B6}"/>
                </a:ext>
              </a:extLst>
            </p:cNvPr>
            <p:cNvGrpSpPr/>
            <p:nvPr/>
          </p:nvGrpSpPr>
          <p:grpSpPr>
            <a:xfrm>
              <a:off x="9242701" y="249950"/>
              <a:ext cx="202816" cy="135423"/>
              <a:chOff x="18288992" y="494982"/>
              <a:chExt cx="401320" cy="267970"/>
            </a:xfrm>
          </p:grpSpPr>
          <p:sp>
            <p:nvSpPr>
              <p:cNvPr id="46" name="object 9">
                <a:extLst>
                  <a:ext uri="{FF2B5EF4-FFF2-40B4-BE49-F238E27FC236}">
                    <a16:creationId xmlns:a16="http://schemas.microsoft.com/office/drawing/2014/main" id="{87FADE85-A416-FC74-7EB3-B815C06B922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7" name="object 10">
                <a:extLst>
                  <a:ext uri="{FF2B5EF4-FFF2-40B4-BE49-F238E27FC236}">
                    <a16:creationId xmlns:a16="http://schemas.microsoft.com/office/drawing/2014/main" id="{6652C85E-10AB-F076-C344-1B1811E88CA1}"/>
                  </a:ext>
                </a:extLst>
              </p:cNvPr>
              <p:cNvPicPr/>
              <p:nvPr/>
            </p:nvPicPr>
            <p:blipFill>
              <a:blip r:embed="rId9"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8" name="object 11">
                <a:extLst>
                  <a:ext uri="{FF2B5EF4-FFF2-40B4-BE49-F238E27FC236}">
                    <a16:creationId xmlns:a16="http://schemas.microsoft.com/office/drawing/2014/main" id="{430224B0-A0D4-0745-0A0A-F95198FAD892}"/>
                  </a:ext>
                </a:extLst>
              </p:cNvPr>
              <p:cNvPicPr/>
              <p:nvPr/>
            </p:nvPicPr>
            <p:blipFill>
              <a:blip r:embed="rId10"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41" name="object 22">
              <a:extLst>
                <a:ext uri="{FF2B5EF4-FFF2-40B4-BE49-F238E27FC236}">
                  <a16:creationId xmlns:a16="http://schemas.microsoft.com/office/drawing/2014/main" id="{8826A970-02DC-C41C-A705-05879B32AE3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42" name="object 23">
              <a:extLst>
                <a:ext uri="{FF2B5EF4-FFF2-40B4-BE49-F238E27FC236}">
                  <a16:creationId xmlns:a16="http://schemas.microsoft.com/office/drawing/2014/main" id="{37D147A8-D3E3-B4B6-EDBB-19B01B294B22}"/>
                </a:ext>
              </a:extLst>
            </p:cNvPr>
            <p:cNvGrpSpPr/>
            <p:nvPr/>
          </p:nvGrpSpPr>
          <p:grpSpPr>
            <a:xfrm>
              <a:off x="9242701" y="249950"/>
              <a:ext cx="202816" cy="135423"/>
              <a:chOff x="18288992" y="494982"/>
              <a:chExt cx="401320" cy="267970"/>
            </a:xfrm>
          </p:grpSpPr>
          <p:sp>
            <p:nvSpPr>
              <p:cNvPr id="43" name="object 24">
                <a:extLst>
                  <a:ext uri="{FF2B5EF4-FFF2-40B4-BE49-F238E27FC236}">
                    <a16:creationId xmlns:a16="http://schemas.microsoft.com/office/drawing/2014/main" id="{112D2006-19F3-7134-0287-D1CCD0E61AA6}"/>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4" name="object 25">
                <a:extLst>
                  <a:ext uri="{FF2B5EF4-FFF2-40B4-BE49-F238E27FC236}">
                    <a16:creationId xmlns:a16="http://schemas.microsoft.com/office/drawing/2014/main" id="{CFF13B7E-B12D-6EFA-970E-24B4B87CA339}"/>
                  </a:ext>
                </a:extLst>
              </p:cNvPr>
              <p:cNvPicPr/>
              <p:nvPr/>
            </p:nvPicPr>
            <p:blipFill>
              <a:blip r:embed="rId9"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5" name="object 26">
                <a:extLst>
                  <a:ext uri="{FF2B5EF4-FFF2-40B4-BE49-F238E27FC236}">
                    <a16:creationId xmlns:a16="http://schemas.microsoft.com/office/drawing/2014/main" id="{1CDE3C13-1150-B6C6-1277-D870DCCDD718}"/>
                  </a:ext>
                </a:extLst>
              </p:cNvPr>
              <p:cNvPicPr/>
              <p:nvPr/>
            </p:nvPicPr>
            <p:blipFill>
              <a:blip r:embed="rId10"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53" name="TextBox 52">
            <a:extLst>
              <a:ext uri="{FF2B5EF4-FFF2-40B4-BE49-F238E27FC236}">
                <a16:creationId xmlns:a16="http://schemas.microsoft.com/office/drawing/2014/main" id="{23F6EF5E-0034-969A-562B-6DE58C861065}"/>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2" name="Rectangle 1">
            <a:hlinkClick r:id="rId11"/>
            <a:extLst>
              <a:ext uri="{FF2B5EF4-FFF2-40B4-BE49-F238E27FC236}">
                <a16:creationId xmlns:a16="http://schemas.microsoft.com/office/drawing/2014/main" id="{EA0A9CE0-2443-7657-7D67-B984454063A3}"/>
              </a:ext>
            </a:extLst>
          </p:cNvPr>
          <p:cNvSpPr/>
          <p:nvPr userDrawn="1"/>
        </p:nvSpPr>
        <p:spPr>
          <a:xfrm>
            <a:off x="9684257" y="3375812"/>
            <a:ext cx="2156931" cy="2682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 name="Rectangle 3">
            <a:hlinkClick r:id="rId12"/>
            <a:extLst>
              <a:ext uri="{FF2B5EF4-FFF2-40B4-BE49-F238E27FC236}">
                <a16:creationId xmlns:a16="http://schemas.microsoft.com/office/drawing/2014/main" id="{0B3479A5-7CBD-6C29-999C-C90457167798}"/>
              </a:ext>
            </a:extLst>
          </p:cNvPr>
          <p:cNvSpPr/>
          <p:nvPr userDrawn="1"/>
        </p:nvSpPr>
        <p:spPr>
          <a:xfrm>
            <a:off x="9684260" y="1988457"/>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 name="Rectangle 4">
            <a:hlinkClick r:id="rId13"/>
            <a:extLst>
              <a:ext uri="{FF2B5EF4-FFF2-40B4-BE49-F238E27FC236}">
                <a16:creationId xmlns:a16="http://schemas.microsoft.com/office/drawing/2014/main" id="{AD035E20-7EB7-11F9-6112-166DF0DBE2C0}"/>
              </a:ext>
            </a:extLst>
          </p:cNvPr>
          <p:cNvSpPr/>
          <p:nvPr userDrawn="1"/>
        </p:nvSpPr>
        <p:spPr>
          <a:xfrm>
            <a:off x="9684260" y="224971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 name="Rectangle 5">
            <a:hlinkClick r:id="rId14"/>
            <a:extLst>
              <a:ext uri="{FF2B5EF4-FFF2-40B4-BE49-F238E27FC236}">
                <a16:creationId xmlns:a16="http://schemas.microsoft.com/office/drawing/2014/main" id="{399E3024-0E45-607E-E795-4ACAC1EC7A4E}"/>
              </a:ext>
            </a:extLst>
          </p:cNvPr>
          <p:cNvSpPr/>
          <p:nvPr userDrawn="1"/>
        </p:nvSpPr>
        <p:spPr>
          <a:xfrm>
            <a:off x="9726625" y="2481943"/>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 name="Rectangle 6">
            <a:hlinkClick r:id="rId15"/>
            <a:extLst>
              <a:ext uri="{FF2B5EF4-FFF2-40B4-BE49-F238E27FC236}">
                <a16:creationId xmlns:a16="http://schemas.microsoft.com/office/drawing/2014/main" id="{190352D4-0E16-FBD6-1FC7-04FF75692841}"/>
              </a:ext>
            </a:extLst>
          </p:cNvPr>
          <p:cNvSpPr/>
          <p:nvPr userDrawn="1"/>
        </p:nvSpPr>
        <p:spPr>
          <a:xfrm>
            <a:off x="9684260" y="2735943"/>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 name="Rectangle 7">
            <a:hlinkClick r:id="rId16"/>
            <a:extLst>
              <a:ext uri="{FF2B5EF4-FFF2-40B4-BE49-F238E27FC236}">
                <a16:creationId xmlns:a16="http://schemas.microsoft.com/office/drawing/2014/main" id="{CF2228DE-6CDC-4321-75D9-A3F2E1E8FA1D}"/>
              </a:ext>
            </a:extLst>
          </p:cNvPr>
          <p:cNvSpPr/>
          <p:nvPr userDrawn="1"/>
        </p:nvSpPr>
        <p:spPr>
          <a:xfrm>
            <a:off x="9684260" y="2982687"/>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3" name="Picture 2">
            <a:extLst>
              <a:ext uri="{FF2B5EF4-FFF2-40B4-BE49-F238E27FC236}">
                <a16:creationId xmlns:a16="http://schemas.microsoft.com/office/drawing/2014/main" id="{C422654A-826F-7ED3-FFA7-72601795D965}"/>
              </a:ext>
            </a:extLst>
          </p:cNvPr>
          <p:cNvPicPr>
            <a:picLocks noChangeAspect="1"/>
          </p:cNvPicPr>
          <p:nvPr userDrawn="1"/>
        </p:nvPicPr>
        <p:blipFill>
          <a:blip r:embed="rId17"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10" name="Graphic 9">
            <a:extLst>
              <a:ext uri="{FF2B5EF4-FFF2-40B4-BE49-F238E27FC236}">
                <a16:creationId xmlns:a16="http://schemas.microsoft.com/office/drawing/2014/main" id="{E793F383-FBEB-83D4-E117-A99214B65367}"/>
              </a:ext>
            </a:extLst>
          </p:cNvPr>
          <p:cNvPicPr>
            <a:picLocks noChangeAspect="1"/>
          </p:cNvPicPr>
          <p:nvPr userDrawn="1"/>
        </p:nvPicPr>
        <p:blipFill>
          <a:blip r:embed="rId18" cstate="email">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9703997" y="6408073"/>
            <a:ext cx="2135347" cy="168971"/>
          </a:xfrm>
          <a:prstGeom prst="rect">
            <a:avLst/>
          </a:prstGeom>
        </p:spPr>
      </p:pic>
      <p:pic>
        <p:nvPicPr>
          <p:cNvPr id="11" name="Graphic 10">
            <a:extLst>
              <a:ext uri="{FF2B5EF4-FFF2-40B4-BE49-F238E27FC236}">
                <a16:creationId xmlns:a16="http://schemas.microsoft.com/office/drawing/2014/main" id="{A9361D9C-3DF1-9ECE-BE9C-86C46425200C}"/>
              </a:ext>
            </a:extLst>
          </p:cNvPr>
          <p:cNvPicPr>
            <a:picLocks noChangeAspect="1"/>
          </p:cNvPicPr>
          <p:nvPr userDrawn="1"/>
        </p:nvPicPr>
        <p:blipFill>
          <a:blip r:embed="rId20" cstate="email">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4744820" y="95795"/>
            <a:ext cx="3282565" cy="6522720"/>
          </a:xfrm>
          <a:prstGeom prst="rect">
            <a:avLst/>
          </a:prstGeom>
        </p:spPr>
      </p:pic>
      <p:sp>
        <p:nvSpPr>
          <p:cNvPr id="9" name="object 4">
            <a:extLst>
              <a:ext uri="{FF2B5EF4-FFF2-40B4-BE49-F238E27FC236}">
                <a16:creationId xmlns:a16="http://schemas.microsoft.com/office/drawing/2014/main" id="{616F7E86-3687-37B1-E3A9-DD73522BC637}"/>
              </a:ext>
            </a:extLst>
          </p:cNvPr>
          <p:cNvSpPr txBox="1"/>
          <p:nvPr userDrawn="1"/>
        </p:nvSpPr>
        <p:spPr>
          <a:xfrm>
            <a:off x="9750005" y="5038798"/>
            <a:ext cx="2089340" cy="1121798"/>
          </a:xfrm>
          <a:prstGeom prst="rect">
            <a:avLst/>
          </a:prstGeom>
        </p:spPr>
        <p:txBody>
          <a:bodyPr vert="horz" wrap="square" lIns="0" tIns="31449" rIns="0" bIns="0" rtlCol="0">
            <a:spAutoFit/>
          </a:bodyPr>
          <a:lstStyle/>
          <a:p>
            <a:pPr marL="6419">
              <a:lnSpc>
                <a:spcPct val="120000"/>
              </a:lnSpc>
              <a:spcBef>
                <a:spcPts val="248"/>
              </a:spcBef>
            </a:pPr>
            <a:r>
              <a:rPr lang="en-IN" sz="900" b="1" spc="0">
                <a:solidFill>
                  <a:schemeClr val="bg2"/>
                </a:solidFill>
                <a:latin typeface="DMSans-Medium"/>
                <a:cs typeface="DMSans-Medium"/>
              </a:rPr>
              <a:t>COPYRIGHT NOTICE</a:t>
            </a:r>
          </a:p>
          <a:p>
            <a:pPr marL="6419">
              <a:lnSpc>
                <a:spcPct val="120000"/>
              </a:lnSpc>
              <a:spcBef>
                <a:spcPts val="248"/>
              </a:spcBef>
            </a:pPr>
            <a:r>
              <a:rPr lang="en-IN" sz="700" spc="0">
                <a:solidFill>
                  <a:schemeClr val="bg1"/>
                </a:solidFill>
                <a:latin typeface="+mn-lt"/>
                <a:cs typeface="DMSans-Medium"/>
              </a:rPr>
              <a:t>All information/content contained herein is the sole property of Tata Technologies Limited or its Licensors. No intellectual property rights are granted by disclosure of its content. The information/content shall not be reproduced or disclosed to a third party without the express written consent of Tata Technologies Limited.</a:t>
            </a:r>
            <a:endParaRPr lang="en-IN" sz="700" spc="0">
              <a:solidFill>
                <a:schemeClr val="bg1"/>
              </a:solidFill>
              <a:latin typeface="+mn-lt"/>
              <a:cs typeface="DM Sans"/>
            </a:endParaRPr>
          </a:p>
        </p:txBody>
      </p:sp>
      <p:pic>
        <p:nvPicPr>
          <p:cNvPr id="15" name="Picture 14">
            <a:extLst>
              <a:ext uri="{FF2B5EF4-FFF2-40B4-BE49-F238E27FC236}">
                <a16:creationId xmlns:a16="http://schemas.microsoft.com/office/drawing/2014/main" id="{C166D7EE-F14D-5260-07A8-C797D5EBF2FE}"/>
              </a:ext>
            </a:extLst>
          </p:cNvPr>
          <p:cNvPicPr>
            <a:picLocks noChangeAspect="1"/>
          </p:cNvPicPr>
          <p:nvPr userDrawn="1"/>
        </p:nvPicPr>
        <p:blipFill>
          <a:blip r:embed="rId22"/>
          <a:stretch>
            <a:fillRect/>
          </a:stretch>
        </p:blipFill>
        <p:spPr>
          <a:xfrm>
            <a:off x="9746021" y="2503581"/>
            <a:ext cx="136391" cy="139259"/>
          </a:xfrm>
          <a:prstGeom prst="rect">
            <a:avLst/>
          </a:prstGeom>
        </p:spPr>
      </p:pic>
      <p:sp>
        <p:nvSpPr>
          <p:cNvPr id="17" name="hcSlideMaster87.Closing slideHeader" descr="Classification: Internal">
            <a:extLst>
              <a:ext uri="{FF2B5EF4-FFF2-40B4-BE49-F238E27FC236}">
                <a16:creationId xmlns:a16="http://schemas.microsoft.com/office/drawing/2014/main" id="{3BAED3EB-E7EA-F27E-8D24-556F27D5FB97}"/>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28978501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5543B039-69D0-2FE4-8325-30AD54A65656}"/>
              </a:ext>
            </a:extLst>
          </p:cNvPr>
          <p:cNvGrpSpPr/>
          <p:nvPr userDrawn="1"/>
        </p:nvGrpSpPr>
        <p:grpSpPr>
          <a:xfrm>
            <a:off x="11084202" y="316459"/>
            <a:ext cx="761727" cy="157980"/>
            <a:chOff x="9242701" y="249950"/>
            <a:chExt cx="652960" cy="135423"/>
          </a:xfrm>
        </p:grpSpPr>
        <p:sp>
          <p:nvSpPr>
            <p:cNvPr id="21" name="object 11">
              <a:extLst>
                <a:ext uri="{FF2B5EF4-FFF2-40B4-BE49-F238E27FC236}">
                  <a16:creationId xmlns:a16="http://schemas.microsoft.com/office/drawing/2014/main" id="{BE153C13-7C39-0143-E8B4-E58FE15F2ABF}"/>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2" name="object 12">
              <a:extLst>
                <a:ext uri="{FF2B5EF4-FFF2-40B4-BE49-F238E27FC236}">
                  <a16:creationId xmlns:a16="http://schemas.microsoft.com/office/drawing/2014/main" id="{CAE4AD85-1AC3-CD92-D9D7-DB0815AA0644}"/>
                </a:ext>
              </a:extLst>
            </p:cNvPr>
            <p:cNvGrpSpPr/>
            <p:nvPr/>
          </p:nvGrpSpPr>
          <p:grpSpPr>
            <a:xfrm>
              <a:off x="9242701" y="249950"/>
              <a:ext cx="202816" cy="135423"/>
              <a:chOff x="18288992" y="494982"/>
              <a:chExt cx="401320" cy="267970"/>
            </a:xfrm>
          </p:grpSpPr>
          <p:sp>
            <p:nvSpPr>
              <p:cNvPr id="23" name="object 13">
                <a:extLst>
                  <a:ext uri="{FF2B5EF4-FFF2-40B4-BE49-F238E27FC236}">
                    <a16:creationId xmlns:a16="http://schemas.microsoft.com/office/drawing/2014/main" id="{5FF36A7C-B53C-0583-598B-FC8C3E6A6F9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4" name="object 14">
                <a:extLst>
                  <a:ext uri="{FF2B5EF4-FFF2-40B4-BE49-F238E27FC236}">
                    <a16:creationId xmlns:a16="http://schemas.microsoft.com/office/drawing/2014/main" id="{BC3EDFDA-0133-AE5F-F23E-C69E884815CF}"/>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15">
                <a:extLst>
                  <a:ext uri="{FF2B5EF4-FFF2-40B4-BE49-F238E27FC236}">
                    <a16:creationId xmlns:a16="http://schemas.microsoft.com/office/drawing/2014/main" id="{EA6E9E1C-315D-339C-C783-CD59E6205B16}"/>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 name="TextBox 2">
            <a:extLst>
              <a:ext uri="{FF2B5EF4-FFF2-40B4-BE49-F238E27FC236}">
                <a16:creationId xmlns:a16="http://schemas.microsoft.com/office/drawing/2014/main" id="{8BDDE7DD-8D05-9582-547C-E9A9E833BD53}"/>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sp>
        <p:nvSpPr>
          <p:cNvPr id="4" name="Slide Number Placeholder 2">
            <a:extLst>
              <a:ext uri="{FF2B5EF4-FFF2-40B4-BE49-F238E27FC236}">
                <a16:creationId xmlns:a16="http://schemas.microsoft.com/office/drawing/2014/main" id="{E361AAAF-7697-6B20-1044-B26A700DB3CC}"/>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a:t>
            </a:fld>
            <a:endParaRPr lang="en-GB"/>
          </a:p>
        </p:txBody>
      </p:sp>
      <p:pic>
        <p:nvPicPr>
          <p:cNvPr id="2" name="Graphic 1">
            <a:extLst>
              <a:ext uri="{FF2B5EF4-FFF2-40B4-BE49-F238E27FC236}">
                <a16:creationId xmlns:a16="http://schemas.microsoft.com/office/drawing/2014/main" id="{E4E378E5-4AE5-9417-E142-6F858F9FA577}"/>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EF23703E-AE3D-DE2C-6C4A-1A8C46057AD2}"/>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6" name="Title Placeholder 21">
            <a:extLst>
              <a:ext uri="{FF2B5EF4-FFF2-40B4-BE49-F238E27FC236}">
                <a16:creationId xmlns:a16="http://schemas.microsoft.com/office/drawing/2014/main" id="{855271DE-BEBA-20AD-15A8-A0C5EC1569D0}"/>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7" name="Text Placeholder 2">
            <a:extLst>
              <a:ext uri="{FF2B5EF4-FFF2-40B4-BE49-F238E27FC236}">
                <a16:creationId xmlns:a16="http://schemas.microsoft.com/office/drawing/2014/main" id="{A12E6A27-2F5D-6274-66D1-9F35D02AEDC9}"/>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hcSlideMaster97.BlankHeader" descr="Classification: Internal">
            <a:extLst>
              <a:ext uri="{FF2B5EF4-FFF2-40B4-BE49-F238E27FC236}">
                <a16:creationId xmlns:a16="http://schemas.microsoft.com/office/drawing/2014/main" id="{FDC03E6E-FAD5-D82A-961A-9907CB1866E3}"/>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25686223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blue">
    <p:bg>
      <p:bgPr>
        <a:solidFill>
          <a:schemeClr val="tx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D30AD43-9C2E-9B38-4EF9-038EABEF0BF4}"/>
              </a:ext>
            </a:extLst>
          </p:cNvPr>
          <p:cNvGrpSpPr/>
          <p:nvPr userDrawn="1"/>
        </p:nvGrpSpPr>
        <p:grpSpPr>
          <a:xfrm>
            <a:off x="11084200" y="316628"/>
            <a:ext cx="761725" cy="157981"/>
            <a:chOff x="9242701" y="249950"/>
            <a:chExt cx="652960" cy="135423"/>
          </a:xfrm>
        </p:grpSpPr>
        <p:sp>
          <p:nvSpPr>
            <p:cNvPr id="9" name="object 6">
              <a:extLst>
                <a:ext uri="{FF2B5EF4-FFF2-40B4-BE49-F238E27FC236}">
                  <a16:creationId xmlns:a16="http://schemas.microsoft.com/office/drawing/2014/main" id="{3C5E59C3-A8CA-C14E-9808-EB7D8818D781}"/>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0" name="object 7">
              <a:extLst>
                <a:ext uri="{FF2B5EF4-FFF2-40B4-BE49-F238E27FC236}">
                  <a16:creationId xmlns:a16="http://schemas.microsoft.com/office/drawing/2014/main" id="{BF193E5A-AE8E-CA58-DCD1-41E0C76CCC9A}"/>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1" name="object 8">
              <a:extLst>
                <a:ext uri="{FF2B5EF4-FFF2-40B4-BE49-F238E27FC236}">
                  <a16:creationId xmlns:a16="http://schemas.microsoft.com/office/drawing/2014/main" id="{91EB92DB-A6B5-922D-37A6-DB0EB2E23F01}"/>
                </a:ext>
              </a:extLst>
            </p:cNvPr>
            <p:cNvGrpSpPr/>
            <p:nvPr/>
          </p:nvGrpSpPr>
          <p:grpSpPr>
            <a:xfrm>
              <a:off x="9242701" y="249950"/>
              <a:ext cx="202816" cy="135423"/>
              <a:chOff x="18288992" y="494982"/>
              <a:chExt cx="401320" cy="267970"/>
            </a:xfrm>
          </p:grpSpPr>
          <p:sp>
            <p:nvSpPr>
              <p:cNvPr id="17" name="object 9">
                <a:extLst>
                  <a:ext uri="{FF2B5EF4-FFF2-40B4-BE49-F238E27FC236}">
                    <a16:creationId xmlns:a16="http://schemas.microsoft.com/office/drawing/2014/main" id="{7EC74A92-B131-4B60-C82C-053C71ADC79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8" name="object 10">
                <a:extLst>
                  <a:ext uri="{FF2B5EF4-FFF2-40B4-BE49-F238E27FC236}">
                    <a16:creationId xmlns:a16="http://schemas.microsoft.com/office/drawing/2014/main" id="{CDF89E1F-0023-9515-BA64-C6E3069073BB}"/>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1">
                <a:extLst>
                  <a:ext uri="{FF2B5EF4-FFF2-40B4-BE49-F238E27FC236}">
                    <a16:creationId xmlns:a16="http://schemas.microsoft.com/office/drawing/2014/main" id="{C1C90675-0D4C-713B-E2D8-90402BF66DA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2" name="object 22">
              <a:extLst>
                <a:ext uri="{FF2B5EF4-FFF2-40B4-BE49-F238E27FC236}">
                  <a16:creationId xmlns:a16="http://schemas.microsoft.com/office/drawing/2014/main" id="{A7BF0FC5-516C-5F05-69E9-553792A748B7}"/>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13" name="object 23">
              <a:extLst>
                <a:ext uri="{FF2B5EF4-FFF2-40B4-BE49-F238E27FC236}">
                  <a16:creationId xmlns:a16="http://schemas.microsoft.com/office/drawing/2014/main" id="{2467B862-C5DC-3DA1-5928-409722F0AF16}"/>
                </a:ext>
              </a:extLst>
            </p:cNvPr>
            <p:cNvGrpSpPr/>
            <p:nvPr/>
          </p:nvGrpSpPr>
          <p:grpSpPr>
            <a:xfrm>
              <a:off x="9242701" y="249950"/>
              <a:ext cx="202816" cy="135423"/>
              <a:chOff x="18288992" y="494982"/>
              <a:chExt cx="401320" cy="267970"/>
            </a:xfrm>
          </p:grpSpPr>
          <p:sp>
            <p:nvSpPr>
              <p:cNvPr id="14" name="object 24">
                <a:extLst>
                  <a:ext uri="{FF2B5EF4-FFF2-40B4-BE49-F238E27FC236}">
                    <a16:creationId xmlns:a16="http://schemas.microsoft.com/office/drawing/2014/main" id="{FAA55E6C-4A99-2A35-A93E-7D7FB6AD70D3}"/>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5" name="object 25">
                <a:extLst>
                  <a:ext uri="{FF2B5EF4-FFF2-40B4-BE49-F238E27FC236}">
                    <a16:creationId xmlns:a16="http://schemas.microsoft.com/office/drawing/2014/main" id="{6AC2C530-E103-81C3-7066-0BE25AD312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6" name="object 26">
                <a:extLst>
                  <a:ext uri="{FF2B5EF4-FFF2-40B4-BE49-F238E27FC236}">
                    <a16:creationId xmlns:a16="http://schemas.microsoft.com/office/drawing/2014/main" id="{A0A9B4D5-A213-FAC5-6246-D06734809CA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4" name="TextBox 3">
            <a:extLst>
              <a:ext uri="{FF2B5EF4-FFF2-40B4-BE49-F238E27FC236}">
                <a16:creationId xmlns:a16="http://schemas.microsoft.com/office/drawing/2014/main" id="{E696180B-0ED5-1053-C40B-70DC2018862F}"/>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24" name="Slide Number Placeholder 2">
            <a:extLst>
              <a:ext uri="{FF2B5EF4-FFF2-40B4-BE49-F238E27FC236}">
                <a16:creationId xmlns:a16="http://schemas.microsoft.com/office/drawing/2014/main" id="{FD5FE8AB-FF44-D068-BF84-BC232F196235}"/>
              </a:ext>
            </a:extLst>
          </p:cNvPr>
          <p:cNvSpPr>
            <a:spLocks noGrp="1"/>
          </p:cNvSpPr>
          <p:nvPr>
            <p:ph type="sldNum" sz="quarter" idx="10"/>
          </p:nvPr>
        </p:nvSpPr>
        <p:spPr>
          <a:xfrm>
            <a:off x="3" y="6356352"/>
            <a:ext cx="491300" cy="365125"/>
          </a:xfrm>
        </p:spPr>
        <p:txBody>
          <a:bodyPr/>
          <a:lstStyle>
            <a:lvl1pPr>
              <a:defRPr>
                <a:solidFill>
                  <a:schemeClr val="bg1"/>
                </a:solidFill>
              </a:defRPr>
            </a:lvl1pPr>
          </a:lstStyle>
          <a:p>
            <a:fld id="{C4B1DB5C-CBD1-46F1-83D6-F5AA23577CB7}" type="slidenum">
              <a:rPr lang="en-GB" smtClean="0"/>
              <a:pPr/>
              <a:t>‹#›</a:t>
            </a:fld>
            <a:endParaRPr lang="en-GB"/>
          </a:p>
        </p:txBody>
      </p:sp>
      <p:pic>
        <p:nvPicPr>
          <p:cNvPr id="3" name="Picture 2">
            <a:extLst>
              <a:ext uri="{FF2B5EF4-FFF2-40B4-BE49-F238E27FC236}">
                <a16:creationId xmlns:a16="http://schemas.microsoft.com/office/drawing/2014/main" id="{66D3E84C-6034-ECEC-139A-C925D444193D}"/>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C720BFB4-5BB2-EAF2-BF14-3181C99E704E}"/>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2" name="Title Placeholder 21">
            <a:extLst>
              <a:ext uri="{FF2B5EF4-FFF2-40B4-BE49-F238E27FC236}">
                <a16:creationId xmlns:a16="http://schemas.microsoft.com/office/drawing/2014/main" id="{5D9DC8BD-3534-83EA-39C2-FA7B4C3F45FB}"/>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lvl1pPr>
              <a:defRPr>
                <a:solidFill>
                  <a:schemeClr val="bg1"/>
                </a:solidFill>
              </a:defRPr>
            </a:lvl1pPr>
          </a:lstStyle>
          <a:p>
            <a:r>
              <a:rPr lang="en-GB"/>
              <a:t>Click to edit Master title</a:t>
            </a:r>
            <a:endParaRPr lang="en-US"/>
          </a:p>
        </p:txBody>
      </p:sp>
      <p:sp>
        <p:nvSpPr>
          <p:cNvPr id="6" name="Text Placeholder 2">
            <a:extLst>
              <a:ext uri="{FF2B5EF4-FFF2-40B4-BE49-F238E27FC236}">
                <a16:creationId xmlns:a16="http://schemas.microsoft.com/office/drawing/2014/main" id="{28F6945F-5116-4D5F-9806-8D0D959FCA09}"/>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hcSlideMaster97.Blank blueHeader" descr="Classification: Internal">
            <a:extLst>
              <a:ext uri="{FF2B5EF4-FFF2-40B4-BE49-F238E27FC236}">
                <a16:creationId xmlns:a16="http://schemas.microsoft.com/office/drawing/2014/main" id="{7FACE463-BAA7-9BF8-861F-46335967EDE1}"/>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474958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ver blue 1">
    <p:bg>
      <p:bgPr>
        <a:solidFill>
          <a:schemeClr val="tx2"/>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824FB13-A710-3604-1DFA-7EB16A1599DD}"/>
              </a:ext>
            </a:extLst>
          </p:cNvPr>
          <p:cNvGrpSpPr/>
          <p:nvPr userDrawn="1"/>
        </p:nvGrpSpPr>
        <p:grpSpPr>
          <a:xfrm>
            <a:off x="11084200" y="316628"/>
            <a:ext cx="761725" cy="157981"/>
            <a:chOff x="9242701" y="249950"/>
            <a:chExt cx="652960" cy="135423"/>
          </a:xfrm>
        </p:grpSpPr>
        <p:sp>
          <p:nvSpPr>
            <p:cNvPr id="18" name="object 6">
              <a:extLst>
                <a:ext uri="{FF2B5EF4-FFF2-40B4-BE49-F238E27FC236}">
                  <a16:creationId xmlns:a16="http://schemas.microsoft.com/office/drawing/2014/main" id="{B25B4BF6-52E5-389C-804A-F07AE19AC3A0}"/>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9" name="object 7">
              <a:extLst>
                <a:ext uri="{FF2B5EF4-FFF2-40B4-BE49-F238E27FC236}">
                  <a16:creationId xmlns:a16="http://schemas.microsoft.com/office/drawing/2014/main" id="{461B9713-8B60-111C-CC58-694680C56E5C}"/>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20" name="object 8">
              <a:extLst>
                <a:ext uri="{FF2B5EF4-FFF2-40B4-BE49-F238E27FC236}">
                  <a16:creationId xmlns:a16="http://schemas.microsoft.com/office/drawing/2014/main" id="{AEF4C171-5B2C-20F6-F682-059D5043D14D}"/>
                </a:ext>
              </a:extLst>
            </p:cNvPr>
            <p:cNvGrpSpPr/>
            <p:nvPr/>
          </p:nvGrpSpPr>
          <p:grpSpPr>
            <a:xfrm>
              <a:off x="9242701" y="249950"/>
              <a:ext cx="202816" cy="135423"/>
              <a:chOff x="18288992" y="494982"/>
              <a:chExt cx="401320" cy="267970"/>
            </a:xfrm>
          </p:grpSpPr>
          <p:sp>
            <p:nvSpPr>
              <p:cNvPr id="26" name="object 9">
                <a:extLst>
                  <a:ext uri="{FF2B5EF4-FFF2-40B4-BE49-F238E27FC236}">
                    <a16:creationId xmlns:a16="http://schemas.microsoft.com/office/drawing/2014/main" id="{4DBBD0F8-636E-924E-251F-1E750B7D6ECA}"/>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7" name="object 10">
                <a:extLst>
                  <a:ext uri="{FF2B5EF4-FFF2-40B4-BE49-F238E27FC236}">
                    <a16:creationId xmlns:a16="http://schemas.microsoft.com/office/drawing/2014/main" id="{32FE21A8-0292-E992-68A7-D493E81C6FA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9" name="object 11">
                <a:extLst>
                  <a:ext uri="{FF2B5EF4-FFF2-40B4-BE49-F238E27FC236}">
                    <a16:creationId xmlns:a16="http://schemas.microsoft.com/office/drawing/2014/main" id="{A8F8113F-F527-DF24-6F62-275E5BECDA8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21" name="object 22">
              <a:extLst>
                <a:ext uri="{FF2B5EF4-FFF2-40B4-BE49-F238E27FC236}">
                  <a16:creationId xmlns:a16="http://schemas.microsoft.com/office/drawing/2014/main" id="{A3EB1A4C-0B99-1909-6DBD-1BE3C0FDE59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2" name="object 23">
              <a:extLst>
                <a:ext uri="{FF2B5EF4-FFF2-40B4-BE49-F238E27FC236}">
                  <a16:creationId xmlns:a16="http://schemas.microsoft.com/office/drawing/2014/main" id="{DF528001-5EB3-DE52-0785-82DFA8E56541}"/>
                </a:ext>
              </a:extLst>
            </p:cNvPr>
            <p:cNvGrpSpPr/>
            <p:nvPr/>
          </p:nvGrpSpPr>
          <p:grpSpPr>
            <a:xfrm>
              <a:off x="9242701" y="249950"/>
              <a:ext cx="202816" cy="135423"/>
              <a:chOff x="18288992" y="494982"/>
              <a:chExt cx="401320" cy="267970"/>
            </a:xfrm>
          </p:grpSpPr>
          <p:sp>
            <p:nvSpPr>
              <p:cNvPr id="23" name="object 24">
                <a:extLst>
                  <a:ext uri="{FF2B5EF4-FFF2-40B4-BE49-F238E27FC236}">
                    <a16:creationId xmlns:a16="http://schemas.microsoft.com/office/drawing/2014/main" id="{B43A1203-EFD0-52EB-E965-58B41339FDC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4" name="object 25">
                <a:extLst>
                  <a:ext uri="{FF2B5EF4-FFF2-40B4-BE49-F238E27FC236}">
                    <a16:creationId xmlns:a16="http://schemas.microsoft.com/office/drawing/2014/main" id="{EA8187B0-9D47-5A92-0663-7EAD561F4B2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26">
                <a:extLst>
                  <a:ext uri="{FF2B5EF4-FFF2-40B4-BE49-F238E27FC236}">
                    <a16:creationId xmlns:a16="http://schemas.microsoft.com/office/drawing/2014/main" id="{BF92E0E9-0288-3B16-4BCF-DD834E56811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6" name="TextBox 35">
            <a:extLst>
              <a:ext uri="{FF2B5EF4-FFF2-40B4-BE49-F238E27FC236}">
                <a16:creationId xmlns:a16="http://schemas.microsoft.com/office/drawing/2014/main" id="{00439E84-97CE-7951-71AF-552278CECA61}"/>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45" name="Picture Placeholder 12">
            <a:extLst>
              <a:ext uri="{FF2B5EF4-FFF2-40B4-BE49-F238E27FC236}">
                <a16:creationId xmlns:a16="http://schemas.microsoft.com/office/drawing/2014/main" id="{4C0A6BFA-50DF-57AC-2B5C-E6000CAC2BB6}"/>
              </a:ext>
            </a:extLst>
          </p:cNvPr>
          <p:cNvSpPr>
            <a:spLocks noGrp="1"/>
          </p:cNvSpPr>
          <p:nvPr>
            <p:ph type="pic" sz="quarter" idx="15"/>
          </p:nvPr>
        </p:nvSpPr>
        <p:spPr>
          <a:xfrm>
            <a:off x="5934269" y="816888"/>
            <a:ext cx="6257731" cy="5177041"/>
          </a:xfrm>
          <a:custGeom>
            <a:avLst/>
            <a:gdLst>
              <a:gd name="connsiteX0" fmla="*/ 1805307 w 6055200"/>
              <a:gd name="connsiteY0" fmla="*/ 0 h 4744529"/>
              <a:gd name="connsiteX1" fmla="*/ 6055200 w 6055200"/>
              <a:gd name="connsiteY1" fmla="*/ 0 h 4744529"/>
              <a:gd name="connsiteX2" fmla="*/ 6055200 w 6055200"/>
              <a:gd name="connsiteY2" fmla="*/ 4744529 h 4744529"/>
              <a:gd name="connsiteX3" fmla="*/ 0 w 6055200"/>
              <a:gd name="connsiteY3" fmla="*/ 4744529 h 4744529"/>
            </a:gdLst>
            <a:ahLst/>
            <a:cxnLst>
              <a:cxn ang="0">
                <a:pos x="connsiteX0" y="connsiteY0"/>
              </a:cxn>
              <a:cxn ang="0">
                <a:pos x="connsiteX1" y="connsiteY1"/>
              </a:cxn>
              <a:cxn ang="0">
                <a:pos x="connsiteX2" y="connsiteY2"/>
              </a:cxn>
              <a:cxn ang="0">
                <a:pos x="connsiteX3" y="connsiteY3"/>
              </a:cxn>
            </a:cxnLst>
            <a:rect l="l" t="t" r="r" b="b"/>
            <a:pathLst>
              <a:path w="6055200" h="4744529">
                <a:moveTo>
                  <a:pt x="1805307" y="0"/>
                </a:moveTo>
                <a:lnTo>
                  <a:pt x="6055200" y="0"/>
                </a:lnTo>
                <a:lnTo>
                  <a:pt x="6055200" y="4744529"/>
                </a:lnTo>
                <a:lnTo>
                  <a:pt x="0" y="4744529"/>
                </a:lnTo>
                <a:close/>
              </a:path>
            </a:pathLst>
          </a:custGeom>
        </p:spPr>
        <p:txBody>
          <a:bodyPr wrap="square" anchor="ctr">
            <a:noAutofit/>
          </a:bodyPr>
          <a:lstStyle>
            <a:lvl1pPr algn="ctr">
              <a:defRPr>
                <a:solidFill>
                  <a:schemeClr val="bg1"/>
                </a:solidFill>
              </a:defRPr>
            </a:lvl1pPr>
          </a:lstStyle>
          <a:p>
            <a:endParaRPr lang="en-US"/>
          </a:p>
        </p:txBody>
      </p:sp>
      <p:pic>
        <p:nvPicPr>
          <p:cNvPr id="3" name="Picture 2">
            <a:extLst>
              <a:ext uri="{FF2B5EF4-FFF2-40B4-BE49-F238E27FC236}">
                <a16:creationId xmlns:a16="http://schemas.microsoft.com/office/drawing/2014/main" id="{6506F441-EFD0-AFAF-EC3D-8860D7DC2894}"/>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056A3A4B-5E08-515F-893B-9070BE9D04C3}"/>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11" name="Title 1">
            <a:extLst>
              <a:ext uri="{FF2B5EF4-FFF2-40B4-BE49-F238E27FC236}">
                <a16:creationId xmlns:a16="http://schemas.microsoft.com/office/drawing/2014/main" id="{C731BC8D-E26E-0674-83B1-6149FE092A5D}"/>
              </a:ext>
            </a:extLst>
          </p:cNvPr>
          <p:cNvSpPr>
            <a:spLocks noGrp="1"/>
          </p:cNvSpPr>
          <p:nvPr>
            <p:ph type="title" hasCustomPrompt="1"/>
          </p:nvPr>
        </p:nvSpPr>
        <p:spPr>
          <a:xfrm>
            <a:off x="245655" y="2600329"/>
            <a:ext cx="5223495" cy="1317583"/>
          </a:xfrm>
          <a:prstGeom prst="rect">
            <a:avLst/>
          </a:prstGeom>
        </p:spPr>
        <p:txBody>
          <a:bodyPr/>
          <a:lstStyle>
            <a:lvl1pPr algn="l" defTabSz="914332" rtl="0" eaLnBrk="1" latinLnBrk="0" hangingPunct="1">
              <a:lnSpc>
                <a:spcPct val="90000"/>
              </a:lnSpc>
              <a:spcBef>
                <a:spcPct val="0"/>
              </a:spcBef>
              <a:buNone/>
              <a:defRPr lang="en-US" sz="3600" b="0" i="0" kern="1200" dirty="0">
                <a:solidFill>
                  <a:srgbClr val="FFEC00"/>
                </a:solidFill>
                <a:latin typeface="+mj-lt"/>
                <a:ea typeface="+mj-ea"/>
                <a:cs typeface="+mj-cs"/>
              </a:defRPr>
            </a:lvl1pPr>
          </a:lstStyle>
          <a:p>
            <a:r>
              <a:rPr lang="en-GB"/>
              <a:t>Click to edit title</a:t>
            </a:r>
            <a:endParaRPr lang="en-US"/>
          </a:p>
        </p:txBody>
      </p:sp>
      <p:sp>
        <p:nvSpPr>
          <p:cNvPr id="12" name="Text Placeholder 6">
            <a:extLst>
              <a:ext uri="{FF2B5EF4-FFF2-40B4-BE49-F238E27FC236}">
                <a16:creationId xmlns:a16="http://schemas.microsoft.com/office/drawing/2014/main" id="{1EEE3846-0C41-09E6-19F1-B579C8E2AB2C}"/>
              </a:ext>
            </a:extLst>
          </p:cNvPr>
          <p:cNvSpPr>
            <a:spLocks noGrp="1"/>
          </p:cNvSpPr>
          <p:nvPr>
            <p:ph type="body" sz="quarter" idx="13" hasCustomPrompt="1"/>
          </p:nvPr>
        </p:nvSpPr>
        <p:spPr>
          <a:xfrm>
            <a:off x="245653" y="4004398"/>
            <a:ext cx="4291843" cy="793631"/>
          </a:xfrm>
        </p:spPr>
        <p:txBody>
          <a:bodyPr/>
          <a:lstStyle>
            <a:lvl1pPr marL="0" indent="0">
              <a:lnSpc>
                <a:spcPct val="90000"/>
              </a:lnSpc>
              <a:buNone/>
              <a:defRPr sz="2400">
                <a:solidFill>
                  <a:schemeClr val="bg1"/>
                </a:solidFill>
              </a:defRPr>
            </a:lvl1pPr>
          </a:lstStyle>
          <a:p>
            <a:pPr lvl="0"/>
            <a:r>
              <a:rPr lang="en-GB"/>
              <a:t>Click here to edit subheading</a:t>
            </a:r>
            <a:endParaRPr lang="en-US"/>
          </a:p>
        </p:txBody>
      </p:sp>
      <p:sp>
        <p:nvSpPr>
          <p:cNvPr id="13" name="Text Placeholder 6">
            <a:extLst>
              <a:ext uri="{FF2B5EF4-FFF2-40B4-BE49-F238E27FC236}">
                <a16:creationId xmlns:a16="http://schemas.microsoft.com/office/drawing/2014/main" id="{ECEE140D-DDCC-83DE-B5EF-7A351935C951}"/>
              </a:ext>
            </a:extLst>
          </p:cNvPr>
          <p:cNvSpPr>
            <a:spLocks noGrp="1"/>
          </p:cNvSpPr>
          <p:nvPr>
            <p:ph type="body" sz="quarter" idx="16" hasCustomPrompt="1"/>
          </p:nvPr>
        </p:nvSpPr>
        <p:spPr>
          <a:xfrm>
            <a:off x="245653" y="4891599"/>
            <a:ext cx="4291843" cy="414068"/>
          </a:xfrm>
        </p:spPr>
        <p:txBody>
          <a:bodyPr/>
          <a:lstStyle>
            <a:lvl1pPr marL="0" indent="0">
              <a:buNone/>
              <a:defRPr sz="1600">
                <a:solidFill>
                  <a:schemeClr val="bg1"/>
                </a:solidFill>
              </a:defRPr>
            </a:lvl1pPr>
          </a:lstStyle>
          <a:p>
            <a:pPr lvl="0"/>
            <a:r>
              <a:rPr lang="en-GB"/>
              <a:t>Enter Date or Document Version</a:t>
            </a:r>
            <a:endParaRPr lang="en-US"/>
          </a:p>
        </p:txBody>
      </p:sp>
      <p:sp>
        <p:nvSpPr>
          <p:cNvPr id="2" name="hcSlideMaster97.Cover blue 1Header" descr="Classification: Internal">
            <a:extLst>
              <a:ext uri="{FF2B5EF4-FFF2-40B4-BE49-F238E27FC236}">
                <a16:creationId xmlns:a16="http://schemas.microsoft.com/office/drawing/2014/main" id="{3EFF0996-071D-D604-2956-423D2386F87E}"/>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5678909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0B149E-6858-71E6-9F4B-5CF9CE345E1A}"/>
              </a:ext>
            </a:extLst>
          </p:cNvPr>
          <p:cNvSpPr>
            <a:spLocks noGrp="1"/>
          </p:cNvSpPr>
          <p:nvPr>
            <p:ph type="title" hasCustomPrompt="1"/>
          </p:nvPr>
        </p:nvSpPr>
        <p:spPr>
          <a:xfrm>
            <a:off x="228403" y="2819759"/>
            <a:ext cx="4350335" cy="1715893"/>
          </a:xfrm>
          <a:prstGeom prst="rect">
            <a:avLst/>
          </a:prstGeom>
        </p:spPr>
        <p:txBody>
          <a:bodyPr/>
          <a:lstStyle>
            <a:lvl1pPr>
              <a:lnSpc>
                <a:spcPct val="90000"/>
              </a:lnSpc>
              <a:defRPr sz="2800">
                <a:solidFill>
                  <a:schemeClr val="bg1"/>
                </a:solidFill>
              </a:defRPr>
            </a:lvl1pPr>
          </a:lstStyle>
          <a:p>
            <a:r>
              <a:rPr lang="en-GB"/>
              <a:t>Click to edit title</a:t>
            </a:r>
            <a:endParaRPr lang="en-US"/>
          </a:p>
        </p:txBody>
      </p:sp>
      <p:grpSp>
        <p:nvGrpSpPr>
          <p:cNvPr id="15" name="Group 14">
            <a:extLst>
              <a:ext uri="{FF2B5EF4-FFF2-40B4-BE49-F238E27FC236}">
                <a16:creationId xmlns:a16="http://schemas.microsoft.com/office/drawing/2014/main" id="{8E945807-692A-1600-245C-85B412D88710}"/>
              </a:ext>
            </a:extLst>
          </p:cNvPr>
          <p:cNvGrpSpPr/>
          <p:nvPr userDrawn="1"/>
        </p:nvGrpSpPr>
        <p:grpSpPr>
          <a:xfrm>
            <a:off x="11084200" y="316628"/>
            <a:ext cx="761725" cy="157981"/>
            <a:chOff x="9242701" y="249950"/>
            <a:chExt cx="652960" cy="135423"/>
          </a:xfrm>
        </p:grpSpPr>
        <p:sp>
          <p:nvSpPr>
            <p:cNvPr id="16" name="object 6">
              <a:extLst>
                <a:ext uri="{FF2B5EF4-FFF2-40B4-BE49-F238E27FC236}">
                  <a16:creationId xmlns:a16="http://schemas.microsoft.com/office/drawing/2014/main" id="{FE8252D3-76C6-954E-2C0A-65EEF6F46849}"/>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7" name="object 7">
              <a:extLst>
                <a:ext uri="{FF2B5EF4-FFF2-40B4-BE49-F238E27FC236}">
                  <a16:creationId xmlns:a16="http://schemas.microsoft.com/office/drawing/2014/main" id="{EA57E122-B272-0A88-984F-964418378C1F}"/>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8" name="object 8">
              <a:extLst>
                <a:ext uri="{FF2B5EF4-FFF2-40B4-BE49-F238E27FC236}">
                  <a16:creationId xmlns:a16="http://schemas.microsoft.com/office/drawing/2014/main" id="{028306A9-661C-3404-CF5B-6FBC5F44C34C}"/>
                </a:ext>
              </a:extLst>
            </p:cNvPr>
            <p:cNvGrpSpPr/>
            <p:nvPr/>
          </p:nvGrpSpPr>
          <p:grpSpPr>
            <a:xfrm>
              <a:off x="9242701" y="249950"/>
              <a:ext cx="202816" cy="135423"/>
              <a:chOff x="18288992" y="494982"/>
              <a:chExt cx="401320" cy="267970"/>
            </a:xfrm>
          </p:grpSpPr>
          <p:sp>
            <p:nvSpPr>
              <p:cNvPr id="24" name="object 9">
                <a:extLst>
                  <a:ext uri="{FF2B5EF4-FFF2-40B4-BE49-F238E27FC236}">
                    <a16:creationId xmlns:a16="http://schemas.microsoft.com/office/drawing/2014/main" id="{02F69C2D-AE0D-2217-3C9C-5159FCC38284}"/>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5" name="object 10">
                <a:extLst>
                  <a:ext uri="{FF2B5EF4-FFF2-40B4-BE49-F238E27FC236}">
                    <a16:creationId xmlns:a16="http://schemas.microsoft.com/office/drawing/2014/main" id="{21505F9C-D02D-A3D4-E9DB-1206A8C3C78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1">
                <a:extLst>
                  <a:ext uri="{FF2B5EF4-FFF2-40B4-BE49-F238E27FC236}">
                    <a16:creationId xmlns:a16="http://schemas.microsoft.com/office/drawing/2014/main" id="{3CD5FC1C-7F9D-1E62-715B-6E31AD796965}"/>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9" name="object 22">
              <a:extLst>
                <a:ext uri="{FF2B5EF4-FFF2-40B4-BE49-F238E27FC236}">
                  <a16:creationId xmlns:a16="http://schemas.microsoft.com/office/drawing/2014/main" id="{83BF4D0F-CE14-9AC4-117D-CF805ED8B6BA}"/>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0" name="object 23">
              <a:extLst>
                <a:ext uri="{FF2B5EF4-FFF2-40B4-BE49-F238E27FC236}">
                  <a16:creationId xmlns:a16="http://schemas.microsoft.com/office/drawing/2014/main" id="{7EF3CE76-4E5E-65D3-B5BC-DB148DB55CAF}"/>
                </a:ext>
              </a:extLst>
            </p:cNvPr>
            <p:cNvGrpSpPr/>
            <p:nvPr/>
          </p:nvGrpSpPr>
          <p:grpSpPr>
            <a:xfrm>
              <a:off x="9242701" y="249950"/>
              <a:ext cx="202816" cy="135423"/>
              <a:chOff x="18288992" y="494982"/>
              <a:chExt cx="401320" cy="267970"/>
            </a:xfrm>
          </p:grpSpPr>
          <p:sp>
            <p:nvSpPr>
              <p:cNvPr id="21" name="object 24">
                <a:extLst>
                  <a:ext uri="{FF2B5EF4-FFF2-40B4-BE49-F238E27FC236}">
                    <a16:creationId xmlns:a16="http://schemas.microsoft.com/office/drawing/2014/main" id="{62141BAA-CBDC-6AE2-4753-B610C908CBA7}"/>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2" name="object 25">
                <a:extLst>
                  <a:ext uri="{FF2B5EF4-FFF2-40B4-BE49-F238E27FC236}">
                    <a16:creationId xmlns:a16="http://schemas.microsoft.com/office/drawing/2014/main" id="{D040E6F7-D30E-79FA-F11F-49B5E8F2F1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3" name="object 26">
                <a:extLst>
                  <a:ext uri="{FF2B5EF4-FFF2-40B4-BE49-F238E27FC236}">
                    <a16:creationId xmlns:a16="http://schemas.microsoft.com/office/drawing/2014/main" id="{03017B78-8403-B42E-AC00-2235C5E29D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3" name="TextBox 32">
            <a:extLst>
              <a:ext uri="{FF2B5EF4-FFF2-40B4-BE49-F238E27FC236}">
                <a16:creationId xmlns:a16="http://schemas.microsoft.com/office/drawing/2014/main" id="{0D3738DA-E1A3-951E-954E-52831689FC14}"/>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pic>
        <p:nvPicPr>
          <p:cNvPr id="5" name="Picture 4">
            <a:extLst>
              <a:ext uri="{FF2B5EF4-FFF2-40B4-BE49-F238E27FC236}">
                <a16:creationId xmlns:a16="http://schemas.microsoft.com/office/drawing/2014/main" id="{29592541-D6FF-920E-8DD4-0DF5E0390F1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6" name="Graphic 5">
            <a:extLst>
              <a:ext uri="{FF2B5EF4-FFF2-40B4-BE49-F238E27FC236}">
                <a16:creationId xmlns:a16="http://schemas.microsoft.com/office/drawing/2014/main" id="{3AF795EE-3A43-1B87-22F2-9C4A6AEA81FE}"/>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4" name="Graphic 3">
            <a:extLst>
              <a:ext uri="{FF2B5EF4-FFF2-40B4-BE49-F238E27FC236}">
                <a16:creationId xmlns:a16="http://schemas.microsoft.com/office/drawing/2014/main" id="{DA40CE07-F721-8FAF-2CC1-2AB13B20B196}"/>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240338" y="-810765"/>
            <a:ext cx="6147337" cy="7202855"/>
          </a:xfrm>
          <a:prstGeom prst="rect">
            <a:avLst/>
          </a:prstGeom>
        </p:spPr>
      </p:pic>
      <p:sp>
        <p:nvSpPr>
          <p:cNvPr id="2" name="hcSlideMaster97.DividerHeader" descr="Classification: Internal">
            <a:extLst>
              <a:ext uri="{FF2B5EF4-FFF2-40B4-BE49-F238E27FC236}">
                <a16:creationId xmlns:a16="http://schemas.microsoft.com/office/drawing/2014/main" id="{0E6170DF-8CF5-B7D6-19C2-21F3973CCFA1}"/>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63160040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FFDE5"/>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DA86D7A8-EB8A-2832-AB1B-6B23E1F58EEA}"/>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B3A4BD74-7512-33AB-6164-950395DE13DF}"/>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 Placeholder 6">
            <a:extLst>
              <a:ext uri="{FF2B5EF4-FFF2-40B4-BE49-F238E27FC236}">
                <a16:creationId xmlns:a16="http://schemas.microsoft.com/office/drawing/2014/main" id="{59811453-6D1E-E7EA-8CBF-380FD472F723}"/>
              </a:ext>
            </a:extLst>
          </p:cNvPr>
          <p:cNvSpPr>
            <a:spLocks noGrp="1"/>
          </p:cNvSpPr>
          <p:nvPr>
            <p:ph type="body" sz="quarter" idx="14" hasCustomPrompt="1"/>
          </p:nvPr>
        </p:nvSpPr>
        <p:spPr>
          <a:xfrm>
            <a:off x="245652" y="1794295"/>
            <a:ext cx="11709901"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6" name="TextBox 5">
            <a:extLst>
              <a:ext uri="{FF2B5EF4-FFF2-40B4-BE49-F238E27FC236}">
                <a16:creationId xmlns:a16="http://schemas.microsoft.com/office/drawing/2014/main" id="{244EB988-81D2-5E6B-CE33-97926C2CBA66}"/>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sp>
        <p:nvSpPr>
          <p:cNvPr id="7" name="hcSlideMaster97.Title onlyHeader" descr="Classification: Internal">
            <a:extLst>
              <a:ext uri="{FF2B5EF4-FFF2-40B4-BE49-F238E27FC236}">
                <a16:creationId xmlns:a16="http://schemas.microsoft.com/office/drawing/2014/main" id="{48DA257B-DE81-60F2-F0E1-44D737637530}"/>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82141886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7A3324-CF26-0748-B4CF-963B702B3F50}"/>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7800C36E-23A3-A880-59DF-BC9A66F7F1F4}"/>
              </a:ext>
            </a:extLst>
          </p:cNvPr>
          <p:cNvSpPr>
            <a:spLocks noGrp="1"/>
          </p:cNvSpPr>
          <p:nvPr>
            <p:ph type="body" sz="quarter" idx="13" hasCustomPrompt="1"/>
          </p:nvPr>
        </p:nvSpPr>
        <p:spPr>
          <a:xfrm>
            <a:off x="4059299" y="804351"/>
            <a:ext cx="6292400" cy="1377087"/>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7A5A69EF-2F3B-DFCB-5808-DFE7FC9E747E}"/>
              </a:ext>
            </a:extLst>
          </p:cNvPr>
          <p:cNvSpPr>
            <a:spLocks noGrp="1"/>
          </p:cNvSpPr>
          <p:nvPr>
            <p:ph type="body" sz="quarter" idx="14" hasCustomPrompt="1"/>
          </p:nvPr>
        </p:nvSpPr>
        <p:spPr>
          <a:xfrm>
            <a:off x="232402" y="2342169"/>
            <a:ext cx="11672055" cy="3834795"/>
          </a:xfrm>
        </p:spPr>
        <p:txBody>
          <a:bodyPr numCol="4"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Title 1">
            <a:extLst>
              <a:ext uri="{FF2B5EF4-FFF2-40B4-BE49-F238E27FC236}">
                <a16:creationId xmlns:a16="http://schemas.microsoft.com/office/drawing/2014/main" id="{949DDFE2-9038-836D-DA36-FAA59D5D3400}"/>
              </a:ext>
            </a:extLst>
          </p:cNvPr>
          <p:cNvSpPr>
            <a:spLocks noGrp="1"/>
          </p:cNvSpPr>
          <p:nvPr>
            <p:ph type="title" hasCustomPrompt="1"/>
          </p:nvPr>
        </p:nvSpPr>
        <p:spPr>
          <a:xfrm>
            <a:off x="228353" y="849280"/>
            <a:ext cx="3092819" cy="1356365"/>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16" name="Group 15">
            <a:extLst>
              <a:ext uri="{FF2B5EF4-FFF2-40B4-BE49-F238E27FC236}">
                <a16:creationId xmlns:a16="http://schemas.microsoft.com/office/drawing/2014/main" id="{E8D51EC2-0C3E-D847-A05D-4AB70622EA52}"/>
              </a:ext>
            </a:extLst>
          </p:cNvPr>
          <p:cNvGrpSpPr/>
          <p:nvPr userDrawn="1"/>
        </p:nvGrpSpPr>
        <p:grpSpPr>
          <a:xfrm>
            <a:off x="11084202" y="316459"/>
            <a:ext cx="761727" cy="157980"/>
            <a:chOff x="9242701" y="249950"/>
            <a:chExt cx="652960" cy="135423"/>
          </a:xfrm>
        </p:grpSpPr>
        <p:sp>
          <p:nvSpPr>
            <p:cNvPr id="17" name="object 11">
              <a:extLst>
                <a:ext uri="{FF2B5EF4-FFF2-40B4-BE49-F238E27FC236}">
                  <a16:creationId xmlns:a16="http://schemas.microsoft.com/office/drawing/2014/main" id="{29221EF7-6A51-8F7D-B564-929FB26C6D95}"/>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8" name="object 12">
              <a:extLst>
                <a:ext uri="{FF2B5EF4-FFF2-40B4-BE49-F238E27FC236}">
                  <a16:creationId xmlns:a16="http://schemas.microsoft.com/office/drawing/2014/main" id="{218582E0-2A5B-56D8-0C63-76593A0A51A3}"/>
                </a:ext>
              </a:extLst>
            </p:cNvPr>
            <p:cNvGrpSpPr/>
            <p:nvPr/>
          </p:nvGrpSpPr>
          <p:grpSpPr>
            <a:xfrm>
              <a:off x="9242701" y="249950"/>
              <a:ext cx="202816" cy="135423"/>
              <a:chOff x="18288992" y="494982"/>
              <a:chExt cx="401320" cy="267970"/>
            </a:xfrm>
          </p:grpSpPr>
          <p:sp>
            <p:nvSpPr>
              <p:cNvPr id="19" name="object 13">
                <a:extLst>
                  <a:ext uri="{FF2B5EF4-FFF2-40B4-BE49-F238E27FC236}">
                    <a16:creationId xmlns:a16="http://schemas.microsoft.com/office/drawing/2014/main" id="{EA476F20-B3D1-DC85-8A95-9A5505D7C3D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0" name="object 14">
                <a:extLst>
                  <a:ext uri="{FF2B5EF4-FFF2-40B4-BE49-F238E27FC236}">
                    <a16:creationId xmlns:a16="http://schemas.microsoft.com/office/drawing/2014/main" id="{3582D895-C8C8-B690-AD9F-10B1629E86CE}"/>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1" name="object 15">
                <a:extLst>
                  <a:ext uri="{FF2B5EF4-FFF2-40B4-BE49-F238E27FC236}">
                    <a16:creationId xmlns:a16="http://schemas.microsoft.com/office/drawing/2014/main" id="{D161E6C6-0726-A22E-7F8C-EBF4C37F083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4" name="Graphic 3">
            <a:extLst>
              <a:ext uri="{FF2B5EF4-FFF2-40B4-BE49-F238E27FC236}">
                <a16:creationId xmlns:a16="http://schemas.microsoft.com/office/drawing/2014/main" id="{D97F2A1D-C049-E92B-CE18-27D154078F3D}"/>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A356FD4F-F82A-7090-E77B-88B017ACE063}"/>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TextBox 1">
            <a:extLst>
              <a:ext uri="{FF2B5EF4-FFF2-40B4-BE49-F238E27FC236}">
                <a16:creationId xmlns:a16="http://schemas.microsoft.com/office/drawing/2014/main" id="{F3E84A10-E266-7D18-DEC8-C4C885CB95B4}"/>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sp>
        <p:nvSpPr>
          <p:cNvPr id="6" name="hcSlideMaster97.Content 1Header" descr="Classification: Internal">
            <a:extLst>
              <a:ext uri="{FF2B5EF4-FFF2-40B4-BE49-F238E27FC236}">
                <a16:creationId xmlns:a16="http://schemas.microsoft.com/office/drawing/2014/main" id="{E9F21F51-D2C6-E7E0-643F-FB03117AC27E}"/>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8720546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rgbClr val="FFFDE5"/>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58B7FC8-EE15-AEF0-1D58-CE9F1AEC3A63}"/>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10" name="Text Placeholder 6">
            <a:extLst>
              <a:ext uri="{FF2B5EF4-FFF2-40B4-BE49-F238E27FC236}">
                <a16:creationId xmlns:a16="http://schemas.microsoft.com/office/drawing/2014/main" id="{B58CDEAE-0597-06FC-ABED-A9C01545D022}"/>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Picture Placeholder 11">
            <a:extLst>
              <a:ext uri="{FF2B5EF4-FFF2-40B4-BE49-F238E27FC236}">
                <a16:creationId xmlns:a16="http://schemas.microsoft.com/office/drawing/2014/main" id="{B5D368A5-187B-6D30-1945-820656F673A2}"/>
              </a:ext>
            </a:extLst>
          </p:cNvPr>
          <p:cNvSpPr>
            <a:spLocks noGrp="1"/>
          </p:cNvSpPr>
          <p:nvPr>
            <p:ph type="pic" sz="quarter" idx="15"/>
          </p:nvPr>
        </p:nvSpPr>
        <p:spPr>
          <a:xfrm>
            <a:off x="5" y="1811342"/>
            <a:ext cx="3675063" cy="4365625"/>
          </a:xfrm>
          <a:solidFill>
            <a:schemeClr val="bg1">
              <a:lumMod val="95000"/>
            </a:schemeClr>
          </a:solidFill>
        </p:spPr>
        <p:txBody>
          <a:bodyPr anchor="ctr"/>
          <a:lstStyle>
            <a:lvl1pPr algn="ctr">
              <a:defRPr/>
            </a:lvl1pPr>
          </a:lstStyle>
          <a:p>
            <a:endParaRPr lang="en-US"/>
          </a:p>
        </p:txBody>
      </p:sp>
      <p:sp>
        <p:nvSpPr>
          <p:cNvPr id="17" name="Title 1">
            <a:extLst>
              <a:ext uri="{FF2B5EF4-FFF2-40B4-BE49-F238E27FC236}">
                <a16:creationId xmlns:a16="http://schemas.microsoft.com/office/drawing/2014/main" id="{57CA5432-E6C4-9E0E-4AE7-A5CAD48F4F7D}"/>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21" name="Group 20">
            <a:extLst>
              <a:ext uri="{FF2B5EF4-FFF2-40B4-BE49-F238E27FC236}">
                <a16:creationId xmlns:a16="http://schemas.microsoft.com/office/drawing/2014/main" id="{53874EF4-1CF7-7897-D289-2ACFF353C026}"/>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6613F8F-3605-BDAD-82A2-772717016A50}"/>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D5DDB524-DC96-9CC5-5D30-5121EC25B0F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08685EC9-126E-7223-FB54-4682ABB8AF49}"/>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638480FE-5064-365E-0764-1EDB515E42D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9EB73C38-AE3B-108A-9FC8-295E5E8C530C}"/>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AF805B28-41B5-988C-4391-E0A122E5CBEF}"/>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600084E3-673E-BE7E-4FB3-65782A60E864}"/>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Box 4">
            <a:extLst>
              <a:ext uri="{FF2B5EF4-FFF2-40B4-BE49-F238E27FC236}">
                <a16:creationId xmlns:a16="http://schemas.microsoft.com/office/drawing/2014/main" id="{319F4F83-80D5-19D6-FCEB-029BE2FE03AE}"/>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sp>
        <p:nvSpPr>
          <p:cNvPr id="6" name="hcSlideMaster97.Content 2Header" descr="Classification: Internal">
            <a:extLst>
              <a:ext uri="{FF2B5EF4-FFF2-40B4-BE49-F238E27FC236}">
                <a16:creationId xmlns:a16="http://schemas.microsoft.com/office/drawing/2014/main" id="{5BD4C951-6985-5DF3-9E94-860277150094}"/>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35362581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85254999-0687-9882-5AD2-9787176AA3A3}"/>
              </a:ext>
            </a:extLst>
          </p:cNvPr>
          <p:cNvSpPr>
            <a:spLocks noGrp="1"/>
          </p:cNvSpPr>
          <p:nvPr>
            <p:ph type="body" sz="quarter" idx="13" hasCustomPrompt="1"/>
          </p:nvPr>
        </p:nvSpPr>
        <p:spPr>
          <a:xfrm>
            <a:off x="245653" y="1783836"/>
            <a:ext cx="3560323" cy="4427525"/>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CCEC5A13-BD8A-5C44-99F9-90183704A03F}"/>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4" name="Graphic 3">
            <a:extLst>
              <a:ext uri="{FF2B5EF4-FFF2-40B4-BE49-F238E27FC236}">
                <a16:creationId xmlns:a16="http://schemas.microsoft.com/office/drawing/2014/main" id="{57200D40-AB10-D5C6-A14C-A460890F2EA9}"/>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03888AB8-42DE-9A40-A4E3-69457E75BC9C}"/>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TextBox 1">
            <a:extLst>
              <a:ext uri="{FF2B5EF4-FFF2-40B4-BE49-F238E27FC236}">
                <a16:creationId xmlns:a16="http://schemas.microsoft.com/office/drawing/2014/main" id="{9AF23A3B-16C8-F703-D2D0-52783B56126D}"/>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sp>
        <p:nvSpPr>
          <p:cNvPr id="6" name="hcSlideMaster97.Content 3Header" descr="Classification: Internal">
            <a:extLst>
              <a:ext uri="{FF2B5EF4-FFF2-40B4-BE49-F238E27FC236}">
                <a16:creationId xmlns:a16="http://schemas.microsoft.com/office/drawing/2014/main" id="{DDDBF389-A099-024D-E04D-2F0F89B0F0EC}"/>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411988637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tx2"/>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676F08B8-0EF2-276E-D85F-151FA39423C7}"/>
              </a:ext>
            </a:extLst>
          </p:cNvPr>
          <p:cNvSpPr txBox="1"/>
          <p:nvPr userDrawn="1"/>
        </p:nvSpPr>
        <p:spPr>
          <a:xfrm>
            <a:off x="323648" y="1693821"/>
            <a:ext cx="2467781" cy="1265748"/>
          </a:xfrm>
          <a:prstGeom prst="rect">
            <a:avLst/>
          </a:prstGeom>
        </p:spPr>
        <p:txBody>
          <a:bodyPr vert="horz" wrap="square" lIns="0" tIns="31449" rIns="0" bIns="0" rtlCol="0">
            <a:spAutoFit/>
          </a:bodyPr>
          <a:lstStyle/>
          <a:p>
            <a:pPr marL="6419">
              <a:lnSpc>
                <a:spcPct val="120000"/>
              </a:lnSpc>
              <a:spcBef>
                <a:spcPts val="248"/>
              </a:spcBef>
            </a:pPr>
            <a:r>
              <a:rPr sz="1100" spc="81">
                <a:solidFill>
                  <a:schemeClr val="bg2"/>
                </a:solidFill>
                <a:latin typeface="DMSans-Medium"/>
                <a:cs typeface="DMSans-Medium"/>
              </a:rPr>
              <a:t>ASIA</a:t>
            </a:r>
            <a:r>
              <a:rPr sz="1100" spc="223">
                <a:solidFill>
                  <a:schemeClr val="bg2"/>
                </a:solidFill>
                <a:latin typeface="DMSans-Medium"/>
                <a:cs typeface="DMSans-Medium"/>
              </a:rPr>
              <a:t> </a:t>
            </a:r>
            <a:r>
              <a:rPr sz="1100" spc="71">
                <a:solidFill>
                  <a:schemeClr val="bg2"/>
                </a:solidFill>
                <a:latin typeface="DMSans-Medium"/>
                <a:cs typeface="DMSans-Medium"/>
              </a:rPr>
              <a:t>PACIFIC </a:t>
            </a:r>
            <a:endParaRPr sz="1100">
              <a:solidFill>
                <a:schemeClr val="bg2"/>
              </a:solidFill>
              <a:latin typeface="DMSans-Medium"/>
              <a:cs typeface="DMSans-Medium"/>
            </a:endParaRPr>
          </a:p>
          <a:p>
            <a:pPr marL="6419" marR="2567">
              <a:lnSpc>
                <a:spcPct val="120000"/>
              </a:lnSpc>
            </a:pPr>
            <a:r>
              <a:rPr sz="1100">
                <a:solidFill>
                  <a:srgbClr val="FFFFFF"/>
                </a:solidFill>
                <a:latin typeface="DM Sans"/>
                <a:cs typeface="DM Sans"/>
              </a:rPr>
              <a:t>25</a:t>
            </a:r>
            <a:r>
              <a:rPr sz="1100" spc="-19">
                <a:solidFill>
                  <a:srgbClr val="FFFFFF"/>
                </a:solidFill>
                <a:latin typeface="DM Sans"/>
                <a:cs typeface="DM Sans"/>
              </a:rPr>
              <a:t> </a:t>
            </a:r>
            <a:r>
              <a:rPr sz="1100">
                <a:solidFill>
                  <a:srgbClr val="FFFFFF"/>
                </a:solidFill>
                <a:latin typeface="DM Sans"/>
                <a:cs typeface="DM Sans"/>
              </a:rPr>
              <a:t>Rajiv</a:t>
            </a:r>
            <a:r>
              <a:rPr sz="1100" spc="-19">
                <a:solidFill>
                  <a:srgbClr val="FFFFFF"/>
                </a:solidFill>
                <a:latin typeface="DM Sans"/>
                <a:cs typeface="DM Sans"/>
              </a:rPr>
              <a:t> </a:t>
            </a:r>
            <a:r>
              <a:rPr sz="1100">
                <a:solidFill>
                  <a:srgbClr val="FFFFFF"/>
                </a:solidFill>
                <a:latin typeface="DM Sans"/>
                <a:cs typeface="DM Sans"/>
              </a:rPr>
              <a:t>Gandhi</a:t>
            </a:r>
            <a:r>
              <a:rPr sz="1100" spc="-19">
                <a:solidFill>
                  <a:srgbClr val="FFFFFF"/>
                </a:solidFill>
                <a:latin typeface="DM Sans"/>
                <a:cs typeface="DM Sans"/>
              </a:rPr>
              <a:t> </a:t>
            </a:r>
            <a:r>
              <a:rPr sz="1100">
                <a:solidFill>
                  <a:srgbClr val="FFFFFF"/>
                </a:solidFill>
                <a:latin typeface="DM Sans"/>
                <a:cs typeface="DM Sans"/>
              </a:rPr>
              <a:t>Infotech</a:t>
            </a:r>
            <a:r>
              <a:rPr sz="1100" spc="-19">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err="1">
                <a:solidFill>
                  <a:srgbClr val="FFFFFF"/>
                </a:solidFill>
                <a:latin typeface="DM Sans"/>
                <a:cs typeface="DM Sans"/>
              </a:rPr>
              <a:t>Hinjawadi</a:t>
            </a:r>
            <a:r>
              <a:rPr sz="1100">
                <a:solidFill>
                  <a:srgbClr val="FFFFFF"/>
                </a:solidFill>
                <a:latin typeface="DM Sans"/>
                <a:cs typeface="DM Sans"/>
              </a:rPr>
              <a:t>,</a:t>
            </a:r>
            <a:r>
              <a:rPr sz="1100" spc="-33">
                <a:solidFill>
                  <a:srgbClr val="FFFFFF"/>
                </a:solidFill>
                <a:latin typeface="DM Sans"/>
                <a:cs typeface="DM Sans"/>
              </a:rPr>
              <a:t> </a:t>
            </a:r>
            <a:r>
              <a:rPr sz="1100" spc="-11">
                <a:solidFill>
                  <a:srgbClr val="FFFFFF"/>
                </a:solidFill>
                <a:latin typeface="DM Sans"/>
                <a:cs typeface="DM Sans"/>
              </a:rPr>
              <a:t>Pune</a:t>
            </a:r>
            <a:endParaRPr sz="1100">
              <a:latin typeface="DM Sans"/>
              <a:cs typeface="DM Sans"/>
            </a:endParaRPr>
          </a:p>
          <a:p>
            <a:pPr marL="6419" marR="1210942">
              <a:lnSpc>
                <a:spcPct val="120000"/>
              </a:lnSpc>
            </a:pPr>
            <a:r>
              <a:rPr sz="1100" spc="-7">
                <a:solidFill>
                  <a:srgbClr val="FFFFFF"/>
                </a:solidFill>
                <a:latin typeface="DM Sans"/>
                <a:cs typeface="DM Sans"/>
              </a:rPr>
              <a:t>India</a:t>
            </a:r>
            <a:br>
              <a:rPr lang="en-GB" sz="1100" spc="-7">
                <a:solidFill>
                  <a:srgbClr val="FFFFFF"/>
                </a:solidFill>
                <a:latin typeface="DM Sans"/>
                <a:cs typeface="DM Sans"/>
              </a:rPr>
            </a:br>
            <a:r>
              <a:rPr sz="1100" spc="-7">
                <a:solidFill>
                  <a:srgbClr val="FFFFFF"/>
                </a:solidFill>
                <a:latin typeface="DM Sans"/>
                <a:cs typeface="DM Sans"/>
              </a:rPr>
              <a:t>411057</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28">
                <a:solidFill>
                  <a:srgbClr val="FFFFFF"/>
                </a:solidFill>
                <a:latin typeface="DM Sans"/>
                <a:cs typeface="DM Sans"/>
              </a:rPr>
              <a:t> </a:t>
            </a:r>
            <a:r>
              <a:rPr sz="1100">
                <a:solidFill>
                  <a:srgbClr val="FFFFFF"/>
                </a:solidFill>
                <a:latin typeface="DM Sans"/>
                <a:cs typeface="DM Sans"/>
              </a:rPr>
              <a:t>+91</a:t>
            </a:r>
            <a:r>
              <a:rPr sz="1100" spc="-28">
                <a:solidFill>
                  <a:srgbClr val="FFFFFF"/>
                </a:solidFill>
                <a:latin typeface="DM Sans"/>
                <a:cs typeface="DM Sans"/>
              </a:rPr>
              <a:t> </a:t>
            </a:r>
            <a:r>
              <a:rPr sz="1100">
                <a:solidFill>
                  <a:srgbClr val="FFFFFF"/>
                </a:solidFill>
                <a:latin typeface="DM Sans"/>
                <a:cs typeface="DM Sans"/>
              </a:rPr>
              <a:t>20</a:t>
            </a:r>
            <a:r>
              <a:rPr sz="1100" spc="-28">
                <a:solidFill>
                  <a:srgbClr val="FFFFFF"/>
                </a:solidFill>
                <a:latin typeface="DM Sans"/>
                <a:cs typeface="DM Sans"/>
              </a:rPr>
              <a:t> </a:t>
            </a:r>
            <a:r>
              <a:rPr sz="1100">
                <a:solidFill>
                  <a:srgbClr val="FFFFFF"/>
                </a:solidFill>
                <a:latin typeface="DM Sans"/>
                <a:cs typeface="DM Sans"/>
              </a:rPr>
              <a:t>6652</a:t>
            </a:r>
            <a:r>
              <a:rPr sz="1100" spc="-27">
                <a:solidFill>
                  <a:srgbClr val="FFFFFF"/>
                </a:solidFill>
                <a:latin typeface="DM Sans"/>
                <a:cs typeface="DM Sans"/>
              </a:rPr>
              <a:t> </a:t>
            </a:r>
            <a:r>
              <a:rPr sz="1100" spc="-11">
                <a:solidFill>
                  <a:srgbClr val="FFFFFF"/>
                </a:solidFill>
                <a:latin typeface="DM Sans"/>
                <a:cs typeface="DM Sans"/>
              </a:rPr>
              <a:t>9090</a:t>
            </a:r>
            <a:endParaRPr sz="1100">
              <a:latin typeface="DM Sans"/>
              <a:cs typeface="DM Sans"/>
            </a:endParaRPr>
          </a:p>
        </p:txBody>
      </p:sp>
      <p:sp>
        <p:nvSpPr>
          <p:cNvPr id="13" name="object 4">
            <a:extLst>
              <a:ext uri="{FF2B5EF4-FFF2-40B4-BE49-F238E27FC236}">
                <a16:creationId xmlns:a16="http://schemas.microsoft.com/office/drawing/2014/main" id="{BF26C33B-9003-AF9E-198E-D60A669D328F}"/>
              </a:ext>
            </a:extLst>
          </p:cNvPr>
          <p:cNvSpPr txBox="1"/>
          <p:nvPr userDrawn="1"/>
        </p:nvSpPr>
        <p:spPr>
          <a:xfrm>
            <a:off x="323650" y="3110926"/>
            <a:ext cx="3097129" cy="1672013"/>
          </a:xfrm>
          <a:prstGeom prst="rect">
            <a:avLst/>
          </a:prstGeom>
        </p:spPr>
        <p:txBody>
          <a:bodyPr vert="horz" wrap="square" lIns="0" tIns="31449" rIns="0" bIns="0" rtlCol="0">
            <a:spAutoFit/>
          </a:bodyPr>
          <a:lstStyle/>
          <a:p>
            <a:pPr marL="6419">
              <a:lnSpc>
                <a:spcPct val="120000"/>
              </a:lnSpc>
              <a:spcBef>
                <a:spcPts val="248"/>
              </a:spcBef>
            </a:pPr>
            <a:r>
              <a:rPr sz="1100" spc="83">
                <a:solidFill>
                  <a:schemeClr val="bg2"/>
                </a:solidFill>
                <a:latin typeface="DMSans-Medium"/>
                <a:cs typeface="DMSans-Medium"/>
              </a:rPr>
              <a:t>EUROPE </a:t>
            </a:r>
            <a:endParaRPr sz="1100">
              <a:solidFill>
                <a:schemeClr val="bg2"/>
              </a:solidFill>
              <a:latin typeface="DMSans-Medium"/>
              <a:cs typeface="DMSans-Medium"/>
            </a:endParaRPr>
          </a:p>
          <a:p>
            <a:pPr marL="6419" marR="2567">
              <a:lnSpc>
                <a:spcPct val="120000"/>
              </a:lnSpc>
            </a:pPr>
            <a:r>
              <a:rPr sz="1100">
                <a:solidFill>
                  <a:srgbClr val="FFFFFF"/>
                </a:solidFill>
                <a:latin typeface="DM Sans"/>
                <a:cs typeface="DM Sans"/>
              </a:rPr>
              <a:t>The</a:t>
            </a:r>
            <a:r>
              <a:rPr sz="1100" spc="-12">
                <a:solidFill>
                  <a:srgbClr val="FFFFFF"/>
                </a:solidFill>
                <a:latin typeface="DM Sans"/>
                <a:cs typeface="DM Sans"/>
              </a:rPr>
              <a:t> </a:t>
            </a:r>
            <a:r>
              <a:rPr sz="1100">
                <a:solidFill>
                  <a:srgbClr val="FFFFFF"/>
                </a:solidFill>
                <a:latin typeface="DM Sans"/>
                <a:cs typeface="DM Sans"/>
              </a:rPr>
              <a:t>European</a:t>
            </a:r>
            <a:r>
              <a:rPr sz="1100" spc="-11">
                <a:solidFill>
                  <a:srgbClr val="FFFFFF"/>
                </a:solidFill>
                <a:latin typeface="DM Sans"/>
                <a:cs typeface="DM Sans"/>
              </a:rPr>
              <a:t> </a:t>
            </a:r>
            <a:r>
              <a:rPr sz="1100" spc="-7">
                <a:solidFill>
                  <a:srgbClr val="FFFFFF"/>
                </a:solidFill>
                <a:latin typeface="DM Sans"/>
                <a:cs typeface="DM Sans"/>
              </a:rPr>
              <a:t>Innovation</a:t>
            </a:r>
            <a:br>
              <a:rPr lang="en-GB" sz="1100" spc="-11">
                <a:solidFill>
                  <a:srgbClr val="FFFFFF"/>
                </a:solidFill>
                <a:latin typeface="DM Sans"/>
                <a:cs typeface="DM Sans"/>
              </a:rPr>
            </a:br>
            <a:r>
              <a:rPr sz="1100" spc="-12">
                <a:solidFill>
                  <a:srgbClr val="FFFFFF"/>
                </a:solidFill>
                <a:latin typeface="DM Sans"/>
                <a:cs typeface="DM Sans"/>
              </a:rPr>
              <a:t>and </a:t>
            </a:r>
            <a:r>
              <a:rPr sz="1100">
                <a:solidFill>
                  <a:srgbClr val="FFFFFF"/>
                </a:solidFill>
                <a:latin typeface="DM Sans"/>
                <a:cs typeface="DM Sans"/>
              </a:rPr>
              <a:t>Development</a:t>
            </a:r>
            <a:r>
              <a:rPr sz="1100" spc="-33">
                <a:solidFill>
                  <a:srgbClr val="FFFFFF"/>
                </a:solidFill>
                <a:latin typeface="DM Sans"/>
                <a:cs typeface="DM Sans"/>
              </a:rPr>
              <a:t> </a:t>
            </a:r>
            <a:r>
              <a:rPr sz="1100">
                <a:solidFill>
                  <a:srgbClr val="FFFFFF"/>
                </a:solidFill>
                <a:latin typeface="DM Sans"/>
                <a:cs typeface="DM Sans"/>
              </a:rPr>
              <a:t>Centre</a:t>
            </a:r>
            <a:r>
              <a:rPr sz="1100" spc="-31">
                <a:solidFill>
                  <a:srgbClr val="FFFFFF"/>
                </a:solidFill>
                <a:latin typeface="DM Sans"/>
                <a:cs typeface="DM Sans"/>
              </a:rPr>
              <a:t> </a:t>
            </a:r>
            <a:r>
              <a:rPr sz="1100" spc="-7">
                <a:solidFill>
                  <a:srgbClr val="FFFFFF"/>
                </a:solidFill>
                <a:latin typeface="DM Sans"/>
                <a:cs typeface="DM Sans"/>
              </a:rPr>
              <a:t>(E</a:t>
            </a:r>
            <a:r>
              <a:rPr lang="en-US" sz="1100" spc="-7">
                <a:solidFill>
                  <a:srgbClr val="FFFFFF"/>
                </a:solidFill>
                <a:latin typeface="DM Sans"/>
                <a:cs typeface="DM Sans"/>
              </a:rPr>
              <a:t>I</a:t>
            </a:r>
            <a:r>
              <a:rPr sz="1100" spc="-7">
                <a:solidFill>
                  <a:srgbClr val="FFFFFF"/>
                </a:solidFill>
                <a:latin typeface="DM Sans"/>
                <a:cs typeface="DM Sans"/>
              </a:rPr>
              <a:t>DC)</a:t>
            </a:r>
            <a:br>
              <a:rPr lang="en-GB" sz="1100" spc="-7">
                <a:solidFill>
                  <a:srgbClr val="FFFFFF"/>
                </a:solidFill>
                <a:latin typeface="DM Sans"/>
                <a:cs typeface="DM Sans"/>
              </a:rPr>
            </a:br>
            <a:r>
              <a:rPr sz="1100">
                <a:solidFill>
                  <a:srgbClr val="FFFFFF"/>
                </a:solidFill>
                <a:latin typeface="DM Sans"/>
                <a:cs typeface="DM Sans"/>
              </a:rPr>
              <a:t>Olympus </a:t>
            </a:r>
            <a:r>
              <a:rPr sz="1100" spc="-7">
                <a:solidFill>
                  <a:srgbClr val="FFFFFF"/>
                </a:solidFill>
                <a:latin typeface="DM Sans"/>
                <a:cs typeface="DM Sans"/>
              </a:rPr>
              <a:t>Avenue</a:t>
            </a:r>
            <a:endParaRPr sz="1100">
              <a:latin typeface="DM Sans"/>
              <a:cs typeface="DM Sans"/>
            </a:endParaRPr>
          </a:p>
          <a:p>
            <a:pPr marL="6419" marR="737668">
              <a:lnSpc>
                <a:spcPct val="120000"/>
              </a:lnSpc>
            </a:pPr>
            <a:r>
              <a:rPr sz="1100" spc="-7" err="1">
                <a:solidFill>
                  <a:srgbClr val="FFFFFF"/>
                </a:solidFill>
                <a:latin typeface="DM Sans"/>
                <a:cs typeface="DM Sans"/>
              </a:rPr>
              <a:t>Tachbrook</a:t>
            </a:r>
            <a:r>
              <a:rPr sz="1100" spc="-47">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a:solidFill>
                  <a:srgbClr val="FFFFFF"/>
                </a:solidFill>
                <a:latin typeface="DM Sans"/>
                <a:cs typeface="DM Sans"/>
              </a:rPr>
              <a:t>Warwick,</a:t>
            </a:r>
            <a:r>
              <a:rPr sz="1100" spc="-47">
                <a:solidFill>
                  <a:srgbClr val="FFFFFF"/>
                </a:solidFill>
                <a:latin typeface="DM Sans"/>
                <a:cs typeface="DM Sans"/>
              </a:rPr>
              <a:t> </a:t>
            </a:r>
            <a:r>
              <a:rPr sz="1100" spc="-12">
                <a:solidFill>
                  <a:srgbClr val="FFFFFF"/>
                </a:solidFill>
                <a:latin typeface="DM Sans"/>
                <a:cs typeface="DM Sans"/>
              </a:rPr>
              <a:t>UK</a:t>
            </a:r>
            <a:br>
              <a:rPr lang="en-GB" sz="1100" spc="-12">
                <a:solidFill>
                  <a:srgbClr val="FFFFFF"/>
                </a:solidFill>
                <a:latin typeface="DM Sans"/>
                <a:cs typeface="DM Sans"/>
              </a:rPr>
            </a:br>
            <a:r>
              <a:rPr sz="1100">
                <a:solidFill>
                  <a:srgbClr val="FFFFFF"/>
                </a:solidFill>
                <a:latin typeface="DM Sans"/>
                <a:cs typeface="DM Sans"/>
              </a:rPr>
              <a:t>CV34</a:t>
            </a:r>
            <a:r>
              <a:rPr sz="1100" spc="-19">
                <a:solidFill>
                  <a:srgbClr val="FFFFFF"/>
                </a:solidFill>
                <a:latin typeface="DM Sans"/>
                <a:cs typeface="DM Sans"/>
              </a:rPr>
              <a:t> </a:t>
            </a:r>
            <a:r>
              <a:rPr sz="1100" spc="-12">
                <a:solidFill>
                  <a:srgbClr val="FFFFFF"/>
                </a:solidFill>
                <a:latin typeface="DM Sans"/>
                <a:cs typeface="DM Sans"/>
              </a:rPr>
              <a:t>6RJ</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31">
                <a:solidFill>
                  <a:srgbClr val="FFFFFF"/>
                </a:solidFill>
                <a:latin typeface="DM Sans"/>
                <a:cs typeface="DM Sans"/>
              </a:rPr>
              <a:t> </a:t>
            </a:r>
            <a:r>
              <a:rPr sz="1100">
                <a:solidFill>
                  <a:srgbClr val="FFFFFF"/>
                </a:solidFill>
                <a:latin typeface="DM Sans"/>
                <a:cs typeface="DM Sans"/>
              </a:rPr>
              <a:t>+44</a:t>
            </a:r>
            <a:r>
              <a:rPr sz="1100" spc="-28">
                <a:solidFill>
                  <a:srgbClr val="FFFFFF"/>
                </a:solidFill>
                <a:latin typeface="DM Sans"/>
                <a:cs typeface="DM Sans"/>
              </a:rPr>
              <a:t> </a:t>
            </a:r>
            <a:r>
              <a:rPr sz="1100" spc="-11">
                <a:solidFill>
                  <a:srgbClr val="FFFFFF"/>
                </a:solidFill>
                <a:latin typeface="DM Sans"/>
                <a:cs typeface="DM Sans"/>
              </a:rPr>
              <a:t>(0)</a:t>
            </a:r>
            <a:r>
              <a:rPr sz="1100" spc="-31">
                <a:solidFill>
                  <a:srgbClr val="FFFFFF"/>
                </a:solidFill>
                <a:latin typeface="DM Sans"/>
                <a:cs typeface="DM Sans"/>
              </a:rPr>
              <a:t> </a:t>
            </a:r>
            <a:r>
              <a:rPr sz="1100">
                <a:solidFill>
                  <a:srgbClr val="FFFFFF"/>
                </a:solidFill>
                <a:latin typeface="DM Sans"/>
                <a:cs typeface="DM Sans"/>
              </a:rPr>
              <a:t>8443</a:t>
            </a:r>
            <a:r>
              <a:rPr sz="1100" spc="-28">
                <a:solidFill>
                  <a:srgbClr val="FFFFFF"/>
                </a:solidFill>
                <a:latin typeface="DM Sans"/>
                <a:cs typeface="DM Sans"/>
              </a:rPr>
              <a:t> </a:t>
            </a:r>
            <a:r>
              <a:rPr sz="1100">
                <a:solidFill>
                  <a:srgbClr val="FFFFFF"/>
                </a:solidFill>
                <a:latin typeface="DM Sans"/>
                <a:cs typeface="DM Sans"/>
              </a:rPr>
              <a:t>759</a:t>
            </a:r>
            <a:r>
              <a:rPr sz="1100" spc="-28">
                <a:solidFill>
                  <a:srgbClr val="FFFFFF"/>
                </a:solidFill>
                <a:latin typeface="DM Sans"/>
                <a:cs typeface="DM Sans"/>
              </a:rPr>
              <a:t> </a:t>
            </a:r>
            <a:r>
              <a:rPr sz="1100" spc="-12">
                <a:solidFill>
                  <a:srgbClr val="FFFFFF"/>
                </a:solidFill>
                <a:latin typeface="DM Sans"/>
                <a:cs typeface="DM Sans"/>
              </a:rPr>
              <a:t>685</a:t>
            </a:r>
            <a:endParaRPr sz="1100">
              <a:latin typeface="DM Sans"/>
              <a:cs typeface="DM Sans"/>
            </a:endParaRPr>
          </a:p>
        </p:txBody>
      </p:sp>
      <p:sp>
        <p:nvSpPr>
          <p:cNvPr id="14" name="object 5">
            <a:extLst>
              <a:ext uri="{FF2B5EF4-FFF2-40B4-BE49-F238E27FC236}">
                <a16:creationId xmlns:a16="http://schemas.microsoft.com/office/drawing/2014/main" id="{6A3C39D7-D3DF-5D8A-DB08-939B708E7FE3}"/>
              </a:ext>
            </a:extLst>
          </p:cNvPr>
          <p:cNvSpPr txBox="1"/>
          <p:nvPr userDrawn="1"/>
        </p:nvSpPr>
        <p:spPr>
          <a:xfrm>
            <a:off x="323319" y="4869200"/>
            <a:ext cx="2295732" cy="1291396"/>
          </a:xfrm>
          <a:prstGeom prst="rect">
            <a:avLst/>
          </a:prstGeom>
        </p:spPr>
        <p:txBody>
          <a:bodyPr vert="horz" wrap="square" lIns="0" tIns="31449" rIns="0" bIns="0" rtlCol="0">
            <a:spAutoFit/>
          </a:bodyPr>
          <a:lstStyle/>
          <a:p>
            <a:pPr marL="6419">
              <a:lnSpc>
                <a:spcPct val="120000"/>
              </a:lnSpc>
              <a:spcBef>
                <a:spcPts val="248"/>
              </a:spcBef>
            </a:pPr>
            <a:r>
              <a:rPr sz="1100" spc="87">
                <a:solidFill>
                  <a:schemeClr val="bg2"/>
                </a:solidFill>
                <a:latin typeface="DMSans-Medium"/>
                <a:cs typeface="DMSans-Medium"/>
              </a:rPr>
              <a:t>NORTH</a:t>
            </a:r>
            <a:r>
              <a:rPr sz="1100" spc="219">
                <a:solidFill>
                  <a:schemeClr val="bg2"/>
                </a:solidFill>
                <a:latin typeface="DMSans-Medium"/>
                <a:cs typeface="DMSans-Medium"/>
              </a:rPr>
              <a:t> </a:t>
            </a:r>
            <a:r>
              <a:rPr sz="1100" spc="87">
                <a:solidFill>
                  <a:schemeClr val="bg2"/>
                </a:solidFill>
                <a:latin typeface="DMSans-Medium"/>
                <a:cs typeface="DMSans-Medium"/>
              </a:rPr>
              <a:t>AMERICA</a:t>
            </a:r>
            <a:endParaRPr sz="1100">
              <a:solidFill>
                <a:schemeClr val="bg2"/>
              </a:solidFill>
              <a:latin typeface="DMSans-Medium"/>
              <a:cs typeface="DMSans-Medium"/>
            </a:endParaRPr>
          </a:p>
          <a:p>
            <a:pPr marL="6419">
              <a:lnSpc>
                <a:spcPct val="120000"/>
              </a:lnSpc>
              <a:spcBef>
                <a:spcPts val="200"/>
              </a:spcBef>
            </a:pPr>
            <a:r>
              <a:rPr sz="1100">
                <a:solidFill>
                  <a:srgbClr val="FFFFFF"/>
                </a:solidFill>
                <a:latin typeface="DM Sans"/>
                <a:cs typeface="DM Sans"/>
              </a:rPr>
              <a:t>6001 Cass </a:t>
            </a:r>
            <a:r>
              <a:rPr sz="1100" spc="-7">
                <a:solidFill>
                  <a:srgbClr val="FFFFFF"/>
                </a:solidFill>
                <a:latin typeface="DM Sans"/>
                <a:cs typeface="DM Sans"/>
              </a:rPr>
              <a:t>Avenue</a:t>
            </a:r>
            <a:endParaRPr sz="1100">
              <a:latin typeface="DM Sans"/>
              <a:cs typeface="DM Sans"/>
            </a:endParaRPr>
          </a:p>
          <a:p>
            <a:pPr marL="6419" marR="497981">
              <a:lnSpc>
                <a:spcPct val="120000"/>
              </a:lnSpc>
              <a:spcBef>
                <a:spcPts val="3"/>
              </a:spcBef>
            </a:pPr>
            <a:r>
              <a:rPr sz="1100">
                <a:solidFill>
                  <a:srgbClr val="FFFFFF"/>
                </a:solidFill>
                <a:latin typeface="DM Sans"/>
                <a:cs typeface="DM Sans"/>
              </a:rPr>
              <a:t>Suite</a:t>
            </a:r>
            <a:r>
              <a:rPr sz="1100" spc="-16">
                <a:solidFill>
                  <a:srgbClr val="FFFFFF"/>
                </a:solidFill>
                <a:latin typeface="DM Sans"/>
                <a:cs typeface="DM Sans"/>
              </a:rPr>
              <a:t> </a:t>
            </a:r>
            <a:r>
              <a:rPr sz="1100" spc="-12">
                <a:solidFill>
                  <a:srgbClr val="FFFFFF"/>
                </a:solidFill>
                <a:latin typeface="DM Sans"/>
                <a:cs typeface="DM Sans"/>
              </a:rPr>
              <a:t>600</a:t>
            </a:r>
            <a:br>
              <a:rPr lang="en-GB" sz="1100" spc="-12">
                <a:solidFill>
                  <a:srgbClr val="FFFFFF"/>
                </a:solidFill>
                <a:latin typeface="DM Sans"/>
                <a:cs typeface="DM Sans"/>
              </a:rPr>
            </a:br>
            <a:r>
              <a:rPr sz="1100">
                <a:solidFill>
                  <a:srgbClr val="FFFFFF"/>
                </a:solidFill>
                <a:latin typeface="DM Sans"/>
                <a:cs typeface="DM Sans"/>
              </a:rPr>
              <a:t>Detroit</a:t>
            </a:r>
            <a:r>
              <a:rPr sz="1100" spc="-36">
                <a:solidFill>
                  <a:srgbClr val="FFFFFF"/>
                </a:solidFill>
                <a:latin typeface="DM Sans"/>
                <a:cs typeface="DM Sans"/>
              </a:rPr>
              <a:t> </a:t>
            </a:r>
            <a:r>
              <a:rPr sz="1100" spc="-12">
                <a:solidFill>
                  <a:srgbClr val="FFFFFF"/>
                </a:solidFill>
                <a:latin typeface="DM Sans"/>
                <a:cs typeface="DM Sans"/>
              </a:rPr>
              <a:t>MI</a:t>
            </a:r>
            <a:br>
              <a:rPr lang="en-GB" sz="1100" spc="-12">
                <a:solidFill>
                  <a:srgbClr val="FFFFFF"/>
                </a:solidFill>
                <a:latin typeface="DM Sans"/>
                <a:cs typeface="DM Sans"/>
              </a:rPr>
            </a:br>
            <a:r>
              <a:rPr sz="1100">
                <a:solidFill>
                  <a:srgbClr val="FFFFFF"/>
                </a:solidFill>
                <a:latin typeface="DM Sans"/>
                <a:cs typeface="DM Sans"/>
              </a:rPr>
              <a:t>USA </a:t>
            </a:r>
            <a:r>
              <a:rPr sz="1100" spc="-11">
                <a:solidFill>
                  <a:srgbClr val="FFFFFF"/>
                </a:solidFill>
                <a:latin typeface="DM Sans"/>
                <a:cs typeface="DM Sans"/>
              </a:rPr>
              <a:t>48202</a:t>
            </a:r>
            <a:endParaRPr sz="1100">
              <a:latin typeface="DM Sans"/>
              <a:cs typeface="DM Sans"/>
            </a:endParaRPr>
          </a:p>
          <a:p>
            <a:pPr marL="6419">
              <a:lnSpc>
                <a:spcPct val="120000"/>
              </a:lnSpc>
              <a:spcBef>
                <a:spcPts val="200"/>
              </a:spcBef>
            </a:pPr>
            <a:r>
              <a:rPr sz="1100" spc="-11">
                <a:solidFill>
                  <a:srgbClr val="FFFFFF"/>
                </a:solidFill>
                <a:latin typeface="DM Sans"/>
                <a:cs typeface="DM Sans"/>
              </a:rPr>
              <a:t>Tel:</a:t>
            </a:r>
            <a:r>
              <a:rPr sz="1100" spc="-16">
                <a:solidFill>
                  <a:srgbClr val="FFFFFF"/>
                </a:solidFill>
                <a:latin typeface="DM Sans"/>
                <a:cs typeface="DM Sans"/>
              </a:rPr>
              <a:t> </a:t>
            </a:r>
            <a:r>
              <a:rPr sz="1100">
                <a:solidFill>
                  <a:srgbClr val="FFFFFF"/>
                </a:solidFill>
                <a:latin typeface="DM Sans"/>
                <a:cs typeface="DM Sans"/>
              </a:rPr>
              <a:t>+1</a:t>
            </a:r>
            <a:r>
              <a:rPr sz="1100" spc="-16">
                <a:solidFill>
                  <a:srgbClr val="FFFFFF"/>
                </a:solidFill>
                <a:latin typeface="DM Sans"/>
                <a:cs typeface="DM Sans"/>
              </a:rPr>
              <a:t> </a:t>
            </a:r>
            <a:r>
              <a:rPr sz="1100">
                <a:solidFill>
                  <a:srgbClr val="FFFFFF"/>
                </a:solidFill>
                <a:latin typeface="DM Sans"/>
                <a:cs typeface="DM Sans"/>
              </a:rPr>
              <a:t>248</a:t>
            </a:r>
            <a:r>
              <a:rPr sz="1100" spc="-16">
                <a:solidFill>
                  <a:srgbClr val="FFFFFF"/>
                </a:solidFill>
                <a:latin typeface="DM Sans"/>
                <a:cs typeface="DM Sans"/>
              </a:rPr>
              <a:t> </a:t>
            </a:r>
            <a:r>
              <a:rPr sz="1100">
                <a:solidFill>
                  <a:srgbClr val="FFFFFF"/>
                </a:solidFill>
                <a:latin typeface="DM Sans"/>
                <a:cs typeface="DM Sans"/>
              </a:rPr>
              <a:t>426</a:t>
            </a:r>
            <a:r>
              <a:rPr sz="1100" spc="-16">
                <a:solidFill>
                  <a:srgbClr val="FFFFFF"/>
                </a:solidFill>
                <a:latin typeface="DM Sans"/>
                <a:cs typeface="DM Sans"/>
              </a:rPr>
              <a:t> </a:t>
            </a:r>
            <a:r>
              <a:rPr sz="1100" spc="-11">
                <a:solidFill>
                  <a:srgbClr val="FFFFFF"/>
                </a:solidFill>
                <a:latin typeface="DM Sans"/>
                <a:cs typeface="DM Sans"/>
              </a:rPr>
              <a:t>1482</a:t>
            </a:r>
            <a:endParaRPr sz="1100">
              <a:latin typeface="DM Sans"/>
              <a:cs typeface="DM Sans"/>
            </a:endParaRPr>
          </a:p>
        </p:txBody>
      </p:sp>
      <p:sp>
        <p:nvSpPr>
          <p:cNvPr id="16" name="object 7">
            <a:extLst>
              <a:ext uri="{FF2B5EF4-FFF2-40B4-BE49-F238E27FC236}">
                <a16:creationId xmlns:a16="http://schemas.microsoft.com/office/drawing/2014/main" id="{923C88B8-5438-2D75-3F88-60E1DEB762A3}"/>
              </a:ext>
            </a:extLst>
          </p:cNvPr>
          <p:cNvSpPr txBox="1"/>
          <p:nvPr userDrawn="1"/>
        </p:nvSpPr>
        <p:spPr>
          <a:xfrm>
            <a:off x="9742353" y="1921197"/>
            <a:ext cx="2233747" cy="1739582"/>
          </a:xfrm>
          <a:prstGeom prst="rect">
            <a:avLst/>
          </a:prstGeom>
        </p:spPr>
        <p:txBody>
          <a:bodyPr vert="horz" wrap="square" lIns="0" tIns="6099" rIns="0" bIns="0" rtlCol="0">
            <a:spAutoFit/>
          </a:bodyPr>
          <a:lstStyle/>
          <a:p>
            <a:pPr marL="198294" marR="577236">
              <a:lnSpc>
                <a:spcPct val="150000"/>
              </a:lnSpc>
              <a:spcBef>
                <a:spcPts val="48"/>
              </a:spcBef>
            </a:pPr>
            <a:r>
              <a:rPr sz="1100" spc="-7">
                <a:solidFill>
                  <a:srgbClr val="FFFFFF"/>
                </a:solidFill>
                <a:latin typeface="DM Sans"/>
                <a:cs typeface="DM Sans"/>
              </a:rPr>
              <a:t>/</a:t>
            </a:r>
            <a:r>
              <a:rPr sz="1100" spc="-7" err="1">
                <a:solidFill>
                  <a:srgbClr val="FFFFFF"/>
                </a:solidFill>
                <a:latin typeface="DM Sans"/>
                <a:cs typeface="DM Sans"/>
              </a:rPr>
              <a:t>TataTechnologies</a:t>
            </a:r>
            <a:r>
              <a:rPr sz="1100" spc="-7">
                <a:solidFill>
                  <a:srgbClr val="FFFFFF"/>
                </a:solidFill>
                <a:latin typeface="DM Sans"/>
                <a:cs typeface="DM Sans"/>
              </a:rPr>
              <a:t> </a:t>
            </a:r>
            <a:br>
              <a:rPr lang="en-GB" sz="1100" spc="-7">
                <a:solidFill>
                  <a:srgbClr val="FFFFFF"/>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TataTech_News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/TataTechnologies</a:t>
            </a:r>
            <a:endParaRPr sz="1100">
              <a:latin typeface="DM Sans"/>
              <a:cs typeface="DM Sans"/>
            </a:endParaRPr>
          </a:p>
          <a:p>
            <a:pPr marL="6419">
              <a:lnSpc>
                <a:spcPct val="150000"/>
              </a:lnSpc>
              <a:spcBef>
                <a:spcPts val="959"/>
              </a:spcBef>
            </a:pPr>
            <a:r>
              <a:rPr sz="1600" spc="-7">
                <a:solidFill>
                  <a:schemeClr val="bg2"/>
                </a:solidFill>
                <a:latin typeface="DM Sans"/>
                <a:cs typeface="DM Sans"/>
              </a:rPr>
              <a:t>tatatechnologies.com</a:t>
            </a:r>
            <a:endParaRPr sz="1600">
              <a:solidFill>
                <a:schemeClr val="bg2"/>
              </a:solidFill>
              <a:latin typeface="DM Sans"/>
              <a:cs typeface="DM Sans"/>
            </a:endParaRPr>
          </a:p>
        </p:txBody>
      </p:sp>
      <p:pic>
        <p:nvPicPr>
          <p:cNvPr id="25" name="Graphic 24">
            <a:extLst>
              <a:ext uri="{FF2B5EF4-FFF2-40B4-BE49-F238E27FC236}">
                <a16:creationId xmlns:a16="http://schemas.microsoft.com/office/drawing/2014/main" id="{9E75AABC-1D3F-ED3D-D014-E03BF4DD33A5}"/>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750004" y="2021240"/>
            <a:ext cx="132408" cy="132408"/>
          </a:xfrm>
          <a:prstGeom prst="rect">
            <a:avLst/>
          </a:prstGeom>
        </p:spPr>
      </p:pic>
      <p:pic>
        <p:nvPicPr>
          <p:cNvPr id="27" name="Graphic 26">
            <a:extLst>
              <a:ext uri="{FF2B5EF4-FFF2-40B4-BE49-F238E27FC236}">
                <a16:creationId xmlns:a16="http://schemas.microsoft.com/office/drawing/2014/main" id="{D1F38D71-2C71-CD1F-67F5-81B2893EF010}"/>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41177" y="3002251"/>
            <a:ext cx="146107" cy="136976"/>
          </a:xfrm>
          <a:prstGeom prst="rect">
            <a:avLst/>
          </a:prstGeom>
        </p:spPr>
      </p:pic>
      <p:pic>
        <p:nvPicPr>
          <p:cNvPr id="31" name="Picture 30">
            <a:extLst>
              <a:ext uri="{FF2B5EF4-FFF2-40B4-BE49-F238E27FC236}">
                <a16:creationId xmlns:a16="http://schemas.microsoft.com/office/drawing/2014/main" id="{13A46D62-9014-4131-D10C-A48F66076732}"/>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b="-3480"/>
          <a:stretch/>
        </p:blipFill>
        <p:spPr>
          <a:xfrm>
            <a:off x="9733028" y="2771735"/>
            <a:ext cx="166369" cy="113863"/>
          </a:xfrm>
          <a:prstGeom prst="rect">
            <a:avLst/>
          </a:prstGeom>
        </p:spPr>
      </p:pic>
      <p:pic>
        <p:nvPicPr>
          <p:cNvPr id="33" name="Graphic 32">
            <a:extLst>
              <a:ext uri="{FF2B5EF4-FFF2-40B4-BE49-F238E27FC236}">
                <a16:creationId xmlns:a16="http://schemas.microsoft.com/office/drawing/2014/main" id="{D16FBCCA-8A9C-57F9-EB5A-94CAD1FA3A4D}"/>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750004" y="2274945"/>
            <a:ext cx="132408" cy="132408"/>
          </a:xfrm>
          <a:prstGeom prst="rect">
            <a:avLst/>
          </a:prstGeom>
        </p:spPr>
      </p:pic>
      <p:grpSp>
        <p:nvGrpSpPr>
          <p:cNvPr id="37" name="Group 36">
            <a:extLst>
              <a:ext uri="{FF2B5EF4-FFF2-40B4-BE49-F238E27FC236}">
                <a16:creationId xmlns:a16="http://schemas.microsoft.com/office/drawing/2014/main" id="{012E4E5D-C822-2EBA-AF22-2AEE010CC154}"/>
              </a:ext>
            </a:extLst>
          </p:cNvPr>
          <p:cNvGrpSpPr/>
          <p:nvPr userDrawn="1"/>
        </p:nvGrpSpPr>
        <p:grpSpPr>
          <a:xfrm>
            <a:off x="11084200" y="316628"/>
            <a:ext cx="761725" cy="157981"/>
            <a:chOff x="9242701" y="249950"/>
            <a:chExt cx="652960" cy="135423"/>
          </a:xfrm>
        </p:grpSpPr>
        <p:sp>
          <p:nvSpPr>
            <p:cNvPr id="38" name="object 6">
              <a:extLst>
                <a:ext uri="{FF2B5EF4-FFF2-40B4-BE49-F238E27FC236}">
                  <a16:creationId xmlns:a16="http://schemas.microsoft.com/office/drawing/2014/main" id="{F5A0F20E-7471-B72F-242E-62B531EBBA02}"/>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39" name="object 7">
              <a:extLst>
                <a:ext uri="{FF2B5EF4-FFF2-40B4-BE49-F238E27FC236}">
                  <a16:creationId xmlns:a16="http://schemas.microsoft.com/office/drawing/2014/main" id="{0FA289AB-5950-69E5-7E38-BD63CD501E91}"/>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40" name="object 8">
              <a:extLst>
                <a:ext uri="{FF2B5EF4-FFF2-40B4-BE49-F238E27FC236}">
                  <a16:creationId xmlns:a16="http://schemas.microsoft.com/office/drawing/2014/main" id="{CB03E7B7-4899-9258-ACC1-BF186B9180B6}"/>
                </a:ext>
              </a:extLst>
            </p:cNvPr>
            <p:cNvGrpSpPr/>
            <p:nvPr/>
          </p:nvGrpSpPr>
          <p:grpSpPr>
            <a:xfrm>
              <a:off x="9242701" y="249950"/>
              <a:ext cx="202816" cy="135423"/>
              <a:chOff x="18288992" y="494982"/>
              <a:chExt cx="401320" cy="267970"/>
            </a:xfrm>
          </p:grpSpPr>
          <p:sp>
            <p:nvSpPr>
              <p:cNvPr id="46" name="object 9">
                <a:extLst>
                  <a:ext uri="{FF2B5EF4-FFF2-40B4-BE49-F238E27FC236}">
                    <a16:creationId xmlns:a16="http://schemas.microsoft.com/office/drawing/2014/main" id="{87FADE85-A416-FC74-7EB3-B815C06B922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7" name="object 10">
                <a:extLst>
                  <a:ext uri="{FF2B5EF4-FFF2-40B4-BE49-F238E27FC236}">
                    <a16:creationId xmlns:a16="http://schemas.microsoft.com/office/drawing/2014/main" id="{6652C85E-10AB-F076-C344-1B1811E88CA1}"/>
                  </a:ext>
                </a:extLst>
              </p:cNvPr>
              <p:cNvPicPr/>
              <p:nvPr/>
            </p:nvPicPr>
            <p:blipFill>
              <a:blip r:embed="rId9"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8" name="object 11">
                <a:extLst>
                  <a:ext uri="{FF2B5EF4-FFF2-40B4-BE49-F238E27FC236}">
                    <a16:creationId xmlns:a16="http://schemas.microsoft.com/office/drawing/2014/main" id="{430224B0-A0D4-0745-0A0A-F95198FAD892}"/>
                  </a:ext>
                </a:extLst>
              </p:cNvPr>
              <p:cNvPicPr/>
              <p:nvPr/>
            </p:nvPicPr>
            <p:blipFill>
              <a:blip r:embed="rId10"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41" name="object 22">
              <a:extLst>
                <a:ext uri="{FF2B5EF4-FFF2-40B4-BE49-F238E27FC236}">
                  <a16:creationId xmlns:a16="http://schemas.microsoft.com/office/drawing/2014/main" id="{8826A970-02DC-C41C-A705-05879B32AE3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42" name="object 23">
              <a:extLst>
                <a:ext uri="{FF2B5EF4-FFF2-40B4-BE49-F238E27FC236}">
                  <a16:creationId xmlns:a16="http://schemas.microsoft.com/office/drawing/2014/main" id="{37D147A8-D3E3-B4B6-EDBB-19B01B294B22}"/>
                </a:ext>
              </a:extLst>
            </p:cNvPr>
            <p:cNvGrpSpPr/>
            <p:nvPr/>
          </p:nvGrpSpPr>
          <p:grpSpPr>
            <a:xfrm>
              <a:off x="9242701" y="249950"/>
              <a:ext cx="202816" cy="135423"/>
              <a:chOff x="18288992" y="494982"/>
              <a:chExt cx="401320" cy="267970"/>
            </a:xfrm>
          </p:grpSpPr>
          <p:sp>
            <p:nvSpPr>
              <p:cNvPr id="43" name="object 24">
                <a:extLst>
                  <a:ext uri="{FF2B5EF4-FFF2-40B4-BE49-F238E27FC236}">
                    <a16:creationId xmlns:a16="http://schemas.microsoft.com/office/drawing/2014/main" id="{112D2006-19F3-7134-0287-D1CCD0E61AA6}"/>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4" name="object 25">
                <a:extLst>
                  <a:ext uri="{FF2B5EF4-FFF2-40B4-BE49-F238E27FC236}">
                    <a16:creationId xmlns:a16="http://schemas.microsoft.com/office/drawing/2014/main" id="{CFF13B7E-B12D-6EFA-970E-24B4B87CA339}"/>
                  </a:ext>
                </a:extLst>
              </p:cNvPr>
              <p:cNvPicPr/>
              <p:nvPr/>
            </p:nvPicPr>
            <p:blipFill>
              <a:blip r:embed="rId9"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5" name="object 26">
                <a:extLst>
                  <a:ext uri="{FF2B5EF4-FFF2-40B4-BE49-F238E27FC236}">
                    <a16:creationId xmlns:a16="http://schemas.microsoft.com/office/drawing/2014/main" id="{1CDE3C13-1150-B6C6-1277-D870DCCDD718}"/>
                  </a:ext>
                </a:extLst>
              </p:cNvPr>
              <p:cNvPicPr/>
              <p:nvPr/>
            </p:nvPicPr>
            <p:blipFill>
              <a:blip r:embed="rId10"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53" name="TextBox 52">
            <a:extLst>
              <a:ext uri="{FF2B5EF4-FFF2-40B4-BE49-F238E27FC236}">
                <a16:creationId xmlns:a16="http://schemas.microsoft.com/office/drawing/2014/main" id="{23F6EF5E-0034-969A-562B-6DE58C861065}"/>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2" name="Rectangle 1">
            <a:hlinkClick r:id="rId11"/>
            <a:extLst>
              <a:ext uri="{FF2B5EF4-FFF2-40B4-BE49-F238E27FC236}">
                <a16:creationId xmlns:a16="http://schemas.microsoft.com/office/drawing/2014/main" id="{EA0A9CE0-2443-7657-7D67-B984454063A3}"/>
              </a:ext>
            </a:extLst>
          </p:cNvPr>
          <p:cNvSpPr/>
          <p:nvPr userDrawn="1"/>
        </p:nvSpPr>
        <p:spPr>
          <a:xfrm>
            <a:off x="9684257" y="3375812"/>
            <a:ext cx="2156931" cy="2682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 name="Rectangle 3">
            <a:hlinkClick r:id="rId12"/>
            <a:extLst>
              <a:ext uri="{FF2B5EF4-FFF2-40B4-BE49-F238E27FC236}">
                <a16:creationId xmlns:a16="http://schemas.microsoft.com/office/drawing/2014/main" id="{36173436-E8E0-577B-E5C8-74B5E217BDB2}"/>
              </a:ext>
            </a:extLst>
          </p:cNvPr>
          <p:cNvSpPr/>
          <p:nvPr userDrawn="1"/>
        </p:nvSpPr>
        <p:spPr>
          <a:xfrm>
            <a:off x="9684260" y="1988457"/>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 name="Rectangle 4">
            <a:hlinkClick r:id="rId13"/>
            <a:extLst>
              <a:ext uri="{FF2B5EF4-FFF2-40B4-BE49-F238E27FC236}">
                <a16:creationId xmlns:a16="http://schemas.microsoft.com/office/drawing/2014/main" id="{2C3A1DDA-5459-F04A-EC54-01C9739B92F7}"/>
              </a:ext>
            </a:extLst>
          </p:cNvPr>
          <p:cNvSpPr/>
          <p:nvPr userDrawn="1"/>
        </p:nvSpPr>
        <p:spPr>
          <a:xfrm>
            <a:off x="9684260" y="224971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 name="Rectangle 5">
            <a:hlinkClick r:id="rId14"/>
            <a:extLst>
              <a:ext uri="{FF2B5EF4-FFF2-40B4-BE49-F238E27FC236}">
                <a16:creationId xmlns:a16="http://schemas.microsoft.com/office/drawing/2014/main" id="{184712CE-54E9-1A29-7D4E-FF49500BB484}"/>
              </a:ext>
            </a:extLst>
          </p:cNvPr>
          <p:cNvSpPr/>
          <p:nvPr userDrawn="1"/>
        </p:nvSpPr>
        <p:spPr>
          <a:xfrm>
            <a:off x="9726625" y="2481943"/>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 name="Rectangle 6">
            <a:hlinkClick r:id="rId15"/>
            <a:extLst>
              <a:ext uri="{FF2B5EF4-FFF2-40B4-BE49-F238E27FC236}">
                <a16:creationId xmlns:a16="http://schemas.microsoft.com/office/drawing/2014/main" id="{6510DD4A-99A5-F7F6-EB16-EB0334B950FE}"/>
              </a:ext>
            </a:extLst>
          </p:cNvPr>
          <p:cNvSpPr/>
          <p:nvPr userDrawn="1"/>
        </p:nvSpPr>
        <p:spPr>
          <a:xfrm>
            <a:off x="9684260" y="2735943"/>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 name="Rectangle 7">
            <a:hlinkClick r:id="rId16"/>
            <a:extLst>
              <a:ext uri="{FF2B5EF4-FFF2-40B4-BE49-F238E27FC236}">
                <a16:creationId xmlns:a16="http://schemas.microsoft.com/office/drawing/2014/main" id="{B5C64383-9275-F532-E60E-489BA2AA9439}"/>
              </a:ext>
            </a:extLst>
          </p:cNvPr>
          <p:cNvSpPr/>
          <p:nvPr userDrawn="1"/>
        </p:nvSpPr>
        <p:spPr>
          <a:xfrm>
            <a:off x="9684260" y="2982687"/>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3" name="Picture 2">
            <a:extLst>
              <a:ext uri="{FF2B5EF4-FFF2-40B4-BE49-F238E27FC236}">
                <a16:creationId xmlns:a16="http://schemas.microsoft.com/office/drawing/2014/main" id="{288132F9-CE14-A6DD-1169-FF2861A0873B}"/>
              </a:ext>
            </a:extLst>
          </p:cNvPr>
          <p:cNvPicPr>
            <a:picLocks noChangeAspect="1"/>
          </p:cNvPicPr>
          <p:nvPr userDrawn="1"/>
        </p:nvPicPr>
        <p:blipFill>
          <a:blip r:embed="rId17"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10" name="Graphic 9">
            <a:extLst>
              <a:ext uri="{FF2B5EF4-FFF2-40B4-BE49-F238E27FC236}">
                <a16:creationId xmlns:a16="http://schemas.microsoft.com/office/drawing/2014/main" id="{23A4FE0C-7B28-D980-28F6-E0DA37F54F0E}"/>
              </a:ext>
            </a:extLst>
          </p:cNvPr>
          <p:cNvPicPr>
            <a:picLocks noChangeAspect="1"/>
          </p:cNvPicPr>
          <p:nvPr userDrawn="1"/>
        </p:nvPicPr>
        <p:blipFill>
          <a:blip r:embed="rId18" cstate="email">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9703997" y="6408073"/>
            <a:ext cx="2135347" cy="168971"/>
          </a:xfrm>
          <a:prstGeom prst="rect">
            <a:avLst/>
          </a:prstGeom>
        </p:spPr>
      </p:pic>
      <p:pic>
        <p:nvPicPr>
          <p:cNvPr id="11" name="Graphic 10">
            <a:extLst>
              <a:ext uri="{FF2B5EF4-FFF2-40B4-BE49-F238E27FC236}">
                <a16:creationId xmlns:a16="http://schemas.microsoft.com/office/drawing/2014/main" id="{00B445AA-41FA-484F-294E-55D723EBF37C}"/>
              </a:ext>
            </a:extLst>
          </p:cNvPr>
          <p:cNvPicPr>
            <a:picLocks noChangeAspect="1"/>
          </p:cNvPicPr>
          <p:nvPr userDrawn="1"/>
        </p:nvPicPr>
        <p:blipFill>
          <a:blip r:embed="rId20" cstate="email">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4744820" y="95795"/>
            <a:ext cx="3282565" cy="6522720"/>
          </a:xfrm>
          <a:prstGeom prst="rect">
            <a:avLst/>
          </a:prstGeom>
        </p:spPr>
      </p:pic>
      <p:sp>
        <p:nvSpPr>
          <p:cNvPr id="9" name="object 4">
            <a:extLst>
              <a:ext uri="{FF2B5EF4-FFF2-40B4-BE49-F238E27FC236}">
                <a16:creationId xmlns:a16="http://schemas.microsoft.com/office/drawing/2014/main" id="{F3375BF6-F010-F2B4-E195-BFC47A52346A}"/>
              </a:ext>
            </a:extLst>
          </p:cNvPr>
          <p:cNvSpPr txBox="1"/>
          <p:nvPr userDrawn="1"/>
        </p:nvSpPr>
        <p:spPr>
          <a:xfrm>
            <a:off x="9750005" y="5038798"/>
            <a:ext cx="2089340" cy="1121798"/>
          </a:xfrm>
          <a:prstGeom prst="rect">
            <a:avLst/>
          </a:prstGeom>
        </p:spPr>
        <p:txBody>
          <a:bodyPr vert="horz" wrap="square" lIns="0" tIns="31449" rIns="0" bIns="0" rtlCol="0">
            <a:spAutoFit/>
          </a:bodyPr>
          <a:lstStyle/>
          <a:p>
            <a:pPr marL="6419">
              <a:lnSpc>
                <a:spcPct val="120000"/>
              </a:lnSpc>
              <a:spcBef>
                <a:spcPts val="248"/>
              </a:spcBef>
            </a:pPr>
            <a:r>
              <a:rPr lang="en-IN" sz="900" b="1" spc="0">
                <a:solidFill>
                  <a:schemeClr val="bg2"/>
                </a:solidFill>
                <a:latin typeface="DMSans-Medium"/>
                <a:cs typeface="DMSans-Medium"/>
              </a:rPr>
              <a:t>COPYRIGHT NOTICE</a:t>
            </a:r>
          </a:p>
          <a:p>
            <a:pPr marL="6419">
              <a:lnSpc>
                <a:spcPct val="120000"/>
              </a:lnSpc>
              <a:spcBef>
                <a:spcPts val="248"/>
              </a:spcBef>
            </a:pPr>
            <a:r>
              <a:rPr lang="en-IN" sz="700" spc="0">
                <a:solidFill>
                  <a:schemeClr val="bg1"/>
                </a:solidFill>
                <a:latin typeface="+mn-lt"/>
                <a:cs typeface="DMSans-Medium"/>
              </a:rPr>
              <a:t>All information/content contained herein is the sole property of Tata Technologies Limited or its Licensors. No intellectual property rights are granted by disclosure of its content. The information/content shall not be reproduced or disclosed to a third party without the express written consent of Tata Technologies Limited.</a:t>
            </a:r>
            <a:endParaRPr lang="en-IN" sz="700" spc="0">
              <a:solidFill>
                <a:schemeClr val="bg1"/>
              </a:solidFill>
              <a:latin typeface="+mn-lt"/>
              <a:cs typeface="DM Sans"/>
            </a:endParaRPr>
          </a:p>
        </p:txBody>
      </p:sp>
      <p:pic>
        <p:nvPicPr>
          <p:cNvPr id="15" name="Picture 14">
            <a:extLst>
              <a:ext uri="{FF2B5EF4-FFF2-40B4-BE49-F238E27FC236}">
                <a16:creationId xmlns:a16="http://schemas.microsoft.com/office/drawing/2014/main" id="{85C99368-CAAC-C98E-9FDD-658AF47302D4}"/>
              </a:ext>
            </a:extLst>
          </p:cNvPr>
          <p:cNvPicPr>
            <a:picLocks noChangeAspect="1"/>
          </p:cNvPicPr>
          <p:nvPr userDrawn="1"/>
        </p:nvPicPr>
        <p:blipFill>
          <a:blip r:embed="rId22"/>
          <a:stretch>
            <a:fillRect/>
          </a:stretch>
        </p:blipFill>
        <p:spPr>
          <a:xfrm>
            <a:off x="9746021" y="2503581"/>
            <a:ext cx="136391" cy="139259"/>
          </a:xfrm>
          <a:prstGeom prst="rect">
            <a:avLst/>
          </a:prstGeom>
        </p:spPr>
      </p:pic>
      <p:sp>
        <p:nvSpPr>
          <p:cNvPr id="17" name="hcSlideMaster97.Closing slideHeader" descr="Classification: Internal">
            <a:extLst>
              <a:ext uri="{FF2B5EF4-FFF2-40B4-BE49-F238E27FC236}">
                <a16:creationId xmlns:a16="http://schemas.microsoft.com/office/drawing/2014/main" id="{1C26D4AF-0C03-89D4-3540-BADF85EF6DC5}"/>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74061218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5543B039-69D0-2FE4-8325-30AD54A65656}"/>
              </a:ext>
            </a:extLst>
          </p:cNvPr>
          <p:cNvGrpSpPr/>
          <p:nvPr userDrawn="1"/>
        </p:nvGrpSpPr>
        <p:grpSpPr>
          <a:xfrm>
            <a:off x="11084202" y="316459"/>
            <a:ext cx="761727" cy="157980"/>
            <a:chOff x="9242701" y="249950"/>
            <a:chExt cx="652960" cy="135423"/>
          </a:xfrm>
        </p:grpSpPr>
        <p:sp>
          <p:nvSpPr>
            <p:cNvPr id="21" name="object 11">
              <a:extLst>
                <a:ext uri="{FF2B5EF4-FFF2-40B4-BE49-F238E27FC236}">
                  <a16:creationId xmlns:a16="http://schemas.microsoft.com/office/drawing/2014/main" id="{BE153C13-7C39-0143-E8B4-E58FE15F2ABF}"/>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2" name="object 12">
              <a:extLst>
                <a:ext uri="{FF2B5EF4-FFF2-40B4-BE49-F238E27FC236}">
                  <a16:creationId xmlns:a16="http://schemas.microsoft.com/office/drawing/2014/main" id="{CAE4AD85-1AC3-CD92-D9D7-DB0815AA0644}"/>
                </a:ext>
              </a:extLst>
            </p:cNvPr>
            <p:cNvGrpSpPr/>
            <p:nvPr/>
          </p:nvGrpSpPr>
          <p:grpSpPr>
            <a:xfrm>
              <a:off x="9242701" y="249950"/>
              <a:ext cx="202816" cy="135423"/>
              <a:chOff x="18288992" y="494982"/>
              <a:chExt cx="401320" cy="267970"/>
            </a:xfrm>
          </p:grpSpPr>
          <p:sp>
            <p:nvSpPr>
              <p:cNvPr id="23" name="object 13">
                <a:extLst>
                  <a:ext uri="{FF2B5EF4-FFF2-40B4-BE49-F238E27FC236}">
                    <a16:creationId xmlns:a16="http://schemas.microsoft.com/office/drawing/2014/main" id="{5FF36A7C-B53C-0583-598B-FC8C3E6A6F9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4" name="object 14">
                <a:extLst>
                  <a:ext uri="{FF2B5EF4-FFF2-40B4-BE49-F238E27FC236}">
                    <a16:creationId xmlns:a16="http://schemas.microsoft.com/office/drawing/2014/main" id="{BC3EDFDA-0133-AE5F-F23E-C69E884815CF}"/>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15">
                <a:extLst>
                  <a:ext uri="{FF2B5EF4-FFF2-40B4-BE49-F238E27FC236}">
                    <a16:creationId xmlns:a16="http://schemas.microsoft.com/office/drawing/2014/main" id="{EA6E9E1C-315D-339C-C783-CD59E6205B16}"/>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 name="TextBox 2">
            <a:extLst>
              <a:ext uri="{FF2B5EF4-FFF2-40B4-BE49-F238E27FC236}">
                <a16:creationId xmlns:a16="http://schemas.microsoft.com/office/drawing/2014/main" id="{8BDDE7DD-8D05-9582-547C-E9A9E833BD53}"/>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sp>
        <p:nvSpPr>
          <p:cNvPr id="4" name="Slide Number Placeholder 2">
            <a:extLst>
              <a:ext uri="{FF2B5EF4-FFF2-40B4-BE49-F238E27FC236}">
                <a16:creationId xmlns:a16="http://schemas.microsoft.com/office/drawing/2014/main" id="{E361AAAF-7697-6B20-1044-B26A700DB3CC}"/>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a:t>
            </a:fld>
            <a:endParaRPr lang="en-GB"/>
          </a:p>
        </p:txBody>
      </p:sp>
      <p:pic>
        <p:nvPicPr>
          <p:cNvPr id="2" name="Graphic 1">
            <a:extLst>
              <a:ext uri="{FF2B5EF4-FFF2-40B4-BE49-F238E27FC236}">
                <a16:creationId xmlns:a16="http://schemas.microsoft.com/office/drawing/2014/main" id="{E4E378E5-4AE5-9417-E142-6F858F9FA577}"/>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EF23703E-AE3D-DE2C-6C4A-1A8C46057AD2}"/>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6" name="Title Placeholder 21">
            <a:extLst>
              <a:ext uri="{FF2B5EF4-FFF2-40B4-BE49-F238E27FC236}">
                <a16:creationId xmlns:a16="http://schemas.microsoft.com/office/drawing/2014/main" id="{855271DE-BEBA-20AD-15A8-A0C5EC1569D0}"/>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7" name="Text Placeholder 2">
            <a:extLst>
              <a:ext uri="{FF2B5EF4-FFF2-40B4-BE49-F238E27FC236}">
                <a16:creationId xmlns:a16="http://schemas.microsoft.com/office/drawing/2014/main" id="{A12E6A27-2F5D-6274-66D1-9F35D02AEDC9}"/>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hcSlideMaster127.BlankHeader" descr="Classification: Internal">
            <a:extLst>
              <a:ext uri="{FF2B5EF4-FFF2-40B4-BE49-F238E27FC236}">
                <a16:creationId xmlns:a16="http://schemas.microsoft.com/office/drawing/2014/main" id="{D32B0D3D-131B-54DC-897F-3A6317572CCC}"/>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410060357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lank blue">
    <p:bg>
      <p:bgPr>
        <a:solidFill>
          <a:schemeClr val="tx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D30AD43-9C2E-9B38-4EF9-038EABEF0BF4}"/>
              </a:ext>
            </a:extLst>
          </p:cNvPr>
          <p:cNvGrpSpPr/>
          <p:nvPr userDrawn="1"/>
        </p:nvGrpSpPr>
        <p:grpSpPr>
          <a:xfrm>
            <a:off x="11084200" y="316628"/>
            <a:ext cx="761725" cy="157981"/>
            <a:chOff x="9242701" y="249950"/>
            <a:chExt cx="652960" cy="135423"/>
          </a:xfrm>
        </p:grpSpPr>
        <p:sp>
          <p:nvSpPr>
            <p:cNvPr id="9" name="object 6">
              <a:extLst>
                <a:ext uri="{FF2B5EF4-FFF2-40B4-BE49-F238E27FC236}">
                  <a16:creationId xmlns:a16="http://schemas.microsoft.com/office/drawing/2014/main" id="{3C5E59C3-A8CA-C14E-9808-EB7D8818D781}"/>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0" name="object 7">
              <a:extLst>
                <a:ext uri="{FF2B5EF4-FFF2-40B4-BE49-F238E27FC236}">
                  <a16:creationId xmlns:a16="http://schemas.microsoft.com/office/drawing/2014/main" id="{BF193E5A-AE8E-CA58-DCD1-41E0C76CCC9A}"/>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1" name="object 8">
              <a:extLst>
                <a:ext uri="{FF2B5EF4-FFF2-40B4-BE49-F238E27FC236}">
                  <a16:creationId xmlns:a16="http://schemas.microsoft.com/office/drawing/2014/main" id="{91EB92DB-A6B5-922D-37A6-DB0EB2E23F01}"/>
                </a:ext>
              </a:extLst>
            </p:cNvPr>
            <p:cNvGrpSpPr/>
            <p:nvPr/>
          </p:nvGrpSpPr>
          <p:grpSpPr>
            <a:xfrm>
              <a:off x="9242701" y="249950"/>
              <a:ext cx="202816" cy="135423"/>
              <a:chOff x="18288992" y="494982"/>
              <a:chExt cx="401320" cy="267970"/>
            </a:xfrm>
          </p:grpSpPr>
          <p:sp>
            <p:nvSpPr>
              <p:cNvPr id="17" name="object 9">
                <a:extLst>
                  <a:ext uri="{FF2B5EF4-FFF2-40B4-BE49-F238E27FC236}">
                    <a16:creationId xmlns:a16="http://schemas.microsoft.com/office/drawing/2014/main" id="{7EC74A92-B131-4B60-C82C-053C71ADC79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8" name="object 10">
                <a:extLst>
                  <a:ext uri="{FF2B5EF4-FFF2-40B4-BE49-F238E27FC236}">
                    <a16:creationId xmlns:a16="http://schemas.microsoft.com/office/drawing/2014/main" id="{CDF89E1F-0023-9515-BA64-C6E3069073BB}"/>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1">
                <a:extLst>
                  <a:ext uri="{FF2B5EF4-FFF2-40B4-BE49-F238E27FC236}">
                    <a16:creationId xmlns:a16="http://schemas.microsoft.com/office/drawing/2014/main" id="{C1C90675-0D4C-713B-E2D8-90402BF66DA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2" name="object 22">
              <a:extLst>
                <a:ext uri="{FF2B5EF4-FFF2-40B4-BE49-F238E27FC236}">
                  <a16:creationId xmlns:a16="http://schemas.microsoft.com/office/drawing/2014/main" id="{A7BF0FC5-516C-5F05-69E9-553792A748B7}"/>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13" name="object 23">
              <a:extLst>
                <a:ext uri="{FF2B5EF4-FFF2-40B4-BE49-F238E27FC236}">
                  <a16:creationId xmlns:a16="http://schemas.microsoft.com/office/drawing/2014/main" id="{2467B862-C5DC-3DA1-5928-409722F0AF16}"/>
                </a:ext>
              </a:extLst>
            </p:cNvPr>
            <p:cNvGrpSpPr/>
            <p:nvPr/>
          </p:nvGrpSpPr>
          <p:grpSpPr>
            <a:xfrm>
              <a:off x="9242701" y="249950"/>
              <a:ext cx="202816" cy="135423"/>
              <a:chOff x="18288992" y="494982"/>
              <a:chExt cx="401320" cy="267970"/>
            </a:xfrm>
          </p:grpSpPr>
          <p:sp>
            <p:nvSpPr>
              <p:cNvPr id="14" name="object 24">
                <a:extLst>
                  <a:ext uri="{FF2B5EF4-FFF2-40B4-BE49-F238E27FC236}">
                    <a16:creationId xmlns:a16="http://schemas.microsoft.com/office/drawing/2014/main" id="{FAA55E6C-4A99-2A35-A93E-7D7FB6AD70D3}"/>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5" name="object 25">
                <a:extLst>
                  <a:ext uri="{FF2B5EF4-FFF2-40B4-BE49-F238E27FC236}">
                    <a16:creationId xmlns:a16="http://schemas.microsoft.com/office/drawing/2014/main" id="{6AC2C530-E103-81C3-7066-0BE25AD312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6" name="object 26">
                <a:extLst>
                  <a:ext uri="{FF2B5EF4-FFF2-40B4-BE49-F238E27FC236}">
                    <a16:creationId xmlns:a16="http://schemas.microsoft.com/office/drawing/2014/main" id="{A0A9B4D5-A213-FAC5-6246-D06734809CA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4" name="TextBox 3">
            <a:extLst>
              <a:ext uri="{FF2B5EF4-FFF2-40B4-BE49-F238E27FC236}">
                <a16:creationId xmlns:a16="http://schemas.microsoft.com/office/drawing/2014/main" id="{E696180B-0ED5-1053-C40B-70DC2018862F}"/>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24" name="Slide Number Placeholder 2">
            <a:extLst>
              <a:ext uri="{FF2B5EF4-FFF2-40B4-BE49-F238E27FC236}">
                <a16:creationId xmlns:a16="http://schemas.microsoft.com/office/drawing/2014/main" id="{FD5FE8AB-FF44-D068-BF84-BC232F196235}"/>
              </a:ext>
            </a:extLst>
          </p:cNvPr>
          <p:cNvSpPr>
            <a:spLocks noGrp="1"/>
          </p:cNvSpPr>
          <p:nvPr>
            <p:ph type="sldNum" sz="quarter" idx="10"/>
          </p:nvPr>
        </p:nvSpPr>
        <p:spPr>
          <a:xfrm>
            <a:off x="3" y="6356352"/>
            <a:ext cx="491300" cy="365125"/>
          </a:xfrm>
        </p:spPr>
        <p:txBody>
          <a:bodyPr/>
          <a:lstStyle>
            <a:lvl1pPr>
              <a:defRPr>
                <a:solidFill>
                  <a:schemeClr val="bg1"/>
                </a:solidFill>
              </a:defRPr>
            </a:lvl1pPr>
          </a:lstStyle>
          <a:p>
            <a:fld id="{C4B1DB5C-CBD1-46F1-83D6-F5AA23577CB7}" type="slidenum">
              <a:rPr lang="en-GB" smtClean="0"/>
              <a:pPr/>
              <a:t>‹#›</a:t>
            </a:fld>
            <a:endParaRPr lang="en-GB"/>
          </a:p>
        </p:txBody>
      </p:sp>
      <p:pic>
        <p:nvPicPr>
          <p:cNvPr id="3" name="Picture 2">
            <a:extLst>
              <a:ext uri="{FF2B5EF4-FFF2-40B4-BE49-F238E27FC236}">
                <a16:creationId xmlns:a16="http://schemas.microsoft.com/office/drawing/2014/main" id="{66D3E84C-6034-ECEC-139A-C925D444193D}"/>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C720BFB4-5BB2-EAF2-BF14-3181C99E704E}"/>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2" name="Title Placeholder 21">
            <a:extLst>
              <a:ext uri="{FF2B5EF4-FFF2-40B4-BE49-F238E27FC236}">
                <a16:creationId xmlns:a16="http://schemas.microsoft.com/office/drawing/2014/main" id="{5D9DC8BD-3534-83EA-39C2-FA7B4C3F45FB}"/>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lvl1pPr>
              <a:defRPr>
                <a:solidFill>
                  <a:schemeClr val="bg1"/>
                </a:solidFill>
              </a:defRPr>
            </a:lvl1pPr>
          </a:lstStyle>
          <a:p>
            <a:r>
              <a:rPr lang="en-GB"/>
              <a:t>Click to edit Master title</a:t>
            </a:r>
            <a:endParaRPr lang="en-US"/>
          </a:p>
        </p:txBody>
      </p:sp>
      <p:sp>
        <p:nvSpPr>
          <p:cNvPr id="6" name="Text Placeholder 2">
            <a:extLst>
              <a:ext uri="{FF2B5EF4-FFF2-40B4-BE49-F238E27FC236}">
                <a16:creationId xmlns:a16="http://schemas.microsoft.com/office/drawing/2014/main" id="{28F6945F-5116-4D5F-9806-8D0D959FCA09}"/>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hcSlideMaster127.Blank blueHeader" descr="Classification: Internal">
            <a:extLst>
              <a:ext uri="{FF2B5EF4-FFF2-40B4-BE49-F238E27FC236}">
                <a16:creationId xmlns:a16="http://schemas.microsoft.com/office/drawing/2014/main" id="{72BC231D-89F4-9AF3-E8FB-644301780B7B}"/>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96318409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ver blue 1">
    <p:bg>
      <p:bgPr>
        <a:solidFill>
          <a:schemeClr val="tx2"/>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824FB13-A710-3604-1DFA-7EB16A1599DD}"/>
              </a:ext>
            </a:extLst>
          </p:cNvPr>
          <p:cNvGrpSpPr/>
          <p:nvPr userDrawn="1"/>
        </p:nvGrpSpPr>
        <p:grpSpPr>
          <a:xfrm>
            <a:off x="11084200" y="316628"/>
            <a:ext cx="761725" cy="157981"/>
            <a:chOff x="9242701" y="249950"/>
            <a:chExt cx="652960" cy="135423"/>
          </a:xfrm>
        </p:grpSpPr>
        <p:sp>
          <p:nvSpPr>
            <p:cNvPr id="18" name="object 6">
              <a:extLst>
                <a:ext uri="{FF2B5EF4-FFF2-40B4-BE49-F238E27FC236}">
                  <a16:creationId xmlns:a16="http://schemas.microsoft.com/office/drawing/2014/main" id="{B25B4BF6-52E5-389C-804A-F07AE19AC3A0}"/>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9" name="object 7">
              <a:extLst>
                <a:ext uri="{FF2B5EF4-FFF2-40B4-BE49-F238E27FC236}">
                  <a16:creationId xmlns:a16="http://schemas.microsoft.com/office/drawing/2014/main" id="{461B9713-8B60-111C-CC58-694680C56E5C}"/>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20" name="object 8">
              <a:extLst>
                <a:ext uri="{FF2B5EF4-FFF2-40B4-BE49-F238E27FC236}">
                  <a16:creationId xmlns:a16="http://schemas.microsoft.com/office/drawing/2014/main" id="{AEF4C171-5B2C-20F6-F682-059D5043D14D}"/>
                </a:ext>
              </a:extLst>
            </p:cNvPr>
            <p:cNvGrpSpPr/>
            <p:nvPr/>
          </p:nvGrpSpPr>
          <p:grpSpPr>
            <a:xfrm>
              <a:off x="9242701" y="249950"/>
              <a:ext cx="202816" cy="135423"/>
              <a:chOff x="18288992" y="494982"/>
              <a:chExt cx="401320" cy="267970"/>
            </a:xfrm>
          </p:grpSpPr>
          <p:sp>
            <p:nvSpPr>
              <p:cNvPr id="26" name="object 9">
                <a:extLst>
                  <a:ext uri="{FF2B5EF4-FFF2-40B4-BE49-F238E27FC236}">
                    <a16:creationId xmlns:a16="http://schemas.microsoft.com/office/drawing/2014/main" id="{4DBBD0F8-636E-924E-251F-1E750B7D6ECA}"/>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7" name="object 10">
                <a:extLst>
                  <a:ext uri="{FF2B5EF4-FFF2-40B4-BE49-F238E27FC236}">
                    <a16:creationId xmlns:a16="http://schemas.microsoft.com/office/drawing/2014/main" id="{32FE21A8-0292-E992-68A7-D493E81C6FA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9" name="object 11">
                <a:extLst>
                  <a:ext uri="{FF2B5EF4-FFF2-40B4-BE49-F238E27FC236}">
                    <a16:creationId xmlns:a16="http://schemas.microsoft.com/office/drawing/2014/main" id="{A8F8113F-F527-DF24-6F62-275E5BECDA8F}"/>
                  </a:ext>
                </a:extLst>
              </p:cNvPr>
              <p:cNvPicPr/>
              <p:nvPr/>
            </p:nvPicPr>
            <p:blipFill>
              <a:blip r:embed="rId4"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21" name="object 22">
              <a:extLst>
                <a:ext uri="{FF2B5EF4-FFF2-40B4-BE49-F238E27FC236}">
                  <a16:creationId xmlns:a16="http://schemas.microsoft.com/office/drawing/2014/main" id="{A3EB1A4C-0B99-1909-6DBD-1BE3C0FDE59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2" name="object 23">
              <a:extLst>
                <a:ext uri="{FF2B5EF4-FFF2-40B4-BE49-F238E27FC236}">
                  <a16:creationId xmlns:a16="http://schemas.microsoft.com/office/drawing/2014/main" id="{DF528001-5EB3-DE52-0785-82DFA8E56541}"/>
                </a:ext>
              </a:extLst>
            </p:cNvPr>
            <p:cNvGrpSpPr/>
            <p:nvPr/>
          </p:nvGrpSpPr>
          <p:grpSpPr>
            <a:xfrm>
              <a:off x="9242701" y="249950"/>
              <a:ext cx="202816" cy="135423"/>
              <a:chOff x="18288992" y="494982"/>
              <a:chExt cx="401320" cy="267970"/>
            </a:xfrm>
          </p:grpSpPr>
          <p:sp>
            <p:nvSpPr>
              <p:cNvPr id="23" name="object 24">
                <a:extLst>
                  <a:ext uri="{FF2B5EF4-FFF2-40B4-BE49-F238E27FC236}">
                    <a16:creationId xmlns:a16="http://schemas.microsoft.com/office/drawing/2014/main" id="{B43A1203-EFD0-52EB-E965-58B41339FDC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4" name="object 25">
                <a:extLst>
                  <a:ext uri="{FF2B5EF4-FFF2-40B4-BE49-F238E27FC236}">
                    <a16:creationId xmlns:a16="http://schemas.microsoft.com/office/drawing/2014/main" id="{EA8187B0-9D47-5A92-0663-7EAD561F4B20}"/>
                  </a:ext>
                </a:extLst>
              </p:cNvPr>
              <p:cNvPicPr/>
              <p:nvPr/>
            </p:nvPicPr>
            <p:blipFill>
              <a:blip r:embed="rId3"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26">
                <a:extLst>
                  <a:ext uri="{FF2B5EF4-FFF2-40B4-BE49-F238E27FC236}">
                    <a16:creationId xmlns:a16="http://schemas.microsoft.com/office/drawing/2014/main" id="{BF92E0E9-0288-3B16-4BCF-DD834E568113}"/>
                  </a:ext>
                </a:extLst>
              </p:cNvPr>
              <p:cNvPicPr/>
              <p:nvPr/>
            </p:nvPicPr>
            <p:blipFill>
              <a:blip r:embed="rId4"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6" name="TextBox 35">
            <a:extLst>
              <a:ext uri="{FF2B5EF4-FFF2-40B4-BE49-F238E27FC236}">
                <a16:creationId xmlns:a16="http://schemas.microsoft.com/office/drawing/2014/main" id="{00439E84-97CE-7951-71AF-552278CECA61}"/>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45" name="Picture Placeholder 12">
            <a:extLst>
              <a:ext uri="{FF2B5EF4-FFF2-40B4-BE49-F238E27FC236}">
                <a16:creationId xmlns:a16="http://schemas.microsoft.com/office/drawing/2014/main" id="{4C0A6BFA-50DF-57AC-2B5C-E6000CAC2BB6}"/>
              </a:ext>
            </a:extLst>
          </p:cNvPr>
          <p:cNvSpPr>
            <a:spLocks noGrp="1"/>
          </p:cNvSpPr>
          <p:nvPr>
            <p:ph type="pic" sz="quarter" idx="15"/>
          </p:nvPr>
        </p:nvSpPr>
        <p:spPr>
          <a:xfrm>
            <a:off x="5934269" y="816888"/>
            <a:ext cx="6257731" cy="5177041"/>
          </a:xfrm>
          <a:custGeom>
            <a:avLst/>
            <a:gdLst>
              <a:gd name="connsiteX0" fmla="*/ 1805307 w 6055200"/>
              <a:gd name="connsiteY0" fmla="*/ 0 h 4744529"/>
              <a:gd name="connsiteX1" fmla="*/ 6055200 w 6055200"/>
              <a:gd name="connsiteY1" fmla="*/ 0 h 4744529"/>
              <a:gd name="connsiteX2" fmla="*/ 6055200 w 6055200"/>
              <a:gd name="connsiteY2" fmla="*/ 4744529 h 4744529"/>
              <a:gd name="connsiteX3" fmla="*/ 0 w 6055200"/>
              <a:gd name="connsiteY3" fmla="*/ 4744529 h 4744529"/>
            </a:gdLst>
            <a:ahLst/>
            <a:cxnLst>
              <a:cxn ang="0">
                <a:pos x="connsiteX0" y="connsiteY0"/>
              </a:cxn>
              <a:cxn ang="0">
                <a:pos x="connsiteX1" y="connsiteY1"/>
              </a:cxn>
              <a:cxn ang="0">
                <a:pos x="connsiteX2" y="connsiteY2"/>
              </a:cxn>
              <a:cxn ang="0">
                <a:pos x="connsiteX3" y="connsiteY3"/>
              </a:cxn>
            </a:cxnLst>
            <a:rect l="l" t="t" r="r" b="b"/>
            <a:pathLst>
              <a:path w="6055200" h="4744529">
                <a:moveTo>
                  <a:pt x="1805307" y="0"/>
                </a:moveTo>
                <a:lnTo>
                  <a:pt x="6055200" y="0"/>
                </a:lnTo>
                <a:lnTo>
                  <a:pt x="6055200" y="4744529"/>
                </a:lnTo>
                <a:lnTo>
                  <a:pt x="0" y="4744529"/>
                </a:lnTo>
                <a:close/>
              </a:path>
            </a:pathLst>
          </a:custGeom>
        </p:spPr>
        <p:txBody>
          <a:bodyPr wrap="square" anchor="ctr">
            <a:noAutofit/>
          </a:bodyPr>
          <a:lstStyle>
            <a:lvl1pPr algn="ctr">
              <a:defRPr>
                <a:solidFill>
                  <a:schemeClr val="bg1"/>
                </a:solidFill>
              </a:defRPr>
            </a:lvl1pPr>
          </a:lstStyle>
          <a:p>
            <a:endParaRPr lang="en-US"/>
          </a:p>
        </p:txBody>
      </p:sp>
      <p:pic>
        <p:nvPicPr>
          <p:cNvPr id="3" name="Picture 2">
            <a:extLst>
              <a:ext uri="{FF2B5EF4-FFF2-40B4-BE49-F238E27FC236}">
                <a16:creationId xmlns:a16="http://schemas.microsoft.com/office/drawing/2014/main" id="{6506F441-EFD0-AFAF-EC3D-8860D7DC2894}"/>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056A3A4B-5E08-515F-893B-9070BE9D04C3}"/>
              </a:ext>
            </a:extLst>
          </p:cNvPr>
          <p:cNvPicPr>
            <a:picLocks noChangeAspect="1"/>
          </p:cNvPicPr>
          <p:nvPr userDrawn="1"/>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9703997" y="6408073"/>
            <a:ext cx="2135347" cy="168971"/>
          </a:xfrm>
          <a:prstGeom prst="rect">
            <a:avLst/>
          </a:prstGeom>
        </p:spPr>
      </p:pic>
      <p:sp>
        <p:nvSpPr>
          <p:cNvPr id="11" name="Title 1">
            <a:extLst>
              <a:ext uri="{FF2B5EF4-FFF2-40B4-BE49-F238E27FC236}">
                <a16:creationId xmlns:a16="http://schemas.microsoft.com/office/drawing/2014/main" id="{C731BC8D-E26E-0674-83B1-6149FE092A5D}"/>
              </a:ext>
            </a:extLst>
          </p:cNvPr>
          <p:cNvSpPr>
            <a:spLocks noGrp="1"/>
          </p:cNvSpPr>
          <p:nvPr>
            <p:ph type="title" hasCustomPrompt="1"/>
          </p:nvPr>
        </p:nvSpPr>
        <p:spPr>
          <a:xfrm>
            <a:off x="245655" y="2600329"/>
            <a:ext cx="5223495" cy="1317583"/>
          </a:xfrm>
          <a:prstGeom prst="rect">
            <a:avLst/>
          </a:prstGeom>
        </p:spPr>
        <p:txBody>
          <a:bodyPr/>
          <a:lstStyle>
            <a:lvl1pPr algn="l" defTabSz="914332" rtl="0" eaLnBrk="1" latinLnBrk="0" hangingPunct="1">
              <a:lnSpc>
                <a:spcPct val="90000"/>
              </a:lnSpc>
              <a:spcBef>
                <a:spcPct val="0"/>
              </a:spcBef>
              <a:buNone/>
              <a:defRPr lang="en-US" sz="3600" b="0" i="0" kern="1200" dirty="0">
                <a:solidFill>
                  <a:srgbClr val="C74EFF"/>
                </a:solidFill>
                <a:latin typeface="+mj-lt"/>
                <a:ea typeface="+mj-ea"/>
                <a:cs typeface="+mj-cs"/>
              </a:defRPr>
            </a:lvl1pPr>
          </a:lstStyle>
          <a:p>
            <a:r>
              <a:rPr lang="en-GB"/>
              <a:t>Click to edit title</a:t>
            </a:r>
            <a:endParaRPr lang="en-US"/>
          </a:p>
        </p:txBody>
      </p:sp>
      <p:sp>
        <p:nvSpPr>
          <p:cNvPr id="12" name="Text Placeholder 6">
            <a:extLst>
              <a:ext uri="{FF2B5EF4-FFF2-40B4-BE49-F238E27FC236}">
                <a16:creationId xmlns:a16="http://schemas.microsoft.com/office/drawing/2014/main" id="{1EEE3846-0C41-09E6-19F1-B579C8E2AB2C}"/>
              </a:ext>
            </a:extLst>
          </p:cNvPr>
          <p:cNvSpPr>
            <a:spLocks noGrp="1"/>
          </p:cNvSpPr>
          <p:nvPr>
            <p:ph type="body" sz="quarter" idx="13" hasCustomPrompt="1"/>
          </p:nvPr>
        </p:nvSpPr>
        <p:spPr>
          <a:xfrm>
            <a:off x="245653" y="4004398"/>
            <a:ext cx="4291843" cy="793631"/>
          </a:xfrm>
        </p:spPr>
        <p:txBody>
          <a:bodyPr/>
          <a:lstStyle>
            <a:lvl1pPr marL="0" indent="0">
              <a:lnSpc>
                <a:spcPct val="90000"/>
              </a:lnSpc>
              <a:buNone/>
              <a:defRPr sz="2400">
                <a:solidFill>
                  <a:schemeClr val="bg1"/>
                </a:solidFill>
              </a:defRPr>
            </a:lvl1pPr>
          </a:lstStyle>
          <a:p>
            <a:pPr lvl="0"/>
            <a:r>
              <a:rPr lang="en-GB"/>
              <a:t>Click here to edit subheading</a:t>
            </a:r>
            <a:endParaRPr lang="en-US"/>
          </a:p>
        </p:txBody>
      </p:sp>
      <p:sp>
        <p:nvSpPr>
          <p:cNvPr id="13" name="Text Placeholder 6">
            <a:extLst>
              <a:ext uri="{FF2B5EF4-FFF2-40B4-BE49-F238E27FC236}">
                <a16:creationId xmlns:a16="http://schemas.microsoft.com/office/drawing/2014/main" id="{ECEE140D-DDCC-83DE-B5EF-7A351935C951}"/>
              </a:ext>
            </a:extLst>
          </p:cNvPr>
          <p:cNvSpPr>
            <a:spLocks noGrp="1"/>
          </p:cNvSpPr>
          <p:nvPr>
            <p:ph type="body" sz="quarter" idx="16" hasCustomPrompt="1"/>
          </p:nvPr>
        </p:nvSpPr>
        <p:spPr>
          <a:xfrm>
            <a:off x="245653" y="4891599"/>
            <a:ext cx="4291843" cy="414068"/>
          </a:xfrm>
        </p:spPr>
        <p:txBody>
          <a:bodyPr/>
          <a:lstStyle>
            <a:lvl1pPr marL="0" indent="0">
              <a:buNone/>
              <a:defRPr sz="1600">
                <a:solidFill>
                  <a:schemeClr val="bg1"/>
                </a:solidFill>
              </a:defRPr>
            </a:lvl1pPr>
          </a:lstStyle>
          <a:p>
            <a:pPr lvl="0"/>
            <a:r>
              <a:rPr lang="en-GB"/>
              <a:t>Enter Date or Document Version</a:t>
            </a:r>
            <a:endParaRPr lang="en-US"/>
          </a:p>
        </p:txBody>
      </p:sp>
      <p:pic>
        <p:nvPicPr>
          <p:cNvPr id="31" name="Picture 30">
            <a:extLst>
              <a:ext uri="{FF2B5EF4-FFF2-40B4-BE49-F238E27FC236}">
                <a16:creationId xmlns:a16="http://schemas.microsoft.com/office/drawing/2014/main" id="{D2F38C8C-3ABE-B952-D87C-9FA1F4576C8A}"/>
              </a:ext>
            </a:extLst>
          </p:cNvPr>
          <p:cNvPicPr>
            <a:picLocks noChangeAspect="1"/>
          </p:cNvPicPr>
          <p:nvPr userDrawn="1"/>
        </p:nvPicPr>
        <p:blipFill>
          <a:blip r:embed="rId8"/>
          <a:stretch>
            <a:fillRect/>
          </a:stretch>
        </p:blipFill>
        <p:spPr>
          <a:xfrm>
            <a:off x="301030" y="1259573"/>
            <a:ext cx="667419" cy="832811"/>
          </a:xfrm>
          <a:prstGeom prst="rect">
            <a:avLst/>
          </a:prstGeom>
        </p:spPr>
      </p:pic>
      <p:sp>
        <p:nvSpPr>
          <p:cNvPr id="2" name="hcSlideMaster127.Cover blue 1Header" descr="Classification: Internal">
            <a:extLst>
              <a:ext uri="{FF2B5EF4-FFF2-40B4-BE49-F238E27FC236}">
                <a16:creationId xmlns:a16="http://schemas.microsoft.com/office/drawing/2014/main" id="{E5E3C33E-7847-A182-AC5E-03CDE9F62406}"/>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03181367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0B149E-6858-71E6-9F4B-5CF9CE345E1A}"/>
              </a:ext>
            </a:extLst>
          </p:cNvPr>
          <p:cNvSpPr>
            <a:spLocks noGrp="1"/>
          </p:cNvSpPr>
          <p:nvPr>
            <p:ph type="title" hasCustomPrompt="1"/>
          </p:nvPr>
        </p:nvSpPr>
        <p:spPr>
          <a:xfrm>
            <a:off x="228403" y="2819759"/>
            <a:ext cx="4350335" cy="1715893"/>
          </a:xfrm>
          <a:prstGeom prst="rect">
            <a:avLst/>
          </a:prstGeom>
        </p:spPr>
        <p:txBody>
          <a:bodyPr/>
          <a:lstStyle>
            <a:lvl1pPr>
              <a:lnSpc>
                <a:spcPct val="90000"/>
              </a:lnSpc>
              <a:defRPr sz="2800">
                <a:solidFill>
                  <a:schemeClr val="bg1"/>
                </a:solidFill>
              </a:defRPr>
            </a:lvl1pPr>
          </a:lstStyle>
          <a:p>
            <a:r>
              <a:rPr lang="en-GB"/>
              <a:t>Click to edit title</a:t>
            </a:r>
            <a:endParaRPr lang="en-US"/>
          </a:p>
        </p:txBody>
      </p:sp>
      <p:grpSp>
        <p:nvGrpSpPr>
          <p:cNvPr id="15" name="Group 14">
            <a:extLst>
              <a:ext uri="{FF2B5EF4-FFF2-40B4-BE49-F238E27FC236}">
                <a16:creationId xmlns:a16="http://schemas.microsoft.com/office/drawing/2014/main" id="{8E945807-692A-1600-245C-85B412D88710}"/>
              </a:ext>
            </a:extLst>
          </p:cNvPr>
          <p:cNvGrpSpPr/>
          <p:nvPr userDrawn="1"/>
        </p:nvGrpSpPr>
        <p:grpSpPr>
          <a:xfrm>
            <a:off x="11084200" y="316628"/>
            <a:ext cx="761725" cy="157981"/>
            <a:chOff x="9242701" y="249950"/>
            <a:chExt cx="652960" cy="135423"/>
          </a:xfrm>
        </p:grpSpPr>
        <p:sp>
          <p:nvSpPr>
            <p:cNvPr id="16" name="object 6">
              <a:extLst>
                <a:ext uri="{FF2B5EF4-FFF2-40B4-BE49-F238E27FC236}">
                  <a16:creationId xmlns:a16="http://schemas.microsoft.com/office/drawing/2014/main" id="{FE8252D3-76C6-954E-2C0A-65EEF6F46849}"/>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7" name="object 7">
              <a:extLst>
                <a:ext uri="{FF2B5EF4-FFF2-40B4-BE49-F238E27FC236}">
                  <a16:creationId xmlns:a16="http://schemas.microsoft.com/office/drawing/2014/main" id="{EA57E122-B272-0A88-984F-964418378C1F}"/>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8" name="object 8">
              <a:extLst>
                <a:ext uri="{FF2B5EF4-FFF2-40B4-BE49-F238E27FC236}">
                  <a16:creationId xmlns:a16="http://schemas.microsoft.com/office/drawing/2014/main" id="{028306A9-661C-3404-CF5B-6FBC5F44C34C}"/>
                </a:ext>
              </a:extLst>
            </p:cNvPr>
            <p:cNvGrpSpPr/>
            <p:nvPr/>
          </p:nvGrpSpPr>
          <p:grpSpPr>
            <a:xfrm>
              <a:off x="9242701" y="249950"/>
              <a:ext cx="202816" cy="135423"/>
              <a:chOff x="18288992" y="494982"/>
              <a:chExt cx="401320" cy="267970"/>
            </a:xfrm>
          </p:grpSpPr>
          <p:sp>
            <p:nvSpPr>
              <p:cNvPr id="24" name="object 9">
                <a:extLst>
                  <a:ext uri="{FF2B5EF4-FFF2-40B4-BE49-F238E27FC236}">
                    <a16:creationId xmlns:a16="http://schemas.microsoft.com/office/drawing/2014/main" id="{02F69C2D-AE0D-2217-3C9C-5159FCC38284}"/>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5" name="object 10">
                <a:extLst>
                  <a:ext uri="{FF2B5EF4-FFF2-40B4-BE49-F238E27FC236}">
                    <a16:creationId xmlns:a16="http://schemas.microsoft.com/office/drawing/2014/main" id="{21505F9C-D02D-A3D4-E9DB-1206A8C3C78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1">
                <a:extLst>
                  <a:ext uri="{FF2B5EF4-FFF2-40B4-BE49-F238E27FC236}">
                    <a16:creationId xmlns:a16="http://schemas.microsoft.com/office/drawing/2014/main" id="{3CD5FC1C-7F9D-1E62-715B-6E31AD796965}"/>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9" name="object 22">
              <a:extLst>
                <a:ext uri="{FF2B5EF4-FFF2-40B4-BE49-F238E27FC236}">
                  <a16:creationId xmlns:a16="http://schemas.microsoft.com/office/drawing/2014/main" id="{83BF4D0F-CE14-9AC4-117D-CF805ED8B6BA}"/>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0" name="object 23">
              <a:extLst>
                <a:ext uri="{FF2B5EF4-FFF2-40B4-BE49-F238E27FC236}">
                  <a16:creationId xmlns:a16="http://schemas.microsoft.com/office/drawing/2014/main" id="{7EF3CE76-4E5E-65D3-B5BC-DB148DB55CAF}"/>
                </a:ext>
              </a:extLst>
            </p:cNvPr>
            <p:cNvGrpSpPr/>
            <p:nvPr/>
          </p:nvGrpSpPr>
          <p:grpSpPr>
            <a:xfrm>
              <a:off x="9242701" y="249950"/>
              <a:ext cx="202816" cy="135423"/>
              <a:chOff x="18288992" y="494982"/>
              <a:chExt cx="401320" cy="267970"/>
            </a:xfrm>
          </p:grpSpPr>
          <p:sp>
            <p:nvSpPr>
              <p:cNvPr id="21" name="object 24">
                <a:extLst>
                  <a:ext uri="{FF2B5EF4-FFF2-40B4-BE49-F238E27FC236}">
                    <a16:creationId xmlns:a16="http://schemas.microsoft.com/office/drawing/2014/main" id="{62141BAA-CBDC-6AE2-4753-B610C908CBA7}"/>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2" name="object 25">
                <a:extLst>
                  <a:ext uri="{FF2B5EF4-FFF2-40B4-BE49-F238E27FC236}">
                    <a16:creationId xmlns:a16="http://schemas.microsoft.com/office/drawing/2014/main" id="{D040E6F7-D30E-79FA-F11F-49B5E8F2F1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3" name="object 26">
                <a:extLst>
                  <a:ext uri="{FF2B5EF4-FFF2-40B4-BE49-F238E27FC236}">
                    <a16:creationId xmlns:a16="http://schemas.microsoft.com/office/drawing/2014/main" id="{03017B78-8403-B42E-AC00-2235C5E29D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3" name="TextBox 32">
            <a:extLst>
              <a:ext uri="{FF2B5EF4-FFF2-40B4-BE49-F238E27FC236}">
                <a16:creationId xmlns:a16="http://schemas.microsoft.com/office/drawing/2014/main" id="{0D3738DA-E1A3-951E-954E-52831689FC14}"/>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pic>
        <p:nvPicPr>
          <p:cNvPr id="5" name="Picture 4">
            <a:extLst>
              <a:ext uri="{FF2B5EF4-FFF2-40B4-BE49-F238E27FC236}">
                <a16:creationId xmlns:a16="http://schemas.microsoft.com/office/drawing/2014/main" id="{29592541-D6FF-920E-8DD4-0DF5E0390F19}"/>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6" name="Graphic 5">
            <a:extLst>
              <a:ext uri="{FF2B5EF4-FFF2-40B4-BE49-F238E27FC236}">
                <a16:creationId xmlns:a16="http://schemas.microsoft.com/office/drawing/2014/main" id="{3AF795EE-3A43-1B87-22F2-9C4A6AEA81FE}"/>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4" name="Graphic 3">
            <a:extLst>
              <a:ext uri="{FF2B5EF4-FFF2-40B4-BE49-F238E27FC236}">
                <a16:creationId xmlns:a16="http://schemas.microsoft.com/office/drawing/2014/main" id="{DA40CE07-F721-8FAF-2CC1-2AB13B20B196}"/>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240338" y="-784639"/>
            <a:ext cx="6147337" cy="7202855"/>
          </a:xfrm>
          <a:prstGeom prst="rect">
            <a:avLst/>
          </a:prstGeom>
        </p:spPr>
      </p:pic>
      <p:sp>
        <p:nvSpPr>
          <p:cNvPr id="2" name="hcSlideMaster127.DividerHeader" descr="Classification: Internal">
            <a:extLst>
              <a:ext uri="{FF2B5EF4-FFF2-40B4-BE49-F238E27FC236}">
                <a16:creationId xmlns:a16="http://schemas.microsoft.com/office/drawing/2014/main" id="{25105927-A751-FCF0-3D78-04476136E01D}"/>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0191261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C74EFF">
            <a:alpha val="10000"/>
          </a:srgbClr>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3" name="TextBox 22">
            <a:extLst>
              <a:ext uri="{FF2B5EF4-FFF2-40B4-BE49-F238E27FC236}">
                <a16:creationId xmlns:a16="http://schemas.microsoft.com/office/drawing/2014/main" id="{4819D38D-91FB-FD21-94E8-8E11DC131A76}"/>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pic>
        <p:nvPicPr>
          <p:cNvPr id="2" name="Graphic 1">
            <a:extLst>
              <a:ext uri="{FF2B5EF4-FFF2-40B4-BE49-F238E27FC236}">
                <a16:creationId xmlns:a16="http://schemas.microsoft.com/office/drawing/2014/main" id="{DA86D7A8-EB8A-2832-AB1B-6B23E1F58EEA}"/>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B3A4BD74-7512-33AB-6164-950395DE13DF}"/>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 Placeholder 6">
            <a:extLst>
              <a:ext uri="{FF2B5EF4-FFF2-40B4-BE49-F238E27FC236}">
                <a16:creationId xmlns:a16="http://schemas.microsoft.com/office/drawing/2014/main" id="{59811453-6D1E-E7EA-8CBF-380FD472F723}"/>
              </a:ext>
            </a:extLst>
          </p:cNvPr>
          <p:cNvSpPr>
            <a:spLocks noGrp="1"/>
          </p:cNvSpPr>
          <p:nvPr>
            <p:ph type="body" sz="quarter" idx="14" hasCustomPrompt="1"/>
          </p:nvPr>
        </p:nvSpPr>
        <p:spPr>
          <a:xfrm>
            <a:off x="245652" y="1794295"/>
            <a:ext cx="11709901"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6" name="hcSlideMaster127.Title onlyHeader" descr="Classification: Internal">
            <a:extLst>
              <a:ext uri="{FF2B5EF4-FFF2-40B4-BE49-F238E27FC236}">
                <a16:creationId xmlns:a16="http://schemas.microsoft.com/office/drawing/2014/main" id="{9D2D4AC2-8CF3-277F-65FF-684861C48AF1}"/>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7369840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7A3324-CF26-0748-B4CF-963B702B3F50}"/>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7800C36E-23A3-A880-59DF-BC9A66F7F1F4}"/>
              </a:ext>
            </a:extLst>
          </p:cNvPr>
          <p:cNvSpPr>
            <a:spLocks noGrp="1"/>
          </p:cNvSpPr>
          <p:nvPr>
            <p:ph type="body" sz="quarter" idx="13" hasCustomPrompt="1"/>
          </p:nvPr>
        </p:nvSpPr>
        <p:spPr>
          <a:xfrm>
            <a:off x="4059299" y="804351"/>
            <a:ext cx="6292400" cy="1377087"/>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7A5A69EF-2F3B-DFCB-5808-DFE7FC9E747E}"/>
              </a:ext>
            </a:extLst>
          </p:cNvPr>
          <p:cNvSpPr>
            <a:spLocks noGrp="1"/>
          </p:cNvSpPr>
          <p:nvPr>
            <p:ph type="body" sz="quarter" idx="14" hasCustomPrompt="1"/>
          </p:nvPr>
        </p:nvSpPr>
        <p:spPr>
          <a:xfrm>
            <a:off x="232402" y="2342169"/>
            <a:ext cx="11672055" cy="3834795"/>
          </a:xfrm>
        </p:spPr>
        <p:txBody>
          <a:bodyPr numCol="4"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Title 1">
            <a:extLst>
              <a:ext uri="{FF2B5EF4-FFF2-40B4-BE49-F238E27FC236}">
                <a16:creationId xmlns:a16="http://schemas.microsoft.com/office/drawing/2014/main" id="{949DDFE2-9038-836D-DA36-FAA59D5D3400}"/>
              </a:ext>
            </a:extLst>
          </p:cNvPr>
          <p:cNvSpPr>
            <a:spLocks noGrp="1"/>
          </p:cNvSpPr>
          <p:nvPr>
            <p:ph type="title" hasCustomPrompt="1"/>
          </p:nvPr>
        </p:nvSpPr>
        <p:spPr>
          <a:xfrm>
            <a:off x="228353" y="849280"/>
            <a:ext cx="3092819" cy="1356365"/>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16" name="Group 15">
            <a:extLst>
              <a:ext uri="{FF2B5EF4-FFF2-40B4-BE49-F238E27FC236}">
                <a16:creationId xmlns:a16="http://schemas.microsoft.com/office/drawing/2014/main" id="{E8D51EC2-0C3E-D847-A05D-4AB70622EA52}"/>
              </a:ext>
            </a:extLst>
          </p:cNvPr>
          <p:cNvGrpSpPr/>
          <p:nvPr userDrawn="1"/>
        </p:nvGrpSpPr>
        <p:grpSpPr>
          <a:xfrm>
            <a:off x="11084202" y="316459"/>
            <a:ext cx="761727" cy="157980"/>
            <a:chOff x="9242701" y="249950"/>
            <a:chExt cx="652960" cy="135423"/>
          </a:xfrm>
        </p:grpSpPr>
        <p:sp>
          <p:nvSpPr>
            <p:cNvPr id="17" name="object 11">
              <a:extLst>
                <a:ext uri="{FF2B5EF4-FFF2-40B4-BE49-F238E27FC236}">
                  <a16:creationId xmlns:a16="http://schemas.microsoft.com/office/drawing/2014/main" id="{29221EF7-6A51-8F7D-B564-929FB26C6D95}"/>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8" name="object 12">
              <a:extLst>
                <a:ext uri="{FF2B5EF4-FFF2-40B4-BE49-F238E27FC236}">
                  <a16:creationId xmlns:a16="http://schemas.microsoft.com/office/drawing/2014/main" id="{218582E0-2A5B-56D8-0C63-76593A0A51A3}"/>
                </a:ext>
              </a:extLst>
            </p:cNvPr>
            <p:cNvGrpSpPr/>
            <p:nvPr/>
          </p:nvGrpSpPr>
          <p:grpSpPr>
            <a:xfrm>
              <a:off x="9242701" y="249950"/>
              <a:ext cx="202816" cy="135423"/>
              <a:chOff x="18288992" y="494982"/>
              <a:chExt cx="401320" cy="267970"/>
            </a:xfrm>
          </p:grpSpPr>
          <p:sp>
            <p:nvSpPr>
              <p:cNvPr id="19" name="object 13">
                <a:extLst>
                  <a:ext uri="{FF2B5EF4-FFF2-40B4-BE49-F238E27FC236}">
                    <a16:creationId xmlns:a16="http://schemas.microsoft.com/office/drawing/2014/main" id="{EA476F20-B3D1-DC85-8A95-9A5505D7C3D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0" name="object 14">
                <a:extLst>
                  <a:ext uri="{FF2B5EF4-FFF2-40B4-BE49-F238E27FC236}">
                    <a16:creationId xmlns:a16="http://schemas.microsoft.com/office/drawing/2014/main" id="{3582D895-C8C8-B690-AD9F-10B1629E86CE}"/>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1" name="object 15">
                <a:extLst>
                  <a:ext uri="{FF2B5EF4-FFF2-40B4-BE49-F238E27FC236}">
                    <a16:creationId xmlns:a16="http://schemas.microsoft.com/office/drawing/2014/main" id="{D161E6C6-0726-A22E-7F8C-EBF4C37F083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5" name="TextBox 24">
            <a:extLst>
              <a:ext uri="{FF2B5EF4-FFF2-40B4-BE49-F238E27FC236}">
                <a16:creationId xmlns:a16="http://schemas.microsoft.com/office/drawing/2014/main" id="{8C19C1E7-8295-246C-61F7-8607BE60CAD7}"/>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pic>
        <p:nvPicPr>
          <p:cNvPr id="4" name="Graphic 3">
            <a:extLst>
              <a:ext uri="{FF2B5EF4-FFF2-40B4-BE49-F238E27FC236}">
                <a16:creationId xmlns:a16="http://schemas.microsoft.com/office/drawing/2014/main" id="{D97F2A1D-C049-E92B-CE18-27D154078F3D}"/>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A356FD4F-F82A-7090-E77B-88B017ACE063}"/>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hcSlideMaster127.Content 1Header" descr="Classification: Internal">
            <a:extLst>
              <a:ext uri="{FF2B5EF4-FFF2-40B4-BE49-F238E27FC236}">
                <a16:creationId xmlns:a16="http://schemas.microsoft.com/office/drawing/2014/main" id="{E60A4D41-16E6-9555-426C-51BCAFF739E3}"/>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24494693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rgbClr val="C74EFF">
            <a:alpha val="10000"/>
          </a:srgbClr>
        </a:solidFill>
        <a:effectLst/>
      </p:bgPr>
    </p:bg>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0D7A0BF0-2489-55D2-D22F-70F6A243178F}"/>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sp>
        <p:nvSpPr>
          <p:cNvPr id="3" name="Slide Number Placeholder 2">
            <a:extLst>
              <a:ext uri="{FF2B5EF4-FFF2-40B4-BE49-F238E27FC236}">
                <a16:creationId xmlns:a16="http://schemas.microsoft.com/office/drawing/2014/main" id="{458B7FC8-EE15-AEF0-1D58-CE9F1AEC3A63}"/>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10" name="Text Placeholder 6">
            <a:extLst>
              <a:ext uri="{FF2B5EF4-FFF2-40B4-BE49-F238E27FC236}">
                <a16:creationId xmlns:a16="http://schemas.microsoft.com/office/drawing/2014/main" id="{B58CDEAE-0597-06FC-ABED-A9C01545D022}"/>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Picture Placeholder 11">
            <a:extLst>
              <a:ext uri="{FF2B5EF4-FFF2-40B4-BE49-F238E27FC236}">
                <a16:creationId xmlns:a16="http://schemas.microsoft.com/office/drawing/2014/main" id="{B5D368A5-187B-6D30-1945-820656F673A2}"/>
              </a:ext>
            </a:extLst>
          </p:cNvPr>
          <p:cNvSpPr>
            <a:spLocks noGrp="1"/>
          </p:cNvSpPr>
          <p:nvPr>
            <p:ph type="pic" sz="quarter" idx="15"/>
          </p:nvPr>
        </p:nvSpPr>
        <p:spPr>
          <a:xfrm>
            <a:off x="5" y="1811342"/>
            <a:ext cx="3675063" cy="4365625"/>
          </a:xfrm>
          <a:solidFill>
            <a:schemeClr val="bg1">
              <a:lumMod val="95000"/>
            </a:schemeClr>
          </a:solidFill>
        </p:spPr>
        <p:txBody>
          <a:bodyPr anchor="ctr"/>
          <a:lstStyle>
            <a:lvl1pPr algn="ctr">
              <a:defRPr/>
            </a:lvl1pPr>
          </a:lstStyle>
          <a:p>
            <a:endParaRPr lang="en-US"/>
          </a:p>
        </p:txBody>
      </p:sp>
      <p:sp>
        <p:nvSpPr>
          <p:cNvPr id="17" name="Title 1">
            <a:extLst>
              <a:ext uri="{FF2B5EF4-FFF2-40B4-BE49-F238E27FC236}">
                <a16:creationId xmlns:a16="http://schemas.microsoft.com/office/drawing/2014/main" id="{57CA5432-E6C4-9E0E-4AE7-A5CAD48F4F7D}"/>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21" name="Group 20">
            <a:extLst>
              <a:ext uri="{FF2B5EF4-FFF2-40B4-BE49-F238E27FC236}">
                <a16:creationId xmlns:a16="http://schemas.microsoft.com/office/drawing/2014/main" id="{53874EF4-1CF7-7897-D289-2ACFF353C026}"/>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6613F8F-3605-BDAD-82A2-772717016A50}"/>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D5DDB524-DC96-9CC5-5D30-5121EC25B0F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08685EC9-126E-7223-FB54-4682ABB8AF49}"/>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638480FE-5064-365E-0764-1EDB515E42D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9EB73C38-AE3B-108A-9FC8-295E5E8C530C}"/>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AF805B28-41B5-988C-4391-E0A122E5CBEF}"/>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600084E3-673E-BE7E-4FB3-65782A60E864}"/>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hcSlideMaster127.Content 2Header" descr="Classification: Internal">
            <a:extLst>
              <a:ext uri="{FF2B5EF4-FFF2-40B4-BE49-F238E27FC236}">
                <a16:creationId xmlns:a16="http://schemas.microsoft.com/office/drawing/2014/main" id="{0C2955B7-FF10-2AB2-6420-41A6EA68627D}"/>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48195876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85254999-0687-9882-5AD2-9787176AA3A3}"/>
              </a:ext>
            </a:extLst>
          </p:cNvPr>
          <p:cNvSpPr>
            <a:spLocks noGrp="1"/>
          </p:cNvSpPr>
          <p:nvPr>
            <p:ph type="body" sz="quarter" idx="13" hasCustomPrompt="1"/>
          </p:nvPr>
        </p:nvSpPr>
        <p:spPr>
          <a:xfrm>
            <a:off x="245653" y="1783836"/>
            <a:ext cx="3560323" cy="4427525"/>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CCEC5A13-BD8A-5C44-99F9-90183704A03F}"/>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3" name="TextBox 22">
            <a:extLst>
              <a:ext uri="{FF2B5EF4-FFF2-40B4-BE49-F238E27FC236}">
                <a16:creationId xmlns:a16="http://schemas.microsoft.com/office/drawing/2014/main" id="{4819D38D-91FB-FD21-94E8-8E11DC131A76}"/>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pic>
        <p:nvPicPr>
          <p:cNvPr id="4" name="Graphic 3">
            <a:extLst>
              <a:ext uri="{FF2B5EF4-FFF2-40B4-BE49-F238E27FC236}">
                <a16:creationId xmlns:a16="http://schemas.microsoft.com/office/drawing/2014/main" id="{57200D40-AB10-D5C6-A14C-A460890F2EA9}"/>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03888AB8-42DE-9A40-A4E3-69457E75BC9C}"/>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hcSlideMaster127.Content 3Header" descr="Classification: Internal">
            <a:extLst>
              <a:ext uri="{FF2B5EF4-FFF2-40B4-BE49-F238E27FC236}">
                <a16:creationId xmlns:a16="http://schemas.microsoft.com/office/drawing/2014/main" id="{022BF0EC-1BD2-4D4D-E6B6-F42DB6CC336A}"/>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31744406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tx2"/>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676F08B8-0EF2-276E-D85F-151FA39423C7}"/>
              </a:ext>
            </a:extLst>
          </p:cNvPr>
          <p:cNvSpPr txBox="1"/>
          <p:nvPr userDrawn="1"/>
        </p:nvSpPr>
        <p:spPr>
          <a:xfrm>
            <a:off x="323648" y="1693821"/>
            <a:ext cx="2467781" cy="1265748"/>
          </a:xfrm>
          <a:prstGeom prst="rect">
            <a:avLst/>
          </a:prstGeom>
        </p:spPr>
        <p:txBody>
          <a:bodyPr vert="horz" wrap="square" lIns="0" tIns="31449" rIns="0" bIns="0" rtlCol="0">
            <a:spAutoFit/>
          </a:bodyPr>
          <a:lstStyle/>
          <a:p>
            <a:pPr marL="6419">
              <a:lnSpc>
                <a:spcPct val="120000"/>
              </a:lnSpc>
              <a:spcBef>
                <a:spcPts val="248"/>
              </a:spcBef>
            </a:pPr>
            <a:r>
              <a:rPr sz="1100" spc="81">
                <a:solidFill>
                  <a:srgbClr val="C74EFF"/>
                </a:solidFill>
                <a:latin typeface="DMSans-Medium"/>
                <a:cs typeface="DMSans-Medium"/>
              </a:rPr>
              <a:t>ASIA</a:t>
            </a:r>
            <a:r>
              <a:rPr sz="1100" spc="223">
                <a:solidFill>
                  <a:srgbClr val="C74EFF"/>
                </a:solidFill>
                <a:latin typeface="DMSans-Medium"/>
                <a:cs typeface="DMSans-Medium"/>
              </a:rPr>
              <a:t> </a:t>
            </a:r>
            <a:r>
              <a:rPr sz="1100" spc="71">
                <a:solidFill>
                  <a:srgbClr val="C74EFF"/>
                </a:solidFill>
                <a:latin typeface="DMSans-Medium"/>
                <a:cs typeface="DMSans-Medium"/>
              </a:rPr>
              <a:t>PACIFIC </a:t>
            </a:r>
            <a:endParaRPr sz="1100">
              <a:solidFill>
                <a:srgbClr val="C74EFF"/>
              </a:solidFill>
              <a:latin typeface="DMSans-Medium"/>
              <a:cs typeface="DMSans-Medium"/>
            </a:endParaRPr>
          </a:p>
          <a:p>
            <a:pPr marL="6419" marR="2567">
              <a:lnSpc>
                <a:spcPct val="120000"/>
              </a:lnSpc>
            </a:pPr>
            <a:r>
              <a:rPr sz="1100">
                <a:solidFill>
                  <a:srgbClr val="FFFFFF"/>
                </a:solidFill>
                <a:latin typeface="DM Sans"/>
                <a:cs typeface="DM Sans"/>
              </a:rPr>
              <a:t>25</a:t>
            </a:r>
            <a:r>
              <a:rPr sz="1100" spc="-19">
                <a:solidFill>
                  <a:srgbClr val="FFFFFF"/>
                </a:solidFill>
                <a:latin typeface="DM Sans"/>
                <a:cs typeface="DM Sans"/>
              </a:rPr>
              <a:t> </a:t>
            </a:r>
            <a:r>
              <a:rPr sz="1100">
                <a:solidFill>
                  <a:srgbClr val="FFFFFF"/>
                </a:solidFill>
                <a:latin typeface="DM Sans"/>
                <a:cs typeface="DM Sans"/>
              </a:rPr>
              <a:t>Rajiv</a:t>
            </a:r>
            <a:r>
              <a:rPr sz="1100" spc="-19">
                <a:solidFill>
                  <a:srgbClr val="FFFFFF"/>
                </a:solidFill>
                <a:latin typeface="DM Sans"/>
                <a:cs typeface="DM Sans"/>
              </a:rPr>
              <a:t> </a:t>
            </a:r>
            <a:r>
              <a:rPr sz="1100">
                <a:solidFill>
                  <a:srgbClr val="FFFFFF"/>
                </a:solidFill>
                <a:latin typeface="DM Sans"/>
                <a:cs typeface="DM Sans"/>
              </a:rPr>
              <a:t>Gandhi</a:t>
            </a:r>
            <a:r>
              <a:rPr sz="1100" spc="-19">
                <a:solidFill>
                  <a:srgbClr val="FFFFFF"/>
                </a:solidFill>
                <a:latin typeface="DM Sans"/>
                <a:cs typeface="DM Sans"/>
              </a:rPr>
              <a:t> </a:t>
            </a:r>
            <a:r>
              <a:rPr sz="1100">
                <a:solidFill>
                  <a:srgbClr val="FFFFFF"/>
                </a:solidFill>
                <a:latin typeface="DM Sans"/>
                <a:cs typeface="DM Sans"/>
              </a:rPr>
              <a:t>Infotech</a:t>
            </a:r>
            <a:r>
              <a:rPr sz="1100" spc="-19">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err="1">
                <a:solidFill>
                  <a:srgbClr val="FFFFFF"/>
                </a:solidFill>
                <a:latin typeface="DM Sans"/>
                <a:cs typeface="DM Sans"/>
              </a:rPr>
              <a:t>Hinjawadi</a:t>
            </a:r>
            <a:r>
              <a:rPr sz="1100">
                <a:solidFill>
                  <a:srgbClr val="FFFFFF"/>
                </a:solidFill>
                <a:latin typeface="DM Sans"/>
                <a:cs typeface="DM Sans"/>
              </a:rPr>
              <a:t>,</a:t>
            </a:r>
            <a:r>
              <a:rPr sz="1100" spc="-33">
                <a:solidFill>
                  <a:srgbClr val="FFFFFF"/>
                </a:solidFill>
                <a:latin typeface="DM Sans"/>
                <a:cs typeface="DM Sans"/>
              </a:rPr>
              <a:t> </a:t>
            </a:r>
            <a:r>
              <a:rPr sz="1100" spc="-11">
                <a:solidFill>
                  <a:srgbClr val="FFFFFF"/>
                </a:solidFill>
                <a:latin typeface="DM Sans"/>
                <a:cs typeface="DM Sans"/>
              </a:rPr>
              <a:t>Pune</a:t>
            </a:r>
            <a:endParaRPr sz="1100">
              <a:latin typeface="DM Sans"/>
              <a:cs typeface="DM Sans"/>
            </a:endParaRPr>
          </a:p>
          <a:p>
            <a:pPr marL="6419" marR="1210942">
              <a:lnSpc>
                <a:spcPct val="120000"/>
              </a:lnSpc>
            </a:pPr>
            <a:r>
              <a:rPr sz="1100" spc="-7">
                <a:solidFill>
                  <a:srgbClr val="FFFFFF"/>
                </a:solidFill>
                <a:latin typeface="DM Sans"/>
                <a:cs typeface="DM Sans"/>
              </a:rPr>
              <a:t>India</a:t>
            </a:r>
            <a:br>
              <a:rPr lang="en-GB" sz="1100" spc="-7">
                <a:solidFill>
                  <a:srgbClr val="FFFFFF"/>
                </a:solidFill>
                <a:latin typeface="DM Sans"/>
                <a:cs typeface="DM Sans"/>
              </a:rPr>
            </a:br>
            <a:r>
              <a:rPr sz="1100" spc="-7">
                <a:solidFill>
                  <a:srgbClr val="FFFFFF"/>
                </a:solidFill>
                <a:latin typeface="DM Sans"/>
                <a:cs typeface="DM Sans"/>
              </a:rPr>
              <a:t>411057</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28">
                <a:solidFill>
                  <a:srgbClr val="FFFFFF"/>
                </a:solidFill>
                <a:latin typeface="DM Sans"/>
                <a:cs typeface="DM Sans"/>
              </a:rPr>
              <a:t> </a:t>
            </a:r>
            <a:r>
              <a:rPr sz="1100">
                <a:solidFill>
                  <a:srgbClr val="FFFFFF"/>
                </a:solidFill>
                <a:latin typeface="DM Sans"/>
                <a:cs typeface="DM Sans"/>
              </a:rPr>
              <a:t>+91</a:t>
            </a:r>
            <a:r>
              <a:rPr sz="1100" spc="-28">
                <a:solidFill>
                  <a:srgbClr val="FFFFFF"/>
                </a:solidFill>
                <a:latin typeface="DM Sans"/>
                <a:cs typeface="DM Sans"/>
              </a:rPr>
              <a:t> </a:t>
            </a:r>
            <a:r>
              <a:rPr sz="1100">
                <a:solidFill>
                  <a:srgbClr val="FFFFFF"/>
                </a:solidFill>
                <a:latin typeface="DM Sans"/>
                <a:cs typeface="DM Sans"/>
              </a:rPr>
              <a:t>20</a:t>
            </a:r>
            <a:r>
              <a:rPr sz="1100" spc="-28">
                <a:solidFill>
                  <a:srgbClr val="FFFFFF"/>
                </a:solidFill>
                <a:latin typeface="DM Sans"/>
                <a:cs typeface="DM Sans"/>
              </a:rPr>
              <a:t> </a:t>
            </a:r>
            <a:r>
              <a:rPr sz="1100">
                <a:solidFill>
                  <a:srgbClr val="FFFFFF"/>
                </a:solidFill>
                <a:latin typeface="DM Sans"/>
                <a:cs typeface="DM Sans"/>
              </a:rPr>
              <a:t>6652</a:t>
            </a:r>
            <a:r>
              <a:rPr sz="1100" spc="-27">
                <a:solidFill>
                  <a:srgbClr val="FFFFFF"/>
                </a:solidFill>
                <a:latin typeface="DM Sans"/>
                <a:cs typeface="DM Sans"/>
              </a:rPr>
              <a:t> </a:t>
            </a:r>
            <a:r>
              <a:rPr sz="1100" spc="-11">
                <a:solidFill>
                  <a:srgbClr val="FFFFFF"/>
                </a:solidFill>
                <a:latin typeface="DM Sans"/>
                <a:cs typeface="DM Sans"/>
              </a:rPr>
              <a:t>9090</a:t>
            </a:r>
            <a:endParaRPr sz="1100">
              <a:latin typeface="DM Sans"/>
              <a:cs typeface="DM Sans"/>
            </a:endParaRPr>
          </a:p>
        </p:txBody>
      </p:sp>
      <p:sp>
        <p:nvSpPr>
          <p:cNvPr id="13" name="object 4">
            <a:extLst>
              <a:ext uri="{FF2B5EF4-FFF2-40B4-BE49-F238E27FC236}">
                <a16:creationId xmlns:a16="http://schemas.microsoft.com/office/drawing/2014/main" id="{BF26C33B-9003-AF9E-198E-D60A669D328F}"/>
              </a:ext>
            </a:extLst>
          </p:cNvPr>
          <p:cNvSpPr txBox="1"/>
          <p:nvPr userDrawn="1"/>
        </p:nvSpPr>
        <p:spPr>
          <a:xfrm>
            <a:off x="323650" y="3110926"/>
            <a:ext cx="3097129" cy="1672013"/>
          </a:xfrm>
          <a:prstGeom prst="rect">
            <a:avLst/>
          </a:prstGeom>
        </p:spPr>
        <p:txBody>
          <a:bodyPr vert="horz" wrap="square" lIns="0" tIns="31449" rIns="0" bIns="0" rtlCol="0">
            <a:spAutoFit/>
          </a:bodyPr>
          <a:lstStyle/>
          <a:p>
            <a:pPr marL="6419">
              <a:lnSpc>
                <a:spcPct val="120000"/>
              </a:lnSpc>
              <a:spcBef>
                <a:spcPts val="248"/>
              </a:spcBef>
            </a:pPr>
            <a:r>
              <a:rPr sz="1100" spc="83">
                <a:solidFill>
                  <a:srgbClr val="C74EFF"/>
                </a:solidFill>
                <a:latin typeface="DMSans-Medium"/>
                <a:cs typeface="DMSans-Medium"/>
              </a:rPr>
              <a:t>EUROPE </a:t>
            </a:r>
            <a:endParaRPr sz="1100">
              <a:solidFill>
                <a:srgbClr val="C74EFF"/>
              </a:solidFill>
              <a:latin typeface="DMSans-Medium"/>
              <a:cs typeface="DMSans-Medium"/>
            </a:endParaRPr>
          </a:p>
          <a:p>
            <a:pPr marL="6419" marR="2567">
              <a:lnSpc>
                <a:spcPct val="120000"/>
              </a:lnSpc>
            </a:pPr>
            <a:r>
              <a:rPr sz="1100">
                <a:solidFill>
                  <a:srgbClr val="FFFFFF"/>
                </a:solidFill>
                <a:latin typeface="DM Sans"/>
                <a:cs typeface="DM Sans"/>
              </a:rPr>
              <a:t>The</a:t>
            </a:r>
            <a:r>
              <a:rPr sz="1100" spc="-12">
                <a:solidFill>
                  <a:srgbClr val="FFFFFF"/>
                </a:solidFill>
                <a:latin typeface="DM Sans"/>
                <a:cs typeface="DM Sans"/>
              </a:rPr>
              <a:t> </a:t>
            </a:r>
            <a:r>
              <a:rPr sz="1100">
                <a:solidFill>
                  <a:srgbClr val="FFFFFF"/>
                </a:solidFill>
                <a:latin typeface="DM Sans"/>
                <a:cs typeface="DM Sans"/>
              </a:rPr>
              <a:t>European</a:t>
            </a:r>
            <a:r>
              <a:rPr sz="1100" spc="-11">
                <a:solidFill>
                  <a:srgbClr val="FFFFFF"/>
                </a:solidFill>
                <a:latin typeface="DM Sans"/>
                <a:cs typeface="DM Sans"/>
              </a:rPr>
              <a:t> </a:t>
            </a:r>
            <a:r>
              <a:rPr sz="1100" spc="-7">
                <a:solidFill>
                  <a:srgbClr val="FFFFFF"/>
                </a:solidFill>
                <a:latin typeface="DM Sans"/>
                <a:cs typeface="DM Sans"/>
              </a:rPr>
              <a:t>Innovation</a:t>
            </a:r>
            <a:br>
              <a:rPr lang="en-GB" sz="1100" spc="-11">
                <a:solidFill>
                  <a:srgbClr val="FFFFFF"/>
                </a:solidFill>
                <a:latin typeface="DM Sans"/>
                <a:cs typeface="DM Sans"/>
              </a:rPr>
            </a:br>
            <a:r>
              <a:rPr sz="1100" spc="-12">
                <a:solidFill>
                  <a:srgbClr val="FFFFFF"/>
                </a:solidFill>
                <a:latin typeface="DM Sans"/>
                <a:cs typeface="DM Sans"/>
              </a:rPr>
              <a:t>and </a:t>
            </a:r>
            <a:r>
              <a:rPr sz="1100">
                <a:solidFill>
                  <a:srgbClr val="FFFFFF"/>
                </a:solidFill>
                <a:latin typeface="DM Sans"/>
                <a:cs typeface="DM Sans"/>
              </a:rPr>
              <a:t>Development</a:t>
            </a:r>
            <a:r>
              <a:rPr sz="1100" spc="-33">
                <a:solidFill>
                  <a:srgbClr val="FFFFFF"/>
                </a:solidFill>
                <a:latin typeface="DM Sans"/>
                <a:cs typeface="DM Sans"/>
              </a:rPr>
              <a:t> </a:t>
            </a:r>
            <a:r>
              <a:rPr sz="1100">
                <a:solidFill>
                  <a:srgbClr val="FFFFFF"/>
                </a:solidFill>
                <a:latin typeface="DM Sans"/>
                <a:cs typeface="DM Sans"/>
              </a:rPr>
              <a:t>Centre</a:t>
            </a:r>
            <a:r>
              <a:rPr sz="1100" spc="-31">
                <a:solidFill>
                  <a:srgbClr val="FFFFFF"/>
                </a:solidFill>
                <a:latin typeface="DM Sans"/>
                <a:cs typeface="DM Sans"/>
              </a:rPr>
              <a:t> </a:t>
            </a:r>
            <a:r>
              <a:rPr sz="1100" spc="-7">
                <a:solidFill>
                  <a:srgbClr val="FFFFFF"/>
                </a:solidFill>
                <a:latin typeface="DM Sans"/>
                <a:cs typeface="DM Sans"/>
              </a:rPr>
              <a:t>(E</a:t>
            </a:r>
            <a:r>
              <a:rPr lang="en-US" sz="1100" spc="-7">
                <a:solidFill>
                  <a:srgbClr val="FFFFFF"/>
                </a:solidFill>
                <a:latin typeface="DM Sans"/>
                <a:cs typeface="DM Sans"/>
              </a:rPr>
              <a:t>I</a:t>
            </a:r>
            <a:r>
              <a:rPr sz="1100" spc="-7">
                <a:solidFill>
                  <a:srgbClr val="FFFFFF"/>
                </a:solidFill>
                <a:latin typeface="DM Sans"/>
                <a:cs typeface="DM Sans"/>
              </a:rPr>
              <a:t>DC)</a:t>
            </a:r>
            <a:br>
              <a:rPr lang="en-GB" sz="1100" spc="-7">
                <a:solidFill>
                  <a:srgbClr val="FFFFFF"/>
                </a:solidFill>
                <a:latin typeface="DM Sans"/>
                <a:cs typeface="DM Sans"/>
              </a:rPr>
            </a:br>
            <a:r>
              <a:rPr sz="1100">
                <a:solidFill>
                  <a:srgbClr val="FFFFFF"/>
                </a:solidFill>
                <a:latin typeface="DM Sans"/>
                <a:cs typeface="DM Sans"/>
              </a:rPr>
              <a:t>Olympus </a:t>
            </a:r>
            <a:r>
              <a:rPr sz="1100" spc="-7">
                <a:solidFill>
                  <a:srgbClr val="FFFFFF"/>
                </a:solidFill>
                <a:latin typeface="DM Sans"/>
                <a:cs typeface="DM Sans"/>
              </a:rPr>
              <a:t>Avenue</a:t>
            </a:r>
            <a:endParaRPr sz="1100">
              <a:latin typeface="DM Sans"/>
              <a:cs typeface="DM Sans"/>
            </a:endParaRPr>
          </a:p>
          <a:p>
            <a:pPr marL="6419" marR="737668">
              <a:lnSpc>
                <a:spcPct val="120000"/>
              </a:lnSpc>
            </a:pPr>
            <a:r>
              <a:rPr sz="1100" spc="-7" err="1">
                <a:solidFill>
                  <a:srgbClr val="FFFFFF"/>
                </a:solidFill>
                <a:latin typeface="DM Sans"/>
                <a:cs typeface="DM Sans"/>
              </a:rPr>
              <a:t>Tachbrook</a:t>
            </a:r>
            <a:r>
              <a:rPr sz="1100" spc="-47">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a:solidFill>
                  <a:srgbClr val="FFFFFF"/>
                </a:solidFill>
                <a:latin typeface="DM Sans"/>
                <a:cs typeface="DM Sans"/>
              </a:rPr>
              <a:t>Warwick,</a:t>
            </a:r>
            <a:r>
              <a:rPr sz="1100" spc="-47">
                <a:solidFill>
                  <a:srgbClr val="FFFFFF"/>
                </a:solidFill>
                <a:latin typeface="DM Sans"/>
                <a:cs typeface="DM Sans"/>
              </a:rPr>
              <a:t> </a:t>
            </a:r>
            <a:r>
              <a:rPr sz="1100" spc="-12">
                <a:solidFill>
                  <a:srgbClr val="FFFFFF"/>
                </a:solidFill>
                <a:latin typeface="DM Sans"/>
                <a:cs typeface="DM Sans"/>
              </a:rPr>
              <a:t>UK</a:t>
            </a:r>
            <a:br>
              <a:rPr lang="en-GB" sz="1100" spc="-12">
                <a:solidFill>
                  <a:srgbClr val="FFFFFF"/>
                </a:solidFill>
                <a:latin typeface="DM Sans"/>
                <a:cs typeface="DM Sans"/>
              </a:rPr>
            </a:br>
            <a:r>
              <a:rPr sz="1100">
                <a:solidFill>
                  <a:srgbClr val="FFFFFF"/>
                </a:solidFill>
                <a:latin typeface="DM Sans"/>
                <a:cs typeface="DM Sans"/>
              </a:rPr>
              <a:t>CV34</a:t>
            </a:r>
            <a:r>
              <a:rPr sz="1100" spc="-19">
                <a:solidFill>
                  <a:srgbClr val="FFFFFF"/>
                </a:solidFill>
                <a:latin typeface="DM Sans"/>
                <a:cs typeface="DM Sans"/>
              </a:rPr>
              <a:t> </a:t>
            </a:r>
            <a:r>
              <a:rPr sz="1100" spc="-12">
                <a:solidFill>
                  <a:srgbClr val="FFFFFF"/>
                </a:solidFill>
                <a:latin typeface="DM Sans"/>
                <a:cs typeface="DM Sans"/>
              </a:rPr>
              <a:t>6RJ</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31">
                <a:solidFill>
                  <a:srgbClr val="FFFFFF"/>
                </a:solidFill>
                <a:latin typeface="DM Sans"/>
                <a:cs typeface="DM Sans"/>
              </a:rPr>
              <a:t> </a:t>
            </a:r>
            <a:r>
              <a:rPr sz="1100">
                <a:solidFill>
                  <a:srgbClr val="FFFFFF"/>
                </a:solidFill>
                <a:latin typeface="DM Sans"/>
                <a:cs typeface="DM Sans"/>
              </a:rPr>
              <a:t>+44</a:t>
            </a:r>
            <a:r>
              <a:rPr sz="1100" spc="-28">
                <a:solidFill>
                  <a:srgbClr val="FFFFFF"/>
                </a:solidFill>
                <a:latin typeface="DM Sans"/>
                <a:cs typeface="DM Sans"/>
              </a:rPr>
              <a:t> </a:t>
            </a:r>
            <a:r>
              <a:rPr sz="1100" spc="-11">
                <a:solidFill>
                  <a:srgbClr val="FFFFFF"/>
                </a:solidFill>
                <a:latin typeface="DM Sans"/>
                <a:cs typeface="DM Sans"/>
              </a:rPr>
              <a:t>(0)</a:t>
            </a:r>
            <a:r>
              <a:rPr sz="1100" spc="-31">
                <a:solidFill>
                  <a:srgbClr val="FFFFFF"/>
                </a:solidFill>
                <a:latin typeface="DM Sans"/>
                <a:cs typeface="DM Sans"/>
              </a:rPr>
              <a:t> </a:t>
            </a:r>
            <a:r>
              <a:rPr sz="1100">
                <a:solidFill>
                  <a:srgbClr val="FFFFFF"/>
                </a:solidFill>
                <a:latin typeface="DM Sans"/>
                <a:cs typeface="DM Sans"/>
              </a:rPr>
              <a:t>8443</a:t>
            </a:r>
            <a:r>
              <a:rPr sz="1100" spc="-28">
                <a:solidFill>
                  <a:srgbClr val="FFFFFF"/>
                </a:solidFill>
                <a:latin typeface="DM Sans"/>
                <a:cs typeface="DM Sans"/>
              </a:rPr>
              <a:t> </a:t>
            </a:r>
            <a:r>
              <a:rPr sz="1100">
                <a:solidFill>
                  <a:srgbClr val="FFFFFF"/>
                </a:solidFill>
                <a:latin typeface="DM Sans"/>
                <a:cs typeface="DM Sans"/>
              </a:rPr>
              <a:t>759</a:t>
            </a:r>
            <a:r>
              <a:rPr sz="1100" spc="-28">
                <a:solidFill>
                  <a:srgbClr val="FFFFFF"/>
                </a:solidFill>
                <a:latin typeface="DM Sans"/>
                <a:cs typeface="DM Sans"/>
              </a:rPr>
              <a:t> </a:t>
            </a:r>
            <a:r>
              <a:rPr sz="1100" spc="-12">
                <a:solidFill>
                  <a:srgbClr val="FFFFFF"/>
                </a:solidFill>
                <a:latin typeface="DM Sans"/>
                <a:cs typeface="DM Sans"/>
              </a:rPr>
              <a:t>685</a:t>
            </a:r>
            <a:endParaRPr sz="1100">
              <a:latin typeface="DM Sans"/>
              <a:cs typeface="DM Sans"/>
            </a:endParaRPr>
          </a:p>
        </p:txBody>
      </p:sp>
      <p:sp>
        <p:nvSpPr>
          <p:cNvPr id="14" name="object 5">
            <a:extLst>
              <a:ext uri="{FF2B5EF4-FFF2-40B4-BE49-F238E27FC236}">
                <a16:creationId xmlns:a16="http://schemas.microsoft.com/office/drawing/2014/main" id="{6A3C39D7-D3DF-5D8A-DB08-939B708E7FE3}"/>
              </a:ext>
            </a:extLst>
          </p:cNvPr>
          <p:cNvSpPr txBox="1"/>
          <p:nvPr userDrawn="1"/>
        </p:nvSpPr>
        <p:spPr>
          <a:xfrm>
            <a:off x="323319" y="4869200"/>
            <a:ext cx="2295732" cy="1291396"/>
          </a:xfrm>
          <a:prstGeom prst="rect">
            <a:avLst/>
          </a:prstGeom>
        </p:spPr>
        <p:txBody>
          <a:bodyPr vert="horz" wrap="square" lIns="0" tIns="31449" rIns="0" bIns="0" rtlCol="0">
            <a:spAutoFit/>
          </a:bodyPr>
          <a:lstStyle/>
          <a:p>
            <a:pPr marL="6419">
              <a:lnSpc>
                <a:spcPct val="120000"/>
              </a:lnSpc>
              <a:spcBef>
                <a:spcPts val="248"/>
              </a:spcBef>
            </a:pPr>
            <a:r>
              <a:rPr sz="1100" spc="87">
                <a:solidFill>
                  <a:srgbClr val="C74EFF"/>
                </a:solidFill>
                <a:latin typeface="DMSans-Medium"/>
                <a:cs typeface="DMSans-Medium"/>
              </a:rPr>
              <a:t>NORTH</a:t>
            </a:r>
            <a:r>
              <a:rPr sz="1100" spc="219">
                <a:solidFill>
                  <a:srgbClr val="C74EFF"/>
                </a:solidFill>
                <a:latin typeface="DMSans-Medium"/>
                <a:cs typeface="DMSans-Medium"/>
              </a:rPr>
              <a:t> </a:t>
            </a:r>
            <a:r>
              <a:rPr sz="1100" spc="87">
                <a:solidFill>
                  <a:srgbClr val="C74EFF"/>
                </a:solidFill>
                <a:latin typeface="DMSans-Medium"/>
                <a:cs typeface="DMSans-Medium"/>
              </a:rPr>
              <a:t>AMERICA</a:t>
            </a:r>
            <a:endParaRPr sz="1100">
              <a:solidFill>
                <a:srgbClr val="C74EFF"/>
              </a:solidFill>
              <a:latin typeface="DMSans-Medium"/>
              <a:cs typeface="DMSans-Medium"/>
            </a:endParaRPr>
          </a:p>
          <a:p>
            <a:pPr marL="6419">
              <a:lnSpc>
                <a:spcPct val="120000"/>
              </a:lnSpc>
              <a:spcBef>
                <a:spcPts val="200"/>
              </a:spcBef>
            </a:pPr>
            <a:r>
              <a:rPr sz="1100">
                <a:solidFill>
                  <a:srgbClr val="FFFFFF"/>
                </a:solidFill>
                <a:latin typeface="DM Sans"/>
                <a:cs typeface="DM Sans"/>
              </a:rPr>
              <a:t>6001 Cass </a:t>
            </a:r>
            <a:r>
              <a:rPr sz="1100" spc="-7">
                <a:solidFill>
                  <a:srgbClr val="FFFFFF"/>
                </a:solidFill>
                <a:latin typeface="DM Sans"/>
                <a:cs typeface="DM Sans"/>
              </a:rPr>
              <a:t>Avenue</a:t>
            </a:r>
            <a:endParaRPr sz="1100">
              <a:latin typeface="DM Sans"/>
              <a:cs typeface="DM Sans"/>
            </a:endParaRPr>
          </a:p>
          <a:p>
            <a:pPr marL="6419" marR="497981">
              <a:lnSpc>
                <a:spcPct val="120000"/>
              </a:lnSpc>
              <a:spcBef>
                <a:spcPts val="3"/>
              </a:spcBef>
            </a:pPr>
            <a:r>
              <a:rPr sz="1100">
                <a:solidFill>
                  <a:srgbClr val="FFFFFF"/>
                </a:solidFill>
                <a:latin typeface="DM Sans"/>
                <a:cs typeface="DM Sans"/>
              </a:rPr>
              <a:t>Suite</a:t>
            </a:r>
            <a:r>
              <a:rPr sz="1100" spc="-16">
                <a:solidFill>
                  <a:srgbClr val="FFFFFF"/>
                </a:solidFill>
                <a:latin typeface="DM Sans"/>
                <a:cs typeface="DM Sans"/>
              </a:rPr>
              <a:t> </a:t>
            </a:r>
            <a:r>
              <a:rPr sz="1100" spc="-12">
                <a:solidFill>
                  <a:srgbClr val="FFFFFF"/>
                </a:solidFill>
                <a:latin typeface="DM Sans"/>
                <a:cs typeface="DM Sans"/>
              </a:rPr>
              <a:t>600</a:t>
            </a:r>
            <a:br>
              <a:rPr lang="en-GB" sz="1100" spc="-12">
                <a:solidFill>
                  <a:srgbClr val="FFFFFF"/>
                </a:solidFill>
                <a:latin typeface="DM Sans"/>
                <a:cs typeface="DM Sans"/>
              </a:rPr>
            </a:br>
            <a:r>
              <a:rPr sz="1100">
                <a:solidFill>
                  <a:srgbClr val="FFFFFF"/>
                </a:solidFill>
                <a:latin typeface="DM Sans"/>
                <a:cs typeface="DM Sans"/>
              </a:rPr>
              <a:t>Detroit</a:t>
            </a:r>
            <a:r>
              <a:rPr sz="1100" spc="-36">
                <a:solidFill>
                  <a:srgbClr val="FFFFFF"/>
                </a:solidFill>
                <a:latin typeface="DM Sans"/>
                <a:cs typeface="DM Sans"/>
              </a:rPr>
              <a:t> </a:t>
            </a:r>
            <a:r>
              <a:rPr sz="1100" spc="-12">
                <a:solidFill>
                  <a:srgbClr val="FFFFFF"/>
                </a:solidFill>
                <a:latin typeface="DM Sans"/>
                <a:cs typeface="DM Sans"/>
              </a:rPr>
              <a:t>MI</a:t>
            </a:r>
            <a:br>
              <a:rPr lang="en-GB" sz="1100" spc="-12">
                <a:solidFill>
                  <a:srgbClr val="FFFFFF"/>
                </a:solidFill>
                <a:latin typeface="DM Sans"/>
                <a:cs typeface="DM Sans"/>
              </a:rPr>
            </a:br>
            <a:r>
              <a:rPr sz="1100">
                <a:solidFill>
                  <a:srgbClr val="FFFFFF"/>
                </a:solidFill>
                <a:latin typeface="DM Sans"/>
                <a:cs typeface="DM Sans"/>
              </a:rPr>
              <a:t>USA </a:t>
            </a:r>
            <a:r>
              <a:rPr sz="1100" spc="-11">
                <a:solidFill>
                  <a:srgbClr val="FFFFFF"/>
                </a:solidFill>
                <a:latin typeface="DM Sans"/>
                <a:cs typeface="DM Sans"/>
              </a:rPr>
              <a:t>48202</a:t>
            </a:r>
            <a:endParaRPr sz="1100">
              <a:latin typeface="DM Sans"/>
              <a:cs typeface="DM Sans"/>
            </a:endParaRPr>
          </a:p>
          <a:p>
            <a:pPr marL="6419">
              <a:lnSpc>
                <a:spcPct val="120000"/>
              </a:lnSpc>
              <a:spcBef>
                <a:spcPts val="200"/>
              </a:spcBef>
            </a:pPr>
            <a:r>
              <a:rPr sz="1100" spc="-11">
                <a:solidFill>
                  <a:srgbClr val="FFFFFF"/>
                </a:solidFill>
                <a:latin typeface="DM Sans"/>
                <a:cs typeface="DM Sans"/>
              </a:rPr>
              <a:t>Tel:</a:t>
            </a:r>
            <a:r>
              <a:rPr sz="1100" spc="-16">
                <a:solidFill>
                  <a:srgbClr val="FFFFFF"/>
                </a:solidFill>
                <a:latin typeface="DM Sans"/>
                <a:cs typeface="DM Sans"/>
              </a:rPr>
              <a:t> </a:t>
            </a:r>
            <a:r>
              <a:rPr sz="1100">
                <a:solidFill>
                  <a:srgbClr val="FFFFFF"/>
                </a:solidFill>
                <a:latin typeface="DM Sans"/>
                <a:cs typeface="DM Sans"/>
              </a:rPr>
              <a:t>+1</a:t>
            </a:r>
            <a:r>
              <a:rPr sz="1100" spc="-16">
                <a:solidFill>
                  <a:srgbClr val="FFFFFF"/>
                </a:solidFill>
                <a:latin typeface="DM Sans"/>
                <a:cs typeface="DM Sans"/>
              </a:rPr>
              <a:t> </a:t>
            </a:r>
            <a:r>
              <a:rPr sz="1100">
                <a:solidFill>
                  <a:srgbClr val="FFFFFF"/>
                </a:solidFill>
                <a:latin typeface="DM Sans"/>
                <a:cs typeface="DM Sans"/>
              </a:rPr>
              <a:t>248</a:t>
            </a:r>
            <a:r>
              <a:rPr sz="1100" spc="-16">
                <a:solidFill>
                  <a:srgbClr val="FFFFFF"/>
                </a:solidFill>
                <a:latin typeface="DM Sans"/>
                <a:cs typeface="DM Sans"/>
              </a:rPr>
              <a:t> </a:t>
            </a:r>
            <a:r>
              <a:rPr sz="1100">
                <a:solidFill>
                  <a:srgbClr val="FFFFFF"/>
                </a:solidFill>
                <a:latin typeface="DM Sans"/>
                <a:cs typeface="DM Sans"/>
              </a:rPr>
              <a:t>426</a:t>
            </a:r>
            <a:r>
              <a:rPr sz="1100" spc="-16">
                <a:solidFill>
                  <a:srgbClr val="FFFFFF"/>
                </a:solidFill>
                <a:latin typeface="DM Sans"/>
                <a:cs typeface="DM Sans"/>
              </a:rPr>
              <a:t> </a:t>
            </a:r>
            <a:r>
              <a:rPr sz="1100" spc="-11">
                <a:solidFill>
                  <a:srgbClr val="FFFFFF"/>
                </a:solidFill>
                <a:latin typeface="DM Sans"/>
                <a:cs typeface="DM Sans"/>
              </a:rPr>
              <a:t>1482</a:t>
            </a:r>
            <a:endParaRPr sz="1100">
              <a:latin typeface="DM Sans"/>
              <a:cs typeface="DM Sans"/>
            </a:endParaRPr>
          </a:p>
        </p:txBody>
      </p:sp>
      <p:sp>
        <p:nvSpPr>
          <p:cNvPr id="16" name="object 7">
            <a:extLst>
              <a:ext uri="{FF2B5EF4-FFF2-40B4-BE49-F238E27FC236}">
                <a16:creationId xmlns:a16="http://schemas.microsoft.com/office/drawing/2014/main" id="{923C88B8-5438-2D75-3F88-60E1DEB762A3}"/>
              </a:ext>
            </a:extLst>
          </p:cNvPr>
          <p:cNvSpPr txBox="1"/>
          <p:nvPr userDrawn="1"/>
        </p:nvSpPr>
        <p:spPr>
          <a:xfrm>
            <a:off x="9742353" y="1921197"/>
            <a:ext cx="2233747" cy="1739582"/>
          </a:xfrm>
          <a:prstGeom prst="rect">
            <a:avLst/>
          </a:prstGeom>
        </p:spPr>
        <p:txBody>
          <a:bodyPr vert="horz" wrap="square" lIns="0" tIns="6099" rIns="0" bIns="0" rtlCol="0">
            <a:spAutoFit/>
          </a:bodyPr>
          <a:lstStyle/>
          <a:p>
            <a:pPr marL="198294" marR="577236">
              <a:lnSpc>
                <a:spcPct val="150000"/>
              </a:lnSpc>
              <a:spcBef>
                <a:spcPts val="48"/>
              </a:spcBef>
            </a:pPr>
            <a:r>
              <a:rPr sz="1100" spc="-7">
                <a:solidFill>
                  <a:srgbClr val="FFFFFF"/>
                </a:solidFill>
                <a:latin typeface="DM Sans"/>
                <a:cs typeface="DM Sans"/>
              </a:rPr>
              <a:t>/</a:t>
            </a:r>
            <a:r>
              <a:rPr sz="1100" spc="-7" err="1">
                <a:solidFill>
                  <a:srgbClr val="FFFFFF"/>
                </a:solidFill>
                <a:latin typeface="DM Sans"/>
                <a:cs typeface="DM Sans"/>
              </a:rPr>
              <a:t>TataTechnologies</a:t>
            </a:r>
            <a:r>
              <a:rPr sz="1100" spc="-7">
                <a:solidFill>
                  <a:srgbClr val="FFFFFF"/>
                </a:solidFill>
                <a:latin typeface="DM Sans"/>
                <a:cs typeface="DM Sans"/>
              </a:rPr>
              <a:t> </a:t>
            </a:r>
            <a:br>
              <a:rPr lang="en-GB" sz="1100" spc="-7">
                <a:solidFill>
                  <a:srgbClr val="FFFFFF"/>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TataTech_News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/TataTechnologies</a:t>
            </a:r>
            <a:endParaRPr sz="1100">
              <a:latin typeface="DM Sans"/>
              <a:cs typeface="DM Sans"/>
            </a:endParaRPr>
          </a:p>
          <a:p>
            <a:pPr marL="6419">
              <a:lnSpc>
                <a:spcPct val="150000"/>
              </a:lnSpc>
              <a:spcBef>
                <a:spcPts val="959"/>
              </a:spcBef>
            </a:pPr>
            <a:r>
              <a:rPr sz="1600" spc="-7">
                <a:solidFill>
                  <a:srgbClr val="C74EFF"/>
                </a:solidFill>
                <a:latin typeface="DM Sans"/>
                <a:cs typeface="DM Sans"/>
              </a:rPr>
              <a:t>tatatechnologies.com</a:t>
            </a:r>
            <a:endParaRPr sz="1600">
              <a:solidFill>
                <a:srgbClr val="C74EFF"/>
              </a:solidFill>
              <a:latin typeface="DM Sans"/>
              <a:cs typeface="DM Sans"/>
            </a:endParaRPr>
          </a:p>
        </p:txBody>
      </p:sp>
      <p:pic>
        <p:nvPicPr>
          <p:cNvPr id="25" name="Graphic 24">
            <a:extLst>
              <a:ext uri="{FF2B5EF4-FFF2-40B4-BE49-F238E27FC236}">
                <a16:creationId xmlns:a16="http://schemas.microsoft.com/office/drawing/2014/main" id="{9E75AABC-1D3F-ED3D-D014-E03BF4DD33A5}"/>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750004" y="2021240"/>
            <a:ext cx="132408" cy="132408"/>
          </a:xfrm>
          <a:prstGeom prst="rect">
            <a:avLst/>
          </a:prstGeom>
        </p:spPr>
      </p:pic>
      <p:pic>
        <p:nvPicPr>
          <p:cNvPr id="27" name="Graphic 26">
            <a:extLst>
              <a:ext uri="{FF2B5EF4-FFF2-40B4-BE49-F238E27FC236}">
                <a16:creationId xmlns:a16="http://schemas.microsoft.com/office/drawing/2014/main" id="{D1F38D71-2C71-CD1F-67F5-81B2893EF010}"/>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41177" y="3002251"/>
            <a:ext cx="146107" cy="136976"/>
          </a:xfrm>
          <a:prstGeom prst="rect">
            <a:avLst/>
          </a:prstGeom>
        </p:spPr>
      </p:pic>
      <p:pic>
        <p:nvPicPr>
          <p:cNvPr id="31" name="Picture 30">
            <a:extLst>
              <a:ext uri="{FF2B5EF4-FFF2-40B4-BE49-F238E27FC236}">
                <a16:creationId xmlns:a16="http://schemas.microsoft.com/office/drawing/2014/main" id="{13A46D62-9014-4131-D10C-A48F66076732}"/>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b="-3480"/>
          <a:stretch/>
        </p:blipFill>
        <p:spPr>
          <a:xfrm>
            <a:off x="9733028" y="2771735"/>
            <a:ext cx="166369" cy="113863"/>
          </a:xfrm>
          <a:prstGeom prst="rect">
            <a:avLst/>
          </a:prstGeom>
        </p:spPr>
      </p:pic>
      <p:pic>
        <p:nvPicPr>
          <p:cNvPr id="33" name="Graphic 32">
            <a:extLst>
              <a:ext uri="{FF2B5EF4-FFF2-40B4-BE49-F238E27FC236}">
                <a16:creationId xmlns:a16="http://schemas.microsoft.com/office/drawing/2014/main" id="{D16FBCCA-8A9C-57F9-EB5A-94CAD1FA3A4D}"/>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750004" y="2274945"/>
            <a:ext cx="132408" cy="132408"/>
          </a:xfrm>
          <a:prstGeom prst="rect">
            <a:avLst/>
          </a:prstGeom>
        </p:spPr>
      </p:pic>
      <p:grpSp>
        <p:nvGrpSpPr>
          <p:cNvPr id="37" name="Group 36">
            <a:extLst>
              <a:ext uri="{FF2B5EF4-FFF2-40B4-BE49-F238E27FC236}">
                <a16:creationId xmlns:a16="http://schemas.microsoft.com/office/drawing/2014/main" id="{012E4E5D-C822-2EBA-AF22-2AEE010CC154}"/>
              </a:ext>
            </a:extLst>
          </p:cNvPr>
          <p:cNvGrpSpPr/>
          <p:nvPr userDrawn="1"/>
        </p:nvGrpSpPr>
        <p:grpSpPr>
          <a:xfrm>
            <a:off x="11084200" y="316628"/>
            <a:ext cx="761725" cy="157981"/>
            <a:chOff x="9242701" y="249950"/>
            <a:chExt cx="652960" cy="135423"/>
          </a:xfrm>
        </p:grpSpPr>
        <p:sp>
          <p:nvSpPr>
            <p:cNvPr id="38" name="object 6">
              <a:extLst>
                <a:ext uri="{FF2B5EF4-FFF2-40B4-BE49-F238E27FC236}">
                  <a16:creationId xmlns:a16="http://schemas.microsoft.com/office/drawing/2014/main" id="{F5A0F20E-7471-B72F-242E-62B531EBBA02}"/>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39" name="object 7">
              <a:extLst>
                <a:ext uri="{FF2B5EF4-FFF2-40B4-BE49-F238E27FC236}">
                  <a16:creationId xmlns:a16="http://schemas.microsoft.com/office/drawing/2014/main" id="{0FA289AB-5950-69E5-7E38-BD63CD501E91}"/>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40" name="object 8">
              <a:extLst>
                <a:ext uri="{FF2B5EF4-FFF2-40B4-BE49-F238E27FC236}">
                  <a16:creationId xmlns:a16="http://schemas.microsoft.com/office/drawing/2014/main" id="{CB03E7B7-4899-9258-ACC1-BF186B9180B6}"/>
                </a:ext>
              </a:extLst>
            </p:cNvPr>
            <p:cNvGrpSpPr/>
            <p:nvPr/>
          </p:nvGrpSpPr>
          <p:grpSpPr>
            <a:xfrm>
              <a:off x="9242701" y="249950"/>
              <a:ext cx="202816" cy="135423"/>
              <a:chOff x="18288992" y="494982"/>
              <a:chExt cx="401320" cy="267970"/>
            </a:xfrm>
          </p:grpSpPr>
          <p:sp>
            <p:nvSpPr>
              <p:cNvPr id="46" name="object 9">
                <a:extLst>
                  <a:ext uri="{FF2B5EF4-FFF2-40B4-BE49-F238E27FC236}">
                    <a16:creationId xmlns:a16="http://schemas.microsoft.com/office/drawing/2014/main" id="{87FADE85-A416-FC74-7EB3-B815C06B922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7" name="object 10">
                <a:extLst>
                  <a:ext uri="{FF2B5EF4-FFF2-40B4-BE49-F238E27FC236}">
                    <a16:creationId xmlns:a16="http://schemas.microsoft.com/office/drawing/2014/main" id="{6652C85E-10AB-F076-C344-1B1811E88CA1}"/>
                  </a:ext>
                </a:extLst>
              </p:cNvPr>
              <p:cNvPicPr/>
              <p:nvPr/>
            </p:nvPicPr>
            <p:blipFill>
              <a:blip r:embed="rId9"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8" name="object 11">
                <a:extLst>
                  <a:ext uri="{FF2B5EF4-FFF2-40B4-BE49-F238E27FC236}">
                    <a16:creationId xmlns:a16="http://schemas.microsoft.com/office/drawing/2014/main" id="{430224B0-A0D4-0745-0A0A-F95198FAD892}"/>
                  </a:ext>
                </a:extLst>
              </p:cNvPr>
              <p:cNvPicPr/>
              <p:nvPr/>
            </p:nvPicPr>
            <p:blipFill>
              <a:blip r:embed="rId10"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41" name="object 22">
              <a:extLst>
                <a:ext uri="{FF2B5EF4-FFF2-40B4-BE49-F238E27FC236}">
                  <a16:creationId xmlns:a16="http://schemas.microsoft.com/office/drawing/2014/main" id="{8826A970-02DC-C41C-A705-05879B32AE3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42" name="object 23">
              <a:extLst>
                <a:ext uri="{FF2B5EF4-FFF2-40B4-BE49-F238E27FC236}">
                  <a16:creationId xmlns:a16="http://schemas.microsoft.com/office/drawing/2014/main" id="{37D147A8-D3E3-B4B6-EDBB-19B01B294B22}"/>
                </a:ext>
              </a:extLst>
            </p:cNvPr>
            <p:cNvGrpSpPr/>
            <p:nvPr/>
          </p:nvGrpSpPr>
          <p:grpSpPr>
            <a:xfrm>
              <a:off x="9242701" y="249950"/>
              <a:ext cx="202816" cy="135423"/>
              <a:chOff x="18288992" y="494982"/>
              <a:chExt cx="401320" cy="267970"/>
            </a:xfrm>
          </p:grpSpPr>
          <p:sp>
            <p:nvSpPr>
              <p:cNvPr id="43" name="object 24">
                <a:extLst>
                  <a:ext uri="{FF2B5EF4-FFF2-40B4-BE49-F238E27FC236}">
                    <a16:creationId xmlns:a16="http://schemas.microsoft.com/office/drawing/2014/main" id="{112D2006-19F3-7134-0287-D1CCD0E61AA6}"/>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4" name="object 25">
                <a:extLst>
                  <a:ext uri="{FF2B5EF4-FFF2-40B4-BE49-F238E27FC236}">
                    <a16:creationId xmlns:a16="http://schemas.microsoft.com/office/drawing/2014/main" id="{CFF13B7E-B12D-6EFA-970E-24B4B87CA339}"/>
                  </a:ext>
                </a:extLst>
              </p:cNvPr>
              <p:cNvPicPr/>
              <p:nvPr/>
            </p:nvPicPr>
            <p:blipFill>
              <a:blip r:embed="rId9"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5" name="object 26">
                <a:extLst>
                  <a:ext uri="{FF2B5EF4-FFF2-40B4-BE49-F238E27FC236}">
                    <a16:creationId xmlns:a16="http://schemas.microsoft.com/office/drawing/2014/main" id="{1CDE3C13-1150-B6C6-1277-D870DCCDD718}"/>
                  </a:ext>
                </a:extLst>
              </p:cNvPr>
              <p:cNvPicPr/>
              <p:nvPr/>
            </p:nvPicPr>
            <p:blipFill>
              <a:blip r:embed="rId10"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53" name="TextBox 52">
            <a:extLst>
              <a:ext uri="{FF2B5EF4-FFF2-40B4-BE49-F238E27FC236}">
                <a16:creationId xmlns:a16="http://schemas.microsoft.com/office/drawing/2014/main" id="{23F6EF5E-0034-969A-562B-6DE58C861065}"/>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2" name="Rectangle 1">
            <a:hlinkClick r:id="rId11"/>
            <a:extLst>
              <a:ext uri="{FF2B5EF4-FFF2-40B4-BE49-F238E27FC236}">
                <a16:creationId xmlns:a16="http://schemas.microsoft.com/office/drawing/2014/main" id="{EA0A9CE0-2443-7657-7D67-B984454063A3}"/>
              </a:ext>
            </a:extLst>
          </p:cNvPr>
          <p:cNvSpPr/>
          <p:nvPr userDrawn="1"/>
        </p:nvSpPr>
        <p:spPr>
          <a:xfrm>
            <a:off x="9682413" y="3385039"/>
            <a:ext cx="2156931" cy="2682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solidFill>
                <a:srgbClr val="C74EFF"/>
              </a:solidFill>
            </a:endParaRPr>
          </a:p>
        </p:txBody>
      </p:sp>
      <p:sp>
        <p:nvSpPr>
          <p:cNvPr id="4" name="Rectangle 3">
            <a:hlinkClick r:id="rId12"/>
            <a:extLst>
              <a:ext uri="{FF2B5EF4-FFF2-40B4-BE49-F238E27FC236}">
                <a16:creationId xmlns:a16="http://schemas.microsoft.com/office/drawing/2014/main" id="{36173436-E8E0-577B-E5C8-74B5E217BDB2}"/>
              </a:ext>
            </a:extLst>
          </p:cNvPr>
          <p:cNvSpPr/>
          <p:nvPr userDrawn="1"/>
        </p:nvSpPr>
        <p:spPr>
          <a:xfrm>
            <a:off x="9684260" y="1988457"/>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 name="Rectangle 4">
            <a:hlinkClick r:id="rId13"/>
            <a:extLst>
              <a:ext uri="{FF2B5EF4-FFF2-40B4-BE49-F238E27FC236}">
                <a16:creationId xmlns:a16="http://schemas.microsoft.com/office/drawing/2014/main" id="{2C3A1DDA-5459-F04A-EC54-01C9739B92F7}"/>
              </a:ext>
            </a:extLst>
          </p:cNvPr>
          <p:cNvSpPr/>
          <p:nvPr userDrawn="1"/>
        </p:nvSpPr>
        <p:spPr>
          <a:xfrm>
            <a:off x="9684260" y="224971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 name="Rectangle 5">
            <a:hlinkClick r:id="rId14"/>
            <a:extLst>
              <a:ext uri="{FF2B5EF4-FFF2-40B4-BE49-F238E27FC236}">
                <a16:creationId xmlns:a16="http://schemas.microsoft.com/office/drawing/2014/main" id="{184712CE-54E9-1A29-7D4E-FF49500BB484}"/>
              </a:ext>
            </a:extLst>
          </p:cNvPr>
          <p:cNvSpPr/>
          <p:nvPr userDrawn="1"/>
        </p:nvSpPr>
        <p:spPr>
          <a:xfrm>
            <a:off x="9703997" y="2481943"/>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 name="Rectangle 6">
            <a:hlinkClick r:id="rId15"/>
            <a:extLst>
              <a:ext uri="{FF2B5EF4-FFF2-40B4-BE49-F238E27FC236}">
                <a16:creationId xmlns:a16="http://schemas.microsoft.com/office/drawing/2014/main" id="{6510DD4A-99A5-F7F6-EB16-EB0334B950FE}"/>
              </a:ext>
            </a:extLst>
          </p:cNvPr>
          <p:cNvSpPr/>
          <p:nvPr userDrawn="1"/>
        </p:nvSpPr>
        <p:spPr>
          <a:xfrm>
            <a:off x="9684260" y="2735943"/>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 name="Rectangle 7">
            <a:hlinkClick r:id="rId16"/>
            <a:extLst>
              <a:ext uri="{FF2B5EF4-FFF2-40B4-BE49-F238E27FC236}">
                <a16:creationId xmlns:a16="http://schemas.microsoft.com/office/drawing/2014/main" id="{B5C64383-9275-F532-E60E-489BA2AA9439}"/>
              </a:ext>
            </a:extLst>
          </p:cNvPr>
          <p:cNvSpPr/>
          <p:nvPr userDrawn="1"/>
        </p:nvSpPr>
        <p:spPr>
          <a:xfrm>
            <a:off x="9684260" y="2982687"/>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3" name="Picture 2">
            <a:extLst>
              <a:ext uri="{FF2B5EF4-FFF2-40B4-BE49-F238E27FC236}">
                <a16:creationId xmlns:a16="http://schemas.microsoft.com/office/drawing/2014/main" id="{288132F9-CE14-A6DD-1169-FF2861A0873B}"/>
              </a:ext>
            </a:extLst>
          </p:cNvPr>
          <p:cNvPicPr>
            <a:picLocks noChangeAspect="1"/>
          </p:cNvPicPr>
          <p:nvPr userDrawn="1"/>
        </p:nvPicPr>
        <p:blipFill>
          <a:blip r:embed="rId17"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10" name="Graphic 9">
            <a:extLst>
              <a:ext uri="{FF2B5EF4-FFF2-40B4-BE49-F238E27FC236}">
                <a16:creationId xmlns:a16="http://schemas.microsoft.com/office/drawing/2014/main" id="{23A4FE0C-7B28-D980-28F6-E0DA37F54F0E}"/>
              </a:ext>
            </a:extLst>
          </p:cNvPr>
          <p:cNvPicPr>
            <a:picLocks noChangeAspect="1"/>
          </p:cNvPicPr>
          <p:nvPr userDrawn="1"/>
        </p:nvPicPr>
        <p:blipFill>
          <a:blip r:embed="rId18" cstate="email">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9703997" y="6408073"/>
            <a:ext cx="2135347" cy="168971"/>
          </a:xfrm>
          <a:prstGeom prst="rect">
            <a:avLst/>
          </a:prstGeom>
        </p:spPr>
      </p:pic>
      <p:pic>
        <p:nvPicPr>
          <p:cNvPr id="11" name="Graphic 10">
            <a:extLst>
              <a:ext uri="{FF2B5EF4-FFF2-40B4-BE49-F238E27FC236}">
                <a16:creationId xmlns:a16="http://schemas.microsoft.com/office/drawing/2014/main" id="{00B445AA-41FA-484F-294E-55D723EBF37C}"/>
              </a:ext>
            </a:extLst>
          </p:cNvPr>
          <p:cNvPicPr>
            <a:picLocks noChangeAspect="1"/>
          </p:cNvPicPr>
          <p:nvPr userDrawn="1"/>
        </p:nvPicPr>
        <p:blipFill>
          <a:blip r:embed="rId20" cstate="email">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4744820" y="95795"/>
            <a:ext cx="3282565" cy="6522720"/>
          </a:xfrm>
          <a:prstGeom prst="rect">
            <a:avLst/>
          </a:prstGeom>
        </p:spPr>
      </p:pic>
      <p:sp>
        <p:nvSpPr>
          <p:cNvPr id="9" name="object 4">
            <a:extLst>
              <a:ext uri="{FF2B5EF4-FFF2-40B4-BE49-F238E27FC236}">
                <a16:creationId xmlns:a16="http://schemas.microsoft.com/office/drawing/2014/main" id="{30367088-63C7-4196-E960-09B225001D88}"/>
              </a:ext>
            </a:extLst>
          </p:cNvPr>
          <p:cNvSpPr txBox="1"/>
          <p:nvPr userDrawn="1"/>
        </p:nvSpPr>
        <p:spPr>
          <a:xfrm>
            <a:off x="9750005" y="5038798"/>
            <a:ext cx="2089340" cy="1121798"/>
          </a:xfrm>
          <a:prstGeom prst="rect">
            <a:avLst/>
          </a:prstGeom>
        </p:spPr>
        <p:txBody>
          <a:bodyPr vert="horz" wrap="square" lIns="0" tIns="31449" rIns="0" bIns="0" rtlCol="0">
            <a:spAutoFit/>
          </a:bodyPr>
          <a:lstStyle/>
          <a:p>
            <a:pPr marL="6419">
              <a:lnSpc>
                <a:spcPct val="120000"/>
              </a:lnSpc>
              <a:spcBef>
                <a:spcPts val="248"/>
              </a:spcBef>
            </a:pPr>
            <a:r>
              <a:rPr lang="en-IN" sz="900" b="1" spc="0">
                <a:solidFill>
                  <a:srgbClr val="C74EFF"/>
                </a:solidFill>
                <a:latin typeface="DMSans-Medium"/>
                <a:cs typeface="DMSans-Medium"/>
              </a:rPr>
              <a:t>COPYRIGHT NOTICE</a:t>
            </a:r>
          </a:p>
          <a:p>
            <a:pPr marL="6419">
              <a:lnSpc>
                <a:spcPct val="120000"/>
              </a:lnSpc>
              <a:spcBef>
                <a:spcPts val="248"/>
              </a:spcBef>
            </a:pPr>
            <a:r>
              <a:rPr lang="en-IN" sz="700" spc="0">
                <a:solidFill>
                  <a:schemeClr val="bg1"/>
                </a:solidFill>
                <a:latin typeface="+mn-lt"/>
                <a:cs typeface="DMSans-Medium"/>
              </a:rPr>
              <a:t>All information/content contained herein is the sole property of Tata Technologies Limited or its Licensors. No intellectual property rights are granted by disclosure of its content. The information/content shall not be reproduced or disclosed to a third party without the express written consent of Tata Technologies Limited.</a:t>
            </a:r>
            <a:endParaRPr lang="en-IN" sz="700" spc="0">
              <a:solidFill>
                <a:schemeClr val="bg1"/>
              </a:solidFill>
              <a:latin typeface="+mn-lt"/>
              <a:cs typeface="DM Sans"/>
            </a:endParaRPr>
          </a:p>
        </p:txBody>
      </p:sp>
      <p:pic>
        <p:nvPicPr>
          <p:cNvPr id="15" name="Picture 14">
            <a:extLst>
              <a:ext uri="{FF2B5EF4-FFF2-40B4-BE49-F238E27FC236}">
                <a16:creationId xmlns:a16="http://schemas.microsoft.com/office/drawing/2014/main" id="{580B27DA-CD00-19E4-7A7D-7EF496673FEE}"/>
              </a:ext>
            </a:extLst>
          </p:cNvPr>
          <p:cNvPicPr>
            <a:picLocks noChangeAspect="1"/>
          </p:cNvPicPr>
          <p:nvPr userDrawn="1"/>
        </p:nvPicPr>
        <p:blipFill>
          <a:blip r:embed="rId22"/>
          <a:stretch>
            <a:fillRect/>
          </a:stretch>
        </p:blipFill>
        <p:spPr>
          <a:xfrm>
            <a:off x="9746021" y="2503581"/>
            <a:ext cx="136391" cy="139259"/>
          </a:xfrm>
          <a:prstGeom prst="rect">
            <a:avLst/>
          </a:prstGeom>
        </p:spPr>
      </p:pic>
      <p:sp>
        <p:nvSpPr>
          <p:cNvPr id="17" name="hcSlideMaster127.Closing slideHeader" descr="Classification: Internal">
            <a:extLst>
              <a:ext uri="{FF2B5EF4-FFF2-40B4-BE49-F238E27FC236}">
                <a16:creationId xmlns:a16="http://schemas.microsoft.com/office/drawing/2014/main" id="{F884C50B-952A-C5E1-A157-4F16EF9A0E7D}"/>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18261332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5543B039-69D0-2FE4-8325-30AD54A65656}"/>
              </a:ext>
            </a:extLst>
          </p:cNvPr>
          <p:cNvGrpSpPr/>
          <p:nvPr userDrawn="1"/>
        </p:nvGrpSpPr>
        <p:grpSpPr>
          <a:xfrm>
            <a:off x="11084202" y="316459"/>
            <a:ext cx="761727" cy="157980"/>
            <a:chOff x="9242701" y="249950"/>
            <a:chExt cx="652960" cy="135423"/>
          </a:xfrm>
        </p:grpSpPr>
        <p:sp>
          <p:nvSpPr>
            <p:cNvPr id="21" name="object 11">
              <a:extLst>
                <a:ext uri="{FF2B5EF4-FFF2-40B4-BE49-F238E27FC236}">
                  <a16:creationId xmlns:a16="http://schemas.microsoft.com/office/drawing/2014/main" id="{BE153C13-7C39-0143-E8B4-E58FE15F2ABF}"/>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2" name="object 12">
              <a:extLst>
                <a:ext uri="{FF2B5EF4-FFF2-40B4-BE49-F238E27FC236}">
                  <a16:creationId xmlns:a16="http://schemas.microsoft.com/office/drawing/2014/main" id="{CAE4AD85-1AC3-CD92-D9D7-DB0815AA0644}"/>
                </a:ext>
              </a:extLst>
            </p:cNvPr>
            <p:cNvGrpSpPr/>
            <p:nvPr/>
          </p:nvGrpSpPr>
          <p:grpSpPr>
            <a:xfrm>
              <a:off x="9242701" y="249950"/>
              <a:ext cx="202816" cy="135423"/>
              <a:chOff x="18288992" y="494982"/>
              <a:chExt cx="401320" cy="267970"/>
            </a:xfrm>
          </p:grpSpPr>
          <p:sp>
            <p:nvSpPr>
              <p:cNvPr id="23" name="object 13">
                <a:extLst>
                  <a:ext uri="{FF2B5EF4-FFF2-40B4-BE49-F238E27FC236}">
                    <a16:creationId xmlns:a16="http://schemas.microsoft.com/office/drawing/2014/main" id="{5FF36A7C-B53C-0583-598B-FC8C3E6A6F9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4" name="object 14">
                <a:extLst>
                  <a:ext uri="{FF2B5EF4-FFF2-40B4-BE49-F238E27FC236}">
                    <a16:creationId xmlns:a16="http://schemas.microsoft.com/office/drawing/2014/main" id="{BC3EDFDA-0133-AE5F-F23E-C69E884815CF}"/>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15">
                <a:extLst>
                  <a:ext uri="{FF2B5EF4-FFF2-40B4-BE49-F238E27FC236}">
                    <a16:creationId xmlns:a16="http://schemas.microsoft.com/office/drawing/2014/main" id="{EA6E9E1C-315D-339C-C783-CD59E6205B16}"/>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 name="TextBox 2">
            <a:extLst>
              <a:ext uri="{FF2B5EF4-FFF2-40B4-BE49-F238E27FC236}">
                <a16:creationId xmlns:a16="http://schemas.microsoft.com/office/drawing/2014/main" id="{8BDDE7DD-8D05-9582-547C-E9A9E833BD53}"/>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sp>
        <p:nvSpPr>
          <p:cNvPr id="4" name="Slide Number Placeholder 2">
            <a:extLst>
              <a:ext uri="{FF2B5EF4-FFF2-40B4-BE49-F238E27FC236}">
                <a16:creationId xmlns:a16="http://schemas.microsoft.com/office/drawing/2014/main" id="{E361AAAF-7697-6B20-1044-B26A700DB3CC}"/>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a:t>
            </a:fld>
            <a:endParaRPr lang="en-GB"/>
          </a:p>
        </p:txBody>
      </p:sp>
      <p:pic>
        <p:nvPicPr>
          <p:cNvPr id="2" name="Graphic 1">
            <a:extLst>
              <a:ext uri="{FF2B5EF4-FFF2-40B4-BE49-F238E27FC236}">
                <a16:creationId xmlns:a16="http://schemas.microsoft.com/office/drawing/2014/main" id="{AAD6EC99-4C08-E19F-2A6A-37CC4D78C094}"/>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8AA3ACE9-CC83-45F7-3401-2EA0CE1A1583}"/>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6" name="Title Placeholder 21">
            <a:extLst>
              <a:ext uri="{FF2B5EF4-FFF2-40B4-BE49-F238E27FC236}">
                <a16:creationId xmlns:a16="http://schemas.microsoft.com/office/drawing/2014/main" id="{24439108-2EAD-269C-E74E-8A14879C3BFE}"/>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 style</a:t>
            </a:r>
            <a:endParaRPr lang="en-US"/>
          </a:p>
        </p:txBody>
      </p:sp>
      <p:sp>
        <p:nvSpPr>
          <p:cNvPr id="7" name="Text Placeholder 2">
            <a:extLst>
              <a:ext uri="{FF2B5EF4-FFF2-40B4-BE49-F238E27FC236}">
                <a16:creationId xmlns:a16="http://schemas.microsoft.com/office/drawing/2014/main" id="{196CC4D9-14C5-7E29-16E1-0F666E8CAA75}"/>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hcSlideMaster107.BlankHeader" descr="Classification: Internal">
            <a:extLst>
              <a:ext uri="{FF2B5EF4-FFF2-40B4-BE49-F238E27FC236}">
                <a16:creationId xmlns:a16="http://schemas.microsoft.com/office/drawing/2014/main" id="{A9999CFD-019B-4A31-58FA-853A076BF65E}"/>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20683877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lank blue">
    <p:bg>
      <p:bgPr>
        <a:solidFill>
          <a:schemeClr val="tx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D30AD43-9C2E-9B38-4EF9-038EABEF0BF4}"/>
              </a:ext>
            </a:extLst>
          </p:cNvPr>
          <p:cNvGrpSpPr/>
          <p:nvPr userDrawn="1"/>
        </p:nvGrpSpPr>
        <p:grpSpPr>
          <a:xfrm>
            <a:off x="11084200" y="316628"/>
            <a:ext cx="761725" cy="157981"/>
            <a:chOff x="9242701" y="249950"/>
            <a:chExt cx="652960" cy="135423"/>
          </a:xfrm>
        </p:grpSpPr>
        <p:sp>
          <p:nvSpPr>
            <p:cNvPr id="9" name="object 6">
              <a:extLst>
                <a:ext uri="{FF2B5EF4-FFF2-40B4-BE49-F238E27FC236}">
                  <a16:creationId xmlns:a16="http://schemas.microsoft.com/office/drawing/2014/main" id="{3C5E59C3-A8CA-C14E-9808-EB7D8818D781}"/>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0" name="object 7">
              <a:extLst>
                <a:ext uri="{FF2B5EF4-FFF2-40B4-BE49-F238E27FC236}">
                  <a16:creationId xmlns:a16="http://schemas.microsoft.com/office/drawing/2014/main" id="{BF193E5A-AE8E-CA58-DCD1-41E0C76CCC9A}"/>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1" name="object 8">
              <a:extLst>
                <a:ext uri="{FF2B5EF4-FFF2-40B4-BE49-F238E27FC236}">
                  <a16:creationId xmlns:a16="http://schemas.microsoft.com/office/drawing/2014/main" id="{91EB92DB-A6B5-922D-37A6-DB0EB2E23F01}"/>
                </a:ext>
              </a:extLst>
            </p:cNvPr>
            <p:cNvGrpSpPr/>
            <p:nvPr/>
          </p:nvGrpSpPr>
          <p:grpSpPr>
            <a:xfrm>
              <a:off x="9242701" y="249950"/>
              <a:ext cx="202816" cy="135423"/>
              <a:chOff x="18288992" y="494982"/>
              <a:chExt cx="401320" cy="267970"/>
            </a:xfrm>
          </p:grpSpPr>
          <p:sp>
            <p:nvSpPr>
              <p:cNvPr id="17" name="object 9">
                <a:extLst>
                  <a:ext uri="{FF2B5EF4-FFF2-40B4-BE49-F238E27FC236}">
                    <a16:creationId xmlns:a16="http://schemas.microsoft.com/office/drawing/2014/main" id="{7EC74A92-B131-4B60-C82C-053C71ADC79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8" name="object 10">
                <a:extLst>
                  <a:ext uri="{FF2B5EF4-FFF2-40B4-BE49-F238E27FC236}">
                    <a16:creationId xmlns:a16="http://schemas.microsoft.com/office/drawing/2014/main" id="{CDF89E1F-0023-9515-BA64-C6E3069073BB}"/>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1">
                <a:extLst>
                  <a:ext uri="{FF2B5EF4-FFF2-40B4-BE49-F238E27FC236}">
                    <a16:creationId xmlns:a16="http://schemas.microsoft.com/office/drawing/2014/main" id="{C1C90675-0D4C-713B-E2D8-90402BF66DA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2" name="object 22">
              <a:extLst>
                <a:ext uri="{FF2B5EF4-FFF2-40B4-BE49-F238E27FC236}">
                  <a16:creationId xmlns:a16="http://schemas.microsoft.com/office/drawing/2014/main" id="{A7BF0FC5-516C-5F05-69E9-553792A748B7}"/>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13" name="object 23">
              <a:extLst>
                <a:ext uri="{FF2B5EF4-FFF2-40B4-BE49-F238E27FC236}">
                  <a16:creationId xmlns:a16="http://schemas.microsoft.com/office/drawing/2014/main" id="{2467B862-C5DC-3DA1-5928-409722F0AF16}"/>
                </a:ext>
              </a:extLst>
            </p:cNvPr>
            <p:cNvGrpSpPr/>
            <p:nvPr/>
          </p:nvGrpSpPr>
          <p:grpSpPr>
            <a:xfrm>
              <a:off x="9242701" y="249950"/>
              <a:ext cx="202816" cy="135423"/>
              <a:chOff x="18288992" y="494982"/>
              <a:chExt cx="401320" cy="267970"/>
            </a:xfrm>
          </p:grpSpPr>
          <p:sp>
            <p:nvSpPr>
              <p:cNvPr id="14" name="object 24">
                <a:extLst>
                  <a:ext uri="{FF2B5EF4-FFF2-40B4-BE49-F238E27FC236}">
                    <a16:creationId xmlns:a16="http://schemas.microsoft.com/office/drawing/2014/main" id="{FAA55E6C-4A99-2A35-A93E-7D7FB6AD70D3}"/>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15" name="object 25">
                <a:extLst>
                  <a:ext uri="{FF2B5EF4-FFF2-40B4-BE49-F238E27FC236}">
                    <a16:creationId xmlns:a16="http://schemas.microsoft.com/office/drawing/2014/main" id="{6AC2C530-E103-81C3-7066-0BE25AD312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6" name="object 26">
                <a:extLst>
                  <a:ext uri="{FF2B5EF4-FFF2-40B4-BE49-F238E27FC236}">
                    <a16:creationId xmlns:a16="http://schemas.microsoft.com/office/drawing/2014/main" id="{A0A9B4D5-A213-FAC5-6246-D06734809CA2}"/>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4" name="TextBox 3">
            <a:extLst>
              <a:ext uri="{FF2B5EF4-FFF2-40B4-BE49-F238E27FC236}">
                <a16:creationId xmlns:a16="http://schemas.microsoft.com/office/drawing/2014/main" id="{E696180B-0ED5-1053-C40B-70DC2018862F}"/>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24" name="Slide Number Placeholder 2">
            <a:extLst>
              <a:ext uri="{FF2B5EF4-FFF2-40B4-BE49-F238E27FC236}">
                <a16:creationId xmlns:a16="http://schemas.microsoft.com/office/drawing/2014/main" id="{FD5FE8AB-FF44-D068-BF84-BC232F196235}"/>
              </a:ext>
            </a:extLst>
          </p:cNvPr>
          <p:cNvSpPr>
            <a:spLocks noGrp="1"/>
          </p:cNvSpPr>
          <p:nvPr>
            <p:ph type="sldNum" sz="quarter" idx="10"/>
          </p:nvPr>
        </p:nvSpPr>
        <p:spPr>
          <a:xfrm>
            <a:off x="3" y="6356352"/>
            <a:ext cx="491300" cy="365125"/>
          </a:xfrm>
        </p:spPr>
        <p:txBody>
          <a:bodyPr/>
          <a:lstStyle>
            <a:lvl1pPr>
              <a:defRPr>
                <a:solidFill>
                  <a:schemeClr val="bg1"/>
                </a:solidFill>
              </a:defRPr>
            </a:lvl1pPr>
          </a:lstStyle>
          <a:p>
            <a:fld id="{C4B1DB5C-CBD1-46F1-83D6-F5AA23577CB7}" type="slidenum">
              <a:rPr lang="en-GB" smtClean="0"/>
              <a:pPr/>
              <a:t>‹#›</a:t>
            </a:fld>
            <a:endParaRPr lang="en-GB"/>
          </a:p>
        </p:txBody>
      </p:sp>
      <p:pic>
        <p:nvPicPr>
          <p:cNvPr id="3" name="Picture 2">
            <a:extLst>
              <a:ext uri="{FF2B5EF4-FFF2-40B4-BE49-F238E27FC236}">
                <a16:creationId xmlns:a16="http://schemas.microsoft.com/office/drawing/2014/main" id="{D3944F66-EA1A-0AEB-084A-0516A5998803}"/>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324298FF-03E4-2DA8-C282-217580F04AB4}"/>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2" name="Title Placeholder 21">
            <a:extLst>
              <a:ext uri="{FF2B5EF4-FFF2-40B4-BE49-F238E27FC236}">
                <a16:creationId xmlns:a16="http://schemas.microsoft.com/office/drawing/2014/main" id="{1B6E1755-7B89-ACFF-C2CF-362EFC59B02C}"/>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lvl1pPr>
              <a:defRPr>
                <a:solidFill>
                  <a:schemeClr val="bg1"/>
                </a:solidFill>
              </a:defRPr>
            </a:lvl1pPr>
          </a:lstStyle>
          <a:p>
            <a:r>
              <a:rPr lang="en-GB"/>
              <a:t>Click to edit Master title style</a:t>
            </a:r>
            <a:endParaRPr lang="en-US"/>
          </a:p>
        </p:txBody>
      </p:sp>
      <p:sp>
        <p:nvSpPr>
          <p:cNvPr id="6" name="Text Placeholder 2">
            <a:extLst>
              <a:ext uri="{FF2B5EF4-FFF2-40B4-BE49-F238E27FC236}">
                <a16:creationId xmlns:a16="http://schemas.microsoft.com/office/drawing/2014/main" id="{99FDE534-E1E0-9330-C061-AC4FB2DFCA90}"/>
              </a:ext>
            </a:extLst>
          </p:cNvPr>
          <p:cNvSpPr>
            <a:spLocks noGrp="1"/>
          </p:cNvSpPr>
          <p:nvPr>
            <p:ph idx="1"/>
          </p:nvPr>
        </p:nvSpPr>
        <p:spPr>
          <a:xfrm>
            <a:off x="245654" y="1855305"/>
            <a:ext cx="11598479" cy="4321659"/>
          </a:xfrm>
          <a:prstGeom prst="rect">
            <a:avLst/>
          </a:prstGeom>
        </p:spPr>
        <p:txBody>
          <a:bodyPr vert="horz" lIns="91440" tIns="45720" rIns="91440" bIns="45720" rtlCol="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hcSlideMaster107.Blank blueHeader" descr="Classification: Internal">
            <a:extLst>
              <a:ext uri="{FF2B5EF4-FFF2-40B4-BE49-F238E27FC236}">
                <a16:creationId xmlns:a16="http://schemas.microsoft.com/office/drawing/2014/main" id="{02FA0E2F-C913-99A2-D09E-1E8DE270FB27}"/>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59278075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ver blue 1">
    <p:bg>
      <p:bgPr>
        <a:solidFill>
          <a:schemeClr val="tx2"/>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6824FB13-A710-3604-1DFA-7EB16A1599DD}"/>
              </a:ext>
            </a:extLst>
          </p:cNvPr>
          <p:cNvGrpSpPr/>
          <p:nvPr userDrawn="1"/>
        </p:nvGrpSpPr>
        <p:grpSpPr>
          <a:xfrm>
            <a:off x="11084200" y="316628"/>
            <a:ext cx="761725" cy="157981"/>
            <a:chOff x="9242701" y="249950"/>
            <a:chExt cx="652960" cy="135423"/>
          </a:xfrm>
        </p:grpSpPr>
        <p:sp>
          <p:nvSpPr>
            <p:cNvPr id="18" name="object 6">
              <a:extLst>
                <a:ext uri="{FF2B5EF4-FFF2-40B4-BE49-F238E27FC236}">
                  <a16:creationId xmlns:a16="http://schemas.microsoft.com/office/drawing/2014/main" id="{B25B4BF6-52E5-389C-804A-F07AE19AC3A0}"/>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9" name="object 7">
              <a:extLst>
                <a:ext uri="{FF2B5EF4-FFF2-40B4-BE49-F238E27FC236}">
                  <a16:creationId xmlns:a16="http://schemas.microsoft.com/office/drawing/2014/main" id="{461B9713-8B60-111C-CC58-694680C56E5C}"/>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20" name="object 8">
              <a:extLst>
                <a:ext uri="{FF2B5EF4-FFF2-40B4-BE49-F238E27FC236}">
                  <a16:creationId xmlns:a16="http://schemas.microsoft.com/office/drawing/2014/main" id="{AEF4C171-5B2C-20F6-F682-059D5043D14D}"/>
                </a:ext>
              </a:extLst>
            </p:cNvPr>
            <p:cNvGrpSpPr/>
            <p:nvPr/>
          </p:nvGrpSpPr>
          <p:grpSpPr>
            <a:xfrm>
              <a:off x="9242701" y="249950"/>
              <a:ext cx="202816" cy="135423"/>
              <a:chOff x="18288992" y="494982"/>
              <a:chExt cx="401320" cy="267970"/>
            </a:xfrm>
          </p:grpSpPr>
          <p:sp>
            <p:nvSpPr>
              <p:cNvPr id="26" name="object 9">
                <a:extLst>
                  <a:ext uri="{FF2B5EF4-FFF2-40B4-BE49-F238E27FC236}">
                    <a16:creationId xmlns:a16="http://schemas.microsoft.com/office/drawing/2014/main" id="{4DBBD0F8-636E-924E-251F-1E750B7D6ECA}"/>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7" name="object 10">
                <a:extLst>
                  <a:ext uri="{FF2B5EF4-FFF2-40B4-BE49-F238E27FC236}">
                    <a16:creationId xmlns:a16="http://schemas.microsoft.com/office/drawing/2014/main" id="{32FE21A8-0292-E992-68A7-D493E81C6FA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9" name="object 11">
                <a:extLst>
                  <a:ext uri="{FF2B5EF4-FFF2-40B4-BE49-F238E27FC236}">
                    <a16:creationId xmlns:a16="http://schemas.microsoft.com/office/drawing/2014/main" id="{A8F8113F-F527-DF24-6F62-275E5BECDA8F}"/>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21" name="object 22">
              <a:extLst>
                <a:ext uri="{FF2B5EF4-FFF2-40B4-BE49-F238E27FC236}">
                  <a16:creationId xmlns:a16="http://schemas.microsoft.com/office/drawing/2014/main" id="{A3EB1A4C-0B99-1909-6DBD-1BE3C0FDE59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2" name="object 23">
              <a:extLst>
                <a:ext uri="{FF2B5EF4-FFF2-40B4-BE49-F238E27FC236}">
                  <a16:creationId xmlns:a16="http://schemas.microsoft.com/office/drawing/2014/main" id="{DF528001-5EB3-DE52-0785-82DFA8E56541}"/>
                </a:ext>
              </a:extLst>
            </p:cNvPr>
            <p:cNvGrpSpPr/>
            <p:nvPr/>
          </p:nvGrpSpPr>
          <p:grpSpPr>
            <a:xfrm>
              <a:off x="9242701" y="249950"/>
              <a:ext cx="202816" cy="135423"/>
              <a:chOff x="18288992" y="494982"/>
              <a:chExt cx="401320" cy="267970"/>
            </a:xfrm>
          </p:grpSpPr>
          <p:sp>
            <p:nvSpPr>
              <p:cNvPr id="23" name="object 24">
                <a:extLst>
                  <a:ext uri="{FF2B5EF4-FFF2-40B4-BE49-F238E27FC236}">
                    <a16:creationId xmlns:a16="http://schemas.microsoft.com/office/drawing/2014/main" id="{B43A1203-EFD0-52EB-E965-58B41339FDC2}"/>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4" name="object 25">
                <a:extLst>
                  <a:ext uri="{FF2B5EF4-FFF2-40B4-BE49-F238E27FC236}">
                    <a16:creationId xmlns:a16="http://schemas.microsoft.com/office/drawing/2014/main" id="{EA8187B0-9D47-5A92-0663-7EAD561F4B20}"/>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5" name="object 26">
                <a:extLst>
                  <a:ext uri="{FF2B5EF4-FFF2-40B4-BE49-F238E27FC236}">
                    <a16:creationId xmlns:a16="http://schemas.microsoft.com/office/drawing/2014/main" id="{BF92E0E9-0288-3B16-4BCF-DD834E56811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6" name="TextBox 35">
            <a:extLst>
              <a:ext uri="{FF2B5EF4-FFF2-40B4-BE49-F238E27FC236}">
                <a16:creationId xmlns:a16="http://schemas.microsoft.com/office/drawing/2014/main" id="{00439E84-97CE-7951-71AF-552278CECA61}"/>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45" name="Picture Placeholder 12">
            <a:extLst>
              <a:ext uri="{FF2B5EF4-FFF2-40B4-BE49-F238E27FC236}">
                <a16:creationId xmlns:a16="http://schemas.microsoft.com/office/drawing/2014/main" id="{4C0A6BFA-50DF-57AC-2B5C-E6000CAC2BB6}"/>
              </a:ext>
            </a:extLst>
          </p:cNvPr>
          <p:cNvSpPr>
            <a:spLocks noGrp="1"/>
          </p:cNvSpPr>
          <p:nvPr>
            <p:ph type="pic" sz="quarter" idx="15"/>
          </p:nvPr>
        </p:nvSpPr>
        <p:spPr>
          <a:xfrm>
            <a:off x="5934269" y="816888"/>
            <a:ext cx="6257731" cy="5177041"/>
          </a:xfrm>
          <a:custGeom>
            <a:avLst/>
            <a:gdLst>
              <a:gd name="connsiteX0" fmla="*/ 1805307 w 6055200"/>
              <a:gd name="connsiteY0" fmla="*/ 0 h 4744529"/>
              <a:gd name="connsiteX1" fmla="*/ 6055200 w 6055200"/>
              <a:gd name="connsiteY1" fmla="*/ 0 h 4744529"/>
              <a:gd name="connsiteX2" fmla="*/ 6055200 w 6055200"/>
              <a:gd name="connsiteY2" fmla="*/ 4744529 h 4744529"/>
              <a:gd name="connsiteX3" fmla="*/ 0 w 6055200"/>
              <a:gd name="connsiteY3" fmla="*/ 4744529 h 4744529"/>
            </a:gdLst>
            <a:ahLst/>
            <a:cxnLst>
              <a:cxn ang="0">
                <a:pos x="connsiteX0" y="connsiteY0"/>
              </a:cxn>
              <a:cxn ang="0">
                <a:pos x="connsiteX1" y="connsiteY1"/>
              </a:cxn>
              <a:cxn ang="0">
                <a:pos x="connsiteX2" y="connsiteY2"/>
              </a:cxn>
              <a:cxn ang="0">
                <a:pos x="connsiteX3" y="connsiteY3"/>
              </a:cxn>
            </a:cxnLst>
            <a:rect l="l" t="t" r="r" b="b"/>
            <a:pathLst>
              <a:path w="6055200" h="4744529">
                <a:moveTo>
                  <a:pt x="1805307" y="0"/>
                </a:moveTo>
                <a:lnTo>
                  <a:pt x="6055200" y="0"/>
                </a:lnTo>
                <a:lnTo>
                  <a:pt x="6055200" y="4744529"/>
                </a:lnTo>
                <a:lnTo>
                  <a:pt x="0" y="4744529"/>
                </a:lnTo>
                <a:close/>
              </a:path>
            </a:pathLst>
          </a:custGeom>
        </p:spPr>
        <p:txBody>
          <a:bodyPr wrap="square" anchor="ctr">
            <a:noAutofit/>
          </a:bodyPr>
          <a:lstStyle>
            <a:lvl1pPr algn="ctr">
              <a:defRPr>
                <a:solidFill>
                  <a:schemeClr val="bg1"/>
                </a:solidFill>
              </a:defRPr>
            </a:lvl1pPr>
          </a:lstStyle>
          <a:p>
            <a:endParaRPr lang="en-US"/>
          </a:p>
        </p:txBody>
      </p:sp>
      <p:pic>
        <p:nvPicPr>
          <p:cNvPr id="3" name="Picture 2">
            <a:extLst>
              <a:ext uri="{FF2B5EF4-FFF2-40B4-BE49-F238E27FC236}">
                <a16:creationId xmlns:a16="http://schemas.microsoft.com/office/drawing/2014/main" id="{CF6112CD-0ACC-D120-8D27-4BB12301306B}"/>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5" name="Graphic 4">
            <a:extLst>
              <a:ext uri="{FF2B5EF4-FFF2-40B4-BE49-F238E27FC236}">
                <a16:creationId xmlns:a16="http://schemas.microsoft.com/office/drawing/2014/main" id="{8B721608-2F07-6582-E03A-F2FF9FF2D246}"/>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sp>
        <p:nvSpPr>
          <p:cNvPr id="8" name="Title 1">
            <a:extLst>
              <a:ext uri="{FF2B5EF4-FFF2-40B4-BE49-F238E27FC236}">
                <a16:creationId xmlns:a16="http://schemas.microsoft.com/office/drawing/2014/main" id="{18530E70-0EA6-5A47-46BB-9E04830E47CC}"/>
              </a:ext>
            </a:extLst>
          </p:cNvPr>
          <p:cNvSpPr>
            <a:spLocks noGrp="1"/>
          </p:cNvSpPr>
          <p:nvPr>
            <p:ph type="title" hasCustomPrompt="1"/>
          </p:nvPr>
        </p:nvSpPr>
        <p:spPr>
          <a:xfrm>
            <a:off x="245655" y="2600329"/>
            <a:ext cx="5223495" cy="1317583"/>
          </a:xfrm>
          <a:prstGeom prst="rect">
            <a:avLst/>
          </a:prstGeom>
        </p:spPr>
        <p:txBody>
          <a:bodyPr/>
          <a:lstStyle>
            <a:lvl1pPr algn="l" defTabSz="914332" rtl="0" eaLnBrk="1" latinLnBrk="0" hangingPunct="1">
              <a:lnSpc>
                <a:spcPct val="90000"/>
              </a:lnSpc>
              <a:spcBef>
                <a:spcPct val="0"/>
              </a:spcBef>
              <a:buNone/>
              <a:defRPr lang="en-US" sz="3600" b="0" i="0" kern="1200" dirty="0">
                <a:solidFill>
                  <a:srgbClr val="FF1F36"/>
                </a:solidFill>
                <a:latin typeface="+mj-lt"/>
                <a:ea typeface="+mj-ea"/>
                <a:cs typeface="+mj-cs"/>
              </a:defRPr>
            </a:lvl1pPr>
          </a:lstStyle>
          <a:p>
            <a:r>
              <a:rPr lang="en-GB"/>
              <a:t>Click to edit title</a:t>
            </a:r>
            <a:endParaRPr lang="en-US"/>
          </a:p>
        </p:txBody>
      </p:sp>
      <p:sp>
        <p:nvSpPr>
          <p:cNvPr id="9" name="Text Placeholder 6">
            <a:extLst>
              <a:ext uri="{FF2B5EF4-FFF2-40B4-BE49-F238E27FC236}">
                <a16:creationId xmlns:a16="http://schemas.microsoft.com/office/drawing/2014/main" id="{AA6C93F6-03F2-8A67-9C73-0558993EBE3F}"/>
              </a:ext>
            </a:extLst>
          </p:cNvPr>
          <p:cNvSpPr>
            <a:spLocks noGrp="1"/>
          </p:cNvSpPr>
          <p:nvPr>
            <p:ph type="body" sz="quarter" idx="13" hasCustomPrompt="1"/>
          </p:nvPr>
        </p:nvSpPr>
        <p:spPr>
          <a:xfrm>
            <a:off x="245653" y="4004398"/>
            <a:ext cx="4291843" cy="793631"/>
          </a:xfrm>
        </p:spPr>
        <p:txBody>
          <a:bodyPr/>
          <a:lstStyle>
            <a:lvl1pPr marL="0" indent="0">
              <a:lnSpc>
                <a:spcPct val="90000"/>
              </a:lnSpc>
              <a:buNone/>
              <a:defRPr sz="2400">
                <a:solidFill>
                  <a:schemeClr val="bg1"/>
                </a:solidFill>
              </a:defRPr>
            </a:lvl1pPr>
          </a:lstStyle>
          <a:p>
            <a:pPr lvl="0"/>
            <a:r>
              <a:rPr lang="en-GB"/>
              <a:t>Click here to edit subheading</a:t>
            </a:r>
            <a:endParaRPr lang="en-US"/>
          </a:p>
        </p:txBody>
      </p:sp>
      <p:sp>
        <p:nvSpPr>
          <p:cNvPr id="10" name="Text Placeholder 6">
            <a:extLst>
              <a:ext uri="{FF2B5EF4-FFF2-40B4-BE49-F238E27FC236}">
                <a16:creationId xmlns:a16="http://schemas.microsoft.com/office/drawing/2014/main" id="{81A996BE-0825-AC7E-2648-F2137C4015C1}"/>
              </a:ext>
            </a:extLst>
          </p:cNvPr>
          <p:cNvSpPr>
            <a:spLocks noGrp="1"/>
          </p:cNvSpPr>
          <p:nvPr>
            <p:ph type="body" sz="quarter" idx="16" hasCustomPrompt="1"/>
          </p:nvPr>
        </p:nvSpPr>
        <p:spPr>
          <a:xfrm>
            <a:off x="245653" y="4891599"/>
            <a:ext cx="4291843" cy="414068"/>
          </a:xfrm>
        </p:spPr>
        <p:txBody>
          <a:bodyPr/>
          <a:lstStyle>
            <a:lvl1pPr marL="0" indent="0">
              <a:buNone/>
              <a:defRPr sz="1600">
                <a:solidFill>
                  <a:schemeClr val="bg1"/>
                </a:solidFill>
              </a:defRPr>
            </a:lvl1pPr>
          </a:lstStyle>
          <a:p>
            <a:pPr lvl="0"/>
            <a:r>
              <a:rPr lang="en-GB"/>
              <a:t>Enter Date or Document Version</a:t>
            </a:r>
            <a:endParaRPr lang="en-US"/>
          </a:p>
        </p:txBody>
      </p:sp>
      <p:pic>
        <p:nvPicPr>
          <p:cNvPr id="7" name="Picture 6">
            <a:extLst>
              <a:ext uri="{FF2B5EF4-FFF2-40B4-BE49-F238E27FC236}">
                <a16:creationId xmlns:a16="http://schemas.microsoft.com/office/drawing/2014/main" id="{A1BCAD5F-9046-1D90-CB7A-5D440E717CE2}"/>
              </a:ext>
            </a:extLst>
          </p:cNvPr>
          <p:cNvPicPr>
            <a:picLocks noChangeAspect="1"/>
          </p:cNvPicPr>
          <p:nvPr userDrawn="1"/>
        </p:nvPicPr>
        <p:blipFill>
          <a:blip r:embed="rId7"/>
          <a:stretch>
            <a:fillRect/>
          </a:stretch>
        </p:blipFill>
        <p:spPr>
          <a:xfrm>
            <a:off x="281881" y="1259573"/>
            <a:ext cx="836703" cy="832811"/>
          </a:xfrm>
          <a:prstGeom prst="rect">
            <a:avLst/>
          </a:prstGeom>
        </p:spPr>
      </p:pic>
      <p:sp>
        <p:nvSpPr>
          <p:cNvPr id="2" name="hcSlideMaster107.Cover blue 1Header" descr="Classification: Internal">
            <a:extLst>
              <a:ext uri="{FF2B5EF4-FFF2-40B4-BE49-F238E27FC236}">
                <a16:creationId xmlns:a16="http://schemas.microsoft.com/office/drawing/2014/main" id="{8B4DBC24-D301-97E8-8231-9277BB889CA5}"/>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99180686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tx2"/>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F0B149E-6858-71E6-9F4B-5CF9CE345E1A}"/>
              </a:ext>
            </a:extLst>
          </p:cNvPr>
          <p:cNvSpPr>
            <a:spLocks noGrp="1"/>
          </p:cNvSpPr>
          <p:nvPr>
            <p:ph type="title" hasCustomPrompt="1"/>
          </p:nvPr>
        </p:nvSpPr>
        <p:spPr>
          <a:xfrm>
            <a:off x="228403" y="2819759"/>
            <a:ext cx="4350335" cy="1715893"/>
          </a:xfrm>
          <a:prstGeom prst="rect">
            <a:avLst/>
          </a:prstGeom>
        </p:spPr>
        <p:txBody>
          <a:bodyPr/>
          <a:lstStyle>
            <a:lvl1pPr>
              <a:lnSpc>
                <a:spcPct val="90000"/>
              </a:lnSpc>
              <a:defRPr sz="2800">
                <a:solidFill>
                  <a:schemeClr val="bg1"/>
                </a:solidFill>
              </a:defRPr>
            </a:lvl1pPr>
          </a:lstStyle>
          <a:p>
            <a:r>
              <a:rPr lang="en-GB"/>
              <a:t>Click to edit title</a:t>
            </a:r>
            <a:endParaRPr lang="en-US"/>
          </a:p>
        </p:txBody>
      </p:sp>
      <p:grpSp>
        <p:nvGrpSpPr>
          <p:cNvPr id="15" name="Group 14">
            <a:extLst>
              <a:ext uri="{FF2B5EF4-FFF2-40B4-BE49-F238E27FC236}">
                <a16:creationId xmlns:a16="http://schemas.microsoft.com/office/drawing/2014/main" id="{8E945807-692A-1600-245C-85B412D88710}"/>
              </a:ext>
            </a:extLst>
          </p:cNvPr>
          <p:cNvGrpSpPr/>
          <p:nvPr userDrawn="1"/>
        </p:nvGrpSpPr>
        <p:grpSpPr>
          <a:xfrm>
            <a:off x="11084200" y="316628"/>
            <a:ext cx="761725" cy="157981"/>
            <a:chOff x="9242701" y="249950"/>
            <a:chExt cx="652960" cy="135423"/>
          </a:xfrm>
        </p:grpSpPr>
        <p:sp>
          <p:nvSpPr>
            <p:cNvPr id="16" name="object 6">
              <a:extLst>
                <a:ext uri="{FF2B5EF4-FFF2-40B4-BE49-F238E27FC236}">
                  <a16:creationId xmlns:a16="http://schemas.microsoft.com/office/drawing/2014/main" id="{FE8252D3-76C6-954E-2C0A-65EEF6F46849}"/>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17" name="object 7">
              <a:extLst>
                <a:ext uri="{FF2B5EF4-FFF2-40B4-BE49-F238E27FC236}">
                  <a16:creationId xmlns:a16="http://schemas.microsoft.com/office/drawing/2014/main" id="{EA57E122-B272-0A88-984F-964418378C1F}"/>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18" name="object 8">
              <a:extLst>
                <a:ext uri="{FF2B5EF4-FFF2-40B4-BE49-F238E27FC236}">
                  <a16:creationId xmlns:a16="http://schemas.microsoft.com/office/drawing/2014/main" id="{028306A9-661C-3404-CF5B-6FBC5F44C34C}"/>
                </a:ext>
              </a:extLst>
            </p:cNvPr>
            <p:cNvGrpSpPr/>
            <p:nvPr/>
          </p:nvGrpSpPr>
          <p:grpSpPr>
            <a:xfrm>
              <a:off x="9242701" y="249950"/>
              <a:ext cx="202816" cy="135423"/>
              <a:chOff x="18288992" y="494982"/>
              <a:chExt cx="401320" cy="267970"/>
            </a:xfrm>
          </p:grpSpPr>
          <p:sp>
            <p:nvSpPr>
              <p:cNvPr id="24" name="object 9">
                <a:extLst>
                  <a:ext uri="{FF2B5EF4-FFF2-40B4-BE49-F238E27FC236}">
                    <a16:creationId xmlns:a16="http://schemas.microsoft.com/office/drawing/2014/main" id="{02F69C2D-AE0D-2217-3C9C-5159FCC38284}"/>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5" name="object 10">
                <a:extLst>
                  <a:ext uri="{FF2B5EF4-FFF2-40B4-BE49-F238E27FC236}">
                    <a16:creationId xmlns:a16="http://schemas.microsoft.com/office/drawing/2014/main" id="{21505F9C-D02D-A3D4-E9DB-1206A8C3C78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1">
                <a:extLst>
                  <a:ext uri="{FF2B5EF4-FFF2-40B4-BE49-F238E27FC236}">
                    <a16:creationId xmlns:a16="http://schemas.microsoft.com/office/drawing/2014/main" id="{3CD5FC1C-7F9D-1E62-715B-6E31AD796965}"/>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19" name="object 22">
              <a:extLst>
                <a:ext uri="{FF2B5EF4-FFF2-40B4-BE49-F238E27FC236}">
                  <a16:creationId xmlns:a16="http://schemas.microsoft.com/office/drawing/2014/main" id="{83BF4D0F-CE14-9AC4-117D-CF805ED8B6BA}"/>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20" name="object 23">
              <a:extLst>
                <a:ext uri="{FF2B5EF4-FFF2-40B4-BE49-F238E27FC236}">
                  <a16:creationId xmlns:a16="http://schemas.microsoft.com/office/drawing/2014/main" id="{7EF3CE76-4E5E-65D3-B5BC-DB148DB55CAF}"/>
                </a:ext>
              </a:extLst>
            </p:cNvPr>
            <p:cNvGrpSpPr/>
            <p:nvPr/>
          </p:nvGrpSpPr>
          <p:grpSpPr>
            <a:xfrm>
              <a:off x="9242701" y="249950"/>
              <a:ext cx="202816" cy="135423"/>
              <a:chOff x="18288992" y="494982"/>
              <a:chExt cx="401320" cy="267970"/>
            </a:xfrm>
          </p:grpSpPr>
          <p:sp>
            <p:nvSpPr>
              <p:cNvPr id="21" name="object 24">
                <a:extLst>
                  <a:ext uri="{FF2B5EF4-FFF2-40B4-BE49-F238E27FC236}">
                    <a16:creationId xmlns:a16="http://schemas.microsoft.com/office/drawing/2014/main" id="{62141BAA-CBDC-6AE2-4753-B610C908CBA7}"/>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22" name="object 25">
                <a:extLst>
                  <a:ext uri="{FF2B5EF4-FFF2-40B4-BE49-F238E27FC236}">
                    <a16:creationId xmlns:a16="http://schemas.microsoft.com/office/drawing/2014/main" id="{D040E6F7-D30E-79FA-F11F-49B5E8F2F134}"/>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3" name="object 26">
                <a:extLst>
                  <a:ext uri="{FF2B5EF4-FFF2-40B4-BE49-F238E27FC236}">
                    <a16:creationId xmlns:a16="http://schemas.microsoft.com/office/drawing/2014/main" id="{03017B78-8403-B42E-AC00-2235C5E29D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33" name="TextBox 32">
            <a:extLst>
              <a:ext uri="{FF2B5EF4-FFF2-40B4-BE49-F238E27FC236}">
                <a16:creationId xmlns:a16="http://schemas.microsoft.com/office/drawing/2014/main" id="{0D3738DA-E1A3-951E-954E-52831689FC14}"/>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pic>
        <p:nvPicPr>
          <p:cNvPr id="5" name="Picture 4">
            <a:extLst>
              <a:ext uri="{FF2B5EF4-FFF2-40B4-BE49-F238E27FC236}">
                <a16:creationId xmlns:a16="http://schemas.microsoft.com/office/drawing/2014/main" id="{8A7548F1-23F8-8642-BEE3-076E1F2EF63D}"/>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6" name="Graphic 5">
            <a:extLst>
              <a:ext uri="{FF2B5EF4-FFF2-40B4-BE49-F238E27FC236}">
                <a16:creationId xmlns:a16="http://schemas.microsoft.com/office/drawing/2014/main" id="{45BA23B7-96A5-5301-AE49-654A4B152DBC}"/>
              </a:ext>
            </a:extLst>
          </p:cNvPr>
          <p:cNvPicPr>
            <a:picLocks noChangeAspect="1"/>
          </p:cNvPicPr>
          <p:nvPr userDrawn="1"/>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9703997" y="6408073"/>
            <a:ext cx="2135347" cy="168971"/>
          </a:xfrm>
          <a:prstGeom prst="rect">
            <a:avLst/>
          </a:prstGeom>
        </p:spPr>
      </p:pic>
      <p:pic>
        <p:nvPicPr>
          <p:cNvPr id="4" name="Graphic 3">
            <a:extLst>
              <a:ext uri="{FF2B5EF4-FFF2-40B4-BE49-F238E27FC236}">
                <a16:creationId xmlns:a16="http://schemas.microsoft.com/office/drawing/2014/main" id="{601841F9-A542-8BC8-B870-B888FF4804C6}"/>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240338" y="-819474"/>
            <a:ext cx="6147337" cy="7202855"/>
          </a:xfrm>
          <a:prstGeom prst="rect">
            <a:avLst/>
          </a:prstGeom>
        </p:spPr>
      </p:pic>
      <p:sp>
        <p:nvSpPr>
          <p:cNvPr id="2" name="hcSlideMaster107.DividerHeader" descr="Classification: Internal">
            <a:extLst>
              <a:ext uri="{FF2B5EF4-FFF2-40B4-BE49-F238E27FC236}">
                <a16:creationId xmlns:a16="http://schemas.microsoft.com/office/drawing/2014/main" id="{6CC6DF9F-1A05-8930-A97C-284FF4187995}"/>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37024752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FE9EB"/>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3" name="TextBox 22">
            <a:extLst>
              <a:ext uri="{FF2B5EF4-FFF2-40B4-BE49-F238E27FC236}">
                <a16:creationId xmlns:a16="http://schemas.microsoft.com/office/drawing/2014/main" id="{4819D38D-91FB-FD21-94E8-8E11DC131A76}"/>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pic>
        <p:nvPicPr>
          <p:cNvPr id="2" name="Graphic 1">
            <a:extLst>
              <a:ext uri="{FF2B5EF4-FFF2-40B4-BE49-F238E27FC236}">
                <a16:creationId xmlns:a16="http://schemas.microsoft.com/office/drawing/2014/main" id="{796FF2C9-5A55-14AD-DEC9-821A8522710C}"/>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04E1E2F5-EB25-81B0-3F10-DD98DF50BE7C}"/>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Text Placeholder 6">
            <a:extLst>
              <a:ext uri="{FF2B5EF4-FFF2-40B4-BE49-F238E27FC236}">
                <a16:creationId xmlns:a16="http://schemas.microsoft.com/office/drawing/2014/main" id="{8713796C-3320-0ECF-66D8-F6CE699F68C6}"/>
              </a:ext>
            </a:extLst>
          </p:cNvPr>
          <p:cNvSpPr>
            <a:spLocks noGrp="1"/>
          </p:cNvSpPr>
          <p:nvPr>
            <p:ph type="body" sz="quarter" idx="14" hasCustomPrompt="1"/>
          </p:nvPr>
        </p:nvSpPr>
        <p:spPr>
          <a:xfrm>
            <a:off x="245652" y="1794295"/>
            <a:ext cx="11709901"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6" name="hcSlideMaster107.Title onlyHeader" descr="Classification: Internal">
            <a:extLst>
              <a:ext uri="{FF2B5EF4-FFF2-40B4-BE49-F238E27FC236}">
                <a16:creationId xmlns:a16="http://schemas.microsoft.com/office/drawing/2014/main" id="{75A1D55E-C63D-799A-81C6-8A6B882FDDBE}"/>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95261155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87A3324-CF26-0748-B4CF-963B702B3F50}"/>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7800C36E-23A3-A880-59DF-BC9A66F7F1F4}"/>
              </a:ext>
            </a:extLst>
          </p:cNvPr>
          <p:cNvSpPr>
            <a:spLocks noGrp="1"/>
          </p:cNvSpPr>
          <p:nvPr>
            <p:ph type="body" sz="quarter" idx="13" hasCustomPrompt="1"/>
          </p:nvPr>
        </p:nvSpPr>
        <p:spPr>
          <a:xfrm>
            <a:off x="4059299" y="804351"/>
            <a:ext cx="6292400" cy="1377087"/>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7A5A69EF-2F3B-DFCB-5808-DFE7FC9E747E}"/>
              </a:ext>
            </a:extLst>
          </p:cNvPr>
          <p:cNvSpPr>
            <a:spLocks noGrp="1"/>
          </p:cNvSpPr>
          <p:nvPr>
            <p:ph type="body" sz="quarter" idx="14" hasCustomPrompt="1"/>
          </p:nvPr>
        </p:nvSpPr>
        <p:spPr>
          <a:xfrm>
            <a:off x="232402" y="2342169"/>
            <a:ext cx="11672055" cy="3834795"/>
          </a:xfrm>
        </p:spPr>
        <p:txBody>
          <a:bodyPr numCol="4"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Title 1">
            <a:extLst>
              <a:ext uri="{FF2B5EF4-FFF2-40B4-BE49-F238E27FC236}">
                <a16:creationId xmlns:a16="http://schemas.microsoft.com/office/drawing/2014/main" id="{949DDFE2-9038-836D-DA36-FAA59D5D3400}"/>
              </a:ext>
            </a:extLst>
          </p:cNvPr>
          <p:cNvSpPr>
            <a:spLocks noGrp="1"/>
          </p:cNvSpPr>
          <p:nvPr>
            <p:ph type="title" hasCustomPrompt="1"/>
          </p:nvPr>
        </p:nvSpPr>
        <p:spPr>
          <a:xfrm>
            <a:off x="228353" y="849280"/>
            <a:ext cx="3006555" cy="1356365"/>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16" name="Group 15">
            <a:extLst>
              <a:ext uri="{FF2B5EF4-FFF2-40B4-BE49-F238E27FC236}">
                <a16:creationId xmlns:a16="http://schemas.microsoft.com/office/drawing/2014/main" id="{E8D51EC2-0C3E-D847-A05D-4AB70622EA52}"/>
              </a:ext>
            </a:extLst>
          </p:cNvPr>
          <p:cNvGrpSpPr/>
          <p:nvPr userDrawn="1"/>
        </p:nvGrpSpPr>
        <p:grpSpPr>
          <a:xfrm>
            <a:off x="11084202" y="316459"/>
            <a:ext cx="761727" cy="157980"/>
            <a:chOff x="9242701" y="249950"/>
            <a:chExt cx="652960" cy="135423"/>
          </a:xfrm>
        </p:grpSpPr>
        <p:sp>
          <p:nvSpPr>
            <p:cNvPr id="17" name="object 11">
              <a:extLst>
                <a:ext uri="{FF2B5EF4-FFF2-40B4-BE49-F238E27FC236}">
                  <a16:creationId xmlns:a16="http://schemas.microsoft.com/office/drawing/2014/main" id="{29221EF7-6A51-8F7D-B564-929FB26C6D95}"/>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8" name="object 12">
              <a:extLst>
                <a:ext uri="{FF2B5EF4-FFF2-40B4-BE49-F238E27FC236}">
                  <a16:creationId xmlns:a16="http://schemas.microsoft.com/office/drawing/2014/main" id="{218582E0-2A5B-56D8-0C63-76593A0A51A3}"/>
                </a:ext>
              </a:extLst>
            </p:cNvPr>
            <p:cNvGrpSpPr/>
            <p:nvPr/>
          </p:nvGrpSpPr>
          <p:grpSpPr>
            <a:xfrm>
              <a:off x="9242701" y="249950"/>
              <a:ext cx="202816" cy="135423"/>
              <a:chOff x="18288992" y="494982"/>
              <a:chExt cx="401320" cy="267970"/>
            </a:xfrm>
          </p:grpSpPr>
          <p:sp>
            <p:nvSpPr>
              <p:cNvPr id="19" name="object 13">
                <a:extLst>
                  <a:ext uri="{FF2B5EF4-FFF2-40B4-BE49-F238E27FC236}">
                    <a16:creationId xmlns:a16="http://schemas.microsoft.com/office/drawing/2014/main" id="{EA476F20-B3D1-DC85-8A95-9A5505D7C3D1}"/>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0" name="object 14">
                <a:extLst>
                  <a:ext uri="{FF2B5EF4-FFF2-40B4-BE49-F238E27FC236}">
                    <a16:creationId xmlns:a16="http://schemas.microsoft.com/office/drawing/2014/main" id="{3582D895-C8C8-B690-AD9F-10B1629E86CE}"/>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1" name="object 15">
                <a:extLst>
                  <a:ext uri="{FF2B5EF4-FFF2-40B4-BE49-F238E27FC236}">
                    <a16:creationId xmlns:a16="http://schemas.microsoft.com/office/drawing/2014/main" id="{D161E6C6-0726-A22E-7F8C-EBF4C37F0833}"/>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5" name="TextBox 24">
            <a:extLst>
              <a:ext uri="{FF2B5EF4-FFF2-40B4-BE49-F238E27FC236}">
                <a16:creationId xmlns:a16="http://schemas.microsoft.com/office/drawing/2014/main" id="{8C19C1E7-8295-246C-61F7-8607BE60CAD7}"/>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pic>
        <p:nvPicPr>
          <p:cNvPr id="2" name="Graphic 1">
            <a:extLst>
              <a:ext uri="{FF2B5EF4-FFF2-40B4-BE49-F238E27FC236}">
                <a16:creationId xmlns:a16="http://schemas.microsoft.com/office/drawing/2014/main" id="{6EF57BCC-47BF-545C-0DF9-135873DC9519}"/>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5" name="Picture 4">
            <a:extLst>
              <a:ext uri="{FF2B5EF4-FFF2-40B4-BE49-F238E27FC236}">
                <a16:creationId xmlns:a16="http://schemas.microsoft.com/office/drawing/2014/main" id="{C76C0694-B578-400F-9A6E-6F6171E6518C}"/>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4" name="hcSlideMaster107.Content 1Header" descr="Classification: Internal">
            <a:extLst>
              <a:ext uri="{FF2B5EF4-FFF2-40B4-BE49-F238E27FC236}">
                <a16:creationId xmlns:a16="http://schemas.microsoft.com/office/drawing/2014/main" id="{47F51157-2DB6-CEDD-ADBB-489643ECC544}"/>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38251883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ent 2">
    <p:bg>
      <p:bgPr>
        <a:solidFill>
          <a:srgbClr val="FFE9EB"/>
        </a:solidFill>
        <a:effectLst/>
      </p:bgPr>
    </p:bg>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0D7A0BF0-2489-55D2-D22F-70F6A243178F}"/>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sp>
        <p:nvSpPr>
          <p:cNvPr id="3" name="Slide Number Placeholder 2">
            <a:extLst>
              <a:ext uri="{FF2B5EF4-FFF2-40B4-BE49-F238E27FC236}">
                <a16:creationId xmlns:a16="http://schemas.microsoft.com/office/drawing/2014/main" id="{458B7FC8-EE15-AEF0-1D58-CE9F1AEC3A63}"/>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10" name="Text Placeholder 6">
            <a:extLst>
              <a:ext uri="{FF2B5EF4-FFF2-40B4-BE49-F238E27FC236}">
                <a16:creationId xmlns:a16="http://schemas.microsoft.com/office/drawing/2014/main" id="{B58CDEAE-0597-06FC-ABED-A9C01545D022}"/>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sp>
        <p:nvSpPr>
          <p:cNvPr id="12" name="Picture Placeholder 11">
            <a:extLst>
              <a:ext uri="{FF2B5EF4-FFF2-40B4-BE49-F238E27FC236}">
                <a16:creationId xmlns:a16="http://schemas.microsoft.com/office/drawing/2014/main" id="{B5D368A5-187B-6D30-1945-820656F673A2}"/>
              </a:ext>
            </a:extLst>
          </p:cNvPr>
          <p:cNvSpPr>
            <a:spLocks noGrp="1"/>
          </p:cNvSpPr>
          <p:nvPr>
            <p:ph type="pic" sz="quarter" idx="15"/>
          </p:nvPr>
        </p:nvSpPr>
        <p:spPr>
          <a:xfrm>
            <a:off x="5" y="1811342"/>
            <a:ext cx="3675063" cy="4365625"/>
          </a:xfrm>
          <a:solidFill>
            <a:schemeClr val="bg1">
              <a:lumMod val="95000"/>
            </a:schemeClr>
          </a:solidFill>
        </p:spPr>
        <p:txBody>
          <a:bodyPr anchor="ctr"/>
          <a:lstStyle>
            <a:lvl1pPr algn="ctr">
              <a:defRPr/>
            </a:lvl1pPr>
          </a:lstStyle>
          <a:p>
            <a:endParaRPr lang="en-US"/>
          </a:p>
        </p:txBody>
      </p:sp>
      <p:sp>
        <p:nvSpPr>
          <p:cNvPr id="17" name="Title 1">
            <a:extLst>
              <a:ext uri="{FF2B5EF4-FFF2-40B4-BE49-F238E27FC236}">
                <a16:creationId xmlns:a16="http://schemas.microsoft.com/office/drawing/2014/main" id="{57CA5432-E6C4-9E0E-4AE7-A5CAD48F4F7D}"/>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grpSp>
        <p:nvGrpSpPr>
          <p:cNvPr id="21" name="Group 20">
            <a:extLst>
              <a:ext uri="{FF2B5EF4-FFF2-40B4-BE49-F238E27FC236}">
                <a16:creationId xmlns:a16="http://schemas.microsoft.com/office/drawing/2014/main" id="{53874EF4-1CF7-7897-D289-2ACFF353C026}"/>
              </a:ext>
            </a:extLst>
          </p:cNvPr>
          <p:cNvGrpSpPr/>
          <p:nvPr userDrawn="1"/>
        </p:nvGrpSpPr>
        <p:grpSpPr>
          <a:xfrm>
            <a:off x="11084202" y="316459"/>
            <a:ext cx="761727" cy="157980"/>
            <a:chOff x="9242701" y="249950"/>
            <a:chExt cx="652960" cy="135423"/>
          </a:xfrm>
        </p:grpSpPr>
        <p:sp>
          <p:nvSpPr>
            <p:cNvPr id="22" name="object 11">
              <a:extLst>
                <a:ext uri="{FF2B5EF4-FFF2-40B4-BE49-F238E27FC236}">
                  <a16:creationId xmlns:a16="http://schemas.microsoft.com/office/drawing/2014/main" id="{E6613F8F-3605-BDAD-82A2-772717016A50}"/>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23" name="object 12">
              <a:extLst>
                <a:ext uri="{FF2B5EF4-FFF2-40B4-BE49-F238E27FC236}">
                  <a16:creationId xmlns:a16="http://schemas.microsoft.com/office/drawing/2014/main" id="{D5DDB524-DC96-9CC5-5D30-5121EC25B0F7}"/>
                </a:ext>
              </a:extLst>
            </p:cNvPr>
            <p:cNvGrpSpPr/>
            <p:nvPr/>
          </p:nvGrpSpPr>
          <p:grpSpPr>
            <a:xfrm>
              <a:off x="9242701" y="249950"/>
              <a:ext cx="202816" cy="135423"/>
              <a:chOff x="18288992" y="494982"/>
              <a:chExt cx="401320" cy="267970"/>
            </a:xfrm>
          </p:grpSpPr>
          <p:sp>
            <p:nvSpPr>
              <p:cNvPr id="24" name="object 13">
                <a:extLst>
                  <a:ext uri="{FF2B5EF4-FFF2-40B4-BE49-F238E27FC236}">
                    <a16:creationId xmlns:a16="http://schemas.microsoft.com/office/drawing/2014/main" id="{08685EC9-126E-7223-FB54-4682ABB8AF49}"/>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25" name="object 14">
                <a:extLst>
                  <a:ext uri="{FF2B5EF4-FFF2-40B4-BE49-F238E27FC236}">
                    <a16:creationId xmlns:a16="http://schemas.microsoft.com/office/drawing/2014/main" id="{638480FE-5064-365E-0764-1EDB515E42D2}"/>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26" name="object 15">
                <a:extLst>
                  <a:ext uri="{FF2B5EF4-FFF2-40B4-BE49-F238E27FC236}">
                    <a16:creationId xmlns:a16="http://schemas.microsoft.com/office/drawing/2014/main" id="{9EB73C38-AE3B-108A-9FC8-295E5E8C530C}"/>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pic>
        <p:nvPicPr>
          <p:cNvPr id="2" name="Graphic 1">
            <a:extLst>
              <a:ext uri="{FF2B5EF4-FFF2-40B4-BE49-F238E27FC236}">
                <a16:creationId xmlns:a16="http://schemas.microsoft.com/office/drawing/2014/main" id="{6945288F-9FDE-C67D-0DB3-DF13C0AA0533}"/>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01444" y="6413853"/>
            <a:ext cx="2135345" cy="168971"/>
          </a:xfrm>
          <a:prstGeom prst="rect">
            <a:avLst/>
          </a:prstGeom>
        </p:spPr>
      </p:pic>
      <p:pic>
        <p:nvPicPr>
          <p:cNvPr id="4" name="Picture 3">
            <a:extLst>
              <a:ext uri="{FF2B5EF4-FFF2-40B4-BE49-F238E27FC236}">
                <a16:creationId xmlns:a16="http://schemas.microsoft.com/office/drawing/2014/main" id="{7D1D8273-63D1-E0C5-7B98-CA4467AD5C5C}"/>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5" name="hcSlideMaster107.Content 2Header" descr="Classification: Internal">
            <a:extLst>
              <a:ext uri="{FF2B5EF4-FFF2-40B4-BE49-F238E27FC236}">
                <a16:creationId xmlns:a16="http://schemas.microsoft.com/office/drawing/2014/main" id="{67B49997-1963-4211-D890-2C64EDD65A9F}"/>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120759821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5BE10B0-7D06-3774-CE14-749E435E7383}"/>
              </a:ext>
            </a:extLst>
          </p:cNvPr>
          <p:cNvSpPr>
            <a:spLocks noGrp="1"/>
          </p:cNvSpPr>
          <p:nvPr>
            <p:ph type="title" hasCustomPrompt="1"/>
          </p:nvPr>
        </p:nvSpPr>
        <p:spPr>
          <a:xfrm>
            <a:off x="228349" y="849279"/>
            <a:ext cx="11727203" cy="841500"/>
          </a:xfrm>
          <a:prstGeom prst="rect">
            <a:avLst/>
          </a:prstGeom>
        </p:spPr>
        <p:txBody>
          <a:bodyPr/>
          <a:lstStyle>
            <a:lvl1pPr>
              <a:lnSpc>
                <a:spcPct val="90000"/>
              </a:lnSpc>
              <a:spcBef>
                <a:spcPts val="0"/>
              </a:spcBef>
              <a:defRPr sz="2800">
                <a:solidFill>
                  <a:schemeClr val="tx1"/>
                </a:solidFill>
              </a:defRPr>
            </a:lvl1pPr>
          </a:lstStyle>
          <a:p>
            <a:r>
              <a:rPr lang="en-GB"/>
              <a:t>Click to edit title</a:t>
            </a:r>
            <a:endParaRPr lang="en-US"/>
          </a:p>
        </p:txBody>
      </p:sp>
      <p:sp>
        <p:nvSpPr>
          <p:cNvPr id="3" name="Slide Number Placeholder 2">
            <a:extLst>
              <a:ext uri="{FF2B5EF4-FFF2-40B4-BE49-F238E27FC236}">
                <a16:creationId xmlns:a16="http://schemas.microsoft.com/office/drawing/2014/main" id="{78B86191-9A58-B154-648C-603062C210BE}"/>
              </a:ext>
            </a:extLst>
          </p:cNvPr>
          <p:cNvSpPr>
            <a:spLocks noGrp="1"/>
          </p:cNvSpPr>
          <p:nvPr>
            <p:ph type="sldNum" sz="quarter" idx="10"/>
          </p:nvPr>
        </p:nvSpPr>
        <p:spPr/>
        <p:txBody>
          <a:bodyPr/>
          <a:lstStyle/>
          <a:p>
            <a:fld id="{C4B1DB5C-CBD1-46F1-83D6-F5AA23577CB7}" type="slidenum">
              <a:rPr lang="en-GB" smtClean="0"/>
              <a:pPr/>
              <a:t>‹#›</a:t>
            </a:fld>
            <a:endParaRPr lang="en-GB"/>
          </a:p>
        </p:txBody>
      </p:sp>
      <p:sp>
        <p:nvSpPr>
          <p:cNvPr id="8" name="Text Placeholder 6">
            <a:extLst>
              <a:ext uri="{FF2B5EF4-FFF2-40B4-BE49-F238E27FC236}">
                <a16:creationId xmlns:a16="http://schemas.microsoft.com/office/drawing/2014/main" id="{85254999-0687-9882-5AD2-9787176AA3A3}"/>
              </a:ext>
            </a:extLst>
          </p:cNvPr>
          <p:cNvSpPr>
            <a:spLocks noGrp="1"/>
          </p:cNvSpPr>
          <p:nvPr>
            <p:ph type="body" sz="quarter" idx="13" hasCustomPrompt="1"/>
          </p:nvPr>
        </p:nvSpPr>
        <p:spPr>
          <a:xfrm>
            <a:off x="245653" y="1783836"/>
            <a:ext cx="3560323" cy="4427525"/>
          </a:xfrm>
        </p:spPr>
        <p:txBody>
          <a:bodyPr/>
          <a:lstStyle>
            <a:lvl1pPr marL="0" indent="0">
              <a:lnSpc>
                <a:spcPct val="90000"/>
              </a:lnSpc>
              <a:spcBef>
                <a:spcPts val="0"/>
              </a:spcBef>
              <a:buNone/>
              <a:defRPr sz="1800">
                <a:solidFill>
                  <a:schemeClr val="tx1"/>
                </a:solidFill>
              </a:defRPr>
            </a:lvl1pPr>
          </a:lstStyle>
          <a:p>
            <a:pPr lvl="0"/>
            <a:r>
              <a:rPr lang="en-GB"/>
              <a:t>Click here to edit subheading</a:t>
            </a:r>
            <a:endParaRPr lang="en-US"/>
          </a:p>
        </p:txBody>
      </p:sp>
      <p:sp>
        <p:nvSpPr>
          <p:cNvPr id="9" name="Text Placeholder 6">
            <a:extLst>
              <a:ext uri="{FF2B5EF4-FFF2-40B4-BE49-F238E27FC236}">
                <a16:creationId xmlns:a16="http://schemas.microsoft.com/office/drawing/2014/main" id="{CCEC5A13-BD8A-5C44-99F9-90183704A03F}"/>
              </a:ext>
            </a:extLst>
          </p:cNvPr>
          <p:cNvSpPr>
            <a:spLocks noGrp="1"/>
          </p:cNvSpPr>
          <p:nvPr>
            <p:ph type="body" sz="quarter" idx="14" hasCustomPrompt="1"/>
          </p:nvPr>
        </p:nvSpPr>
        <p:spPr>
          <a:xfrm>
            <a:off x="4140681" y="1794295"/>
            <a:ext cx="7818923" cy="4382668"/>
          </a:xfrm>
        </p:spPr>
        <p:txBody>
          <a:bodyPr numCol="2" spcCol="252000"/>
          <a:lstStyle>
            <a:lvl1pPr marL="285730" indent="-285730">
              <a:lnSpc>
                <a:spcPct val="100000"/>
              </a:lnSpc>
              <a:spcBef>
                <a:spcPts val="0"/>
              </a:spcBef>
              <a:buFont typeface="Arial" panose="020B0604020202020204" pitchFamily="34" charset="0"/>
              <a:buChar char="•"/>
              <a:defRPr sz="1600">
                <a:solidFill>
                  <a:schemeClr val="tx1"/>
                </a:solidFill>
              </a:defRPr>
            </a:lvl1pPr>
          </a:lstStyle>
          <a:p>
            <a:pPr lvl="0"/>
            <a:r>
              <a:rPr lang="en-GB"/>
              <a:t>Click here to edit content text</a:t>
            </a:r>
            <a:endParaRPr lang="en-US"/>
          </a:p>
        </p:txBody>
      </p:sp>
      <p:grpSp>
        <p:nvGrpSpPr>
          <p:cNvPr id="14" name="Group 13">
            <a:extLst>
              <a:ext uri="{FF2B5EF4-FFF2-40B4-BE49-F238E27FC236}">
                <a16:creationId xmlns:a16="http://schemas.microsoft.com/office/drawing/2014/main" id="{78E911B2-5E5F-B0B6-39C1-E7365BD2CA74}"/>
              </a:ext>
            </a:extLst>
          </p:cNvPr>
          <p:cNvGrpSpPr/>
          <p:nvPr userDrawn="1"/>
        </p:nvGrpSpPr>
        <p:grpSpPr>
          <a:xfrm>
            <a:off x="11084202" y="316459"/>
            <a:ext cx="761727" cy="157980"/>
            <a:chOff x="9242701" y="249950"/>
            <a:chExt cx="652960" cy="135423"/>
          </a:xfrm>
        </p:grpSpPr>
        <p:sp>
          <p:nvSpPr>
            <p:cNvPr id="15" name="object 11">
              <a:extLst>
                <a:ext uri="{FF2B5EF4-FFF2-40B4-BE49-F238E27FC236}">
                  <a16:creationId xmlns:a16="http://schemas.microsoft.com/office/drawing/2014/main" id="{A0AD5596-5949-C51A-6A23-894B5E4D07CC}"/>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1268B3"/>
            </a:solidFill>
          </p:spPr>
          <p:txBody>
            <a:bodyPr wrap="square" lIns="0" tIns="0" rIns="0" bIns="0" rtlCol="0"/>
            <a:lstStyle/>
            <a:p>
              <a:endParaRPr sz="1351"/>
            </a:p>
          </p:txBody>
        </p:sp>
        <p:grpSp>
          <p:nvGrpSpPr>
            <p:cNvPr id="16" name="object 12">
              <a:extLst>
                <a:ext uri="{FF2B5EF4-FFF2-40B4-BE49-F238E27FC236}">
                  <a16:creationId xmlns:a16="http://schemas.microsoft.com/office/drawing/2014/main" id="{97B8DFC4-70D5-CDE7-7C15-B3E1270C90F0}"/>
                </a:ext>
              </a:extLst>
            </p:cNvPr>
            <p:cNvGrpSpPr/>
            <p:nvPr/>
          </p:nvGrpSpPr>
          <p:grpSpPr>
            <a:xfrm>
              <a:off x="9242701" y="249950"/>
              <a:ext cx="202816" cy="135423"/>
              <a:chOff x="18288992" y="494982"/>
              <a:chExt cx="401320" cy="267970"/>
            </a:xfrm>
          </p:grpSpPr>
          <p:sp>
            <p:nvSpPr>
              <p:cNvPr id="17" name="object 13">
                <a:extLst>
                  <a:ext uri="{FF2B5EF4-FFF2-40B4-BE49-F238E27FC236}">
                    <a16:creationId xmlns:a16="http://schemas.microsoft.com/office/drawing/2014/main" id="{CE67B112-2CAF-83BE-F90B-6E34C006383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1268B3"/>
              </a:solidFill>
            </p:spPr>
            <p:txBody>
              <a:bodyPr wrap="square" lIns="0" tIns="0" rIns="0" bIns="0" rtlCol="0"/>
              <a:lstStyle/>
              <a:p>
                <a:endParaRPr sz="1351"/>
              </a:p>
            </p:txBody>
          </p:sp>
          <p:pic>
            <p:nvPicPr>
              <p:cNvPr id="18" name="object 14">
                <a:extLst>
                  <a:ext uri="{FF2B5EF4-FFF2-40B4-BE49-F238E27FC236}">
                    <a16:creationId xmlns:a16="http://schemas.microsoft.com/office/drawing/2014/main" id="{71CFF4BE-368B-4E16-BD10-B17CDBB604F5}"/>
                  </a:ext>
                </a:extLst>
              </p:cNvPr>
              <p:cNvPicPr/>
              <p:nvPr/>
            </p:nvPicPr>
            <p:blipFill>
              <a:blip r:embed="rId2"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19" name="object 15">
                <a:extLst>
                  <a:ext uri="{FF2B5EF4-FFF2-40B4-BE49-F238E27FC236}">
                    <a16:creationId xmlns:a16="http://schemas.microsoft.com/office/drawing/2014/main" id="{F8F18842-BE90-BB91-20CA-6BA95DA8D919}"/>
                  </a:ext>
                </a:extLst>
              </p:cNvPr>
              <p:cNvPicPr/>
              <p:nvPr/>
            </p:nvPicPr>
            <p:blipFill>
              <a:blip r:embed="rId3"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23" name="TextBox 22">
            <a:extLst>
              <a:ext uri="{FF2B5EF4-FFF2-40B4-BE49-F238E27FC236}">
                <a16:creationId xmlns:a16="http://schemas.microsoft.com/office/drawing/2014/main" id="{4819D38D-91FB-FD21-94E8-8E11DC131A76}"/>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chemeClr val="tx2"/>
                </a:solidFill>
                <a:effectLst/>
              </a:rPr>
              <a:t>© Copyright 2024 Tata Technologies. All rights reserved. All other trademarks are trademarks of their respective owners.</a:t>
            </a:r>
          </a:p>
        </p:txBody>
      </p:sp>
      <p:pic>
        <p:nvPicPr>
          <p:cNvPr id="4" name="Picture 3">
            <a:extLst>
              <a:ext uri="{FF2B5EF4-FFF2-40B4-BE49-F238E27FC236}">
                <a16:creationId xmlns:a16="http://schemas.microsoft.com/office/drawing/2014/main" id="{E5E7C6B3-8CEF-7876-AC75-3C33BE83319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333377" y="336035"/>
            <a:ext cx="1776779" cy="126268"/>
          </a:xfrm>
          <a:prstGeom prst="rect">
            <a:avLst/>
          </a:prstGeom>
        </p:spPr>
      </p:pic>
      <p:sp>
        <p:nvSpPr>
          <p:cNvPr id="2" name="hcSlideMaster107.Content 3Header" descr="Classification: Internal">
            <a:extLst>
              <a:ext uri="{FF2B5EF4-FFF2-40B4-BE49-F238E27FC236}">
                <a16:creationId xmlns:a16="http://schemas.microsoft.com/office/drawing/2014/main" id="{9577299B-BA14-4D00-DA14-05C630AA95FF}"/>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332835841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tx2"/>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676F08B8-0EF2-276E-D85F-151FA39423C7}"/>
              </a:ext>
            </a:extLst>
          </p:cNvPr>
          <p:cNvSpPr txBox="1"/>
          <p:nvPr userDrawn="1"/>
        </p:nvSpPr>
        <p:spPr>
          <a:xfrm>
            <a:off x="323648" y="1693821"/>
            <a:ext cx="2467781" cy="1265748"/>
          </a:xfrm>
          <a:prstGeom prst="rect">
            <a:avLst/>
          </a:prstGeom>
        </p:spPr>
        <p:txBody>
          <a:bodyPr vert="horz" wrap="square" lIns="0" tIns="31449" rIns="0" bIns="0" rtlCol="0">
            <a:spAutoFit/>
          </a:bodyPr>
          <a:lstStyle/>
          <a:p>
            <a:pPr marL="6419">
              <a:lnSpc>
                <a:spcPct val="120000"/>
              </a:lnSpc>
              <a:spcBef>
                <a:spcPts val="248"/>
              </a:spcBef>
            </a:pPr>
            <a:r>
              <a:rPr sz="1100" spc="81">
                <a:solidFill>
                  <a:schemeClr val="bg2"/>
                </a:solidFill>
                <a:latin typeface="DMSans-Medium"/>
                <a:cs typeface="DMSans-Medium"/>
              </a:rPr>
              <a:t>ASIA</a:t>
            </a:r>
            <a:r>
              <a:rPr sz="1100" spc="223">
                <a:solidFill>
                  <a:schemeClr val="bg2"/>
                </a:solidFill>
                <a:latin typeface="DMSans-Medium"/>
                <a:cs typeface="DMSans-Medium"/>
              </a:rPr>
              <a:t> </a:t>
            </a:r>
            <a:r>
              <a:rPr sz="1100" spc="71">
                <a:solidFill>
                  <a:schemeClr val="bg2"/>
                </a:solidFill>
                <a:latin typeface="DMSans-Medium"/>
                <a:cs typeface="DMSans-Medium"/>
              </a:rPr>
              <a:t>PACIFIC </a:t>
            </a:r>
            <a:endParaRPr sz="1100">
              <a:solidFill>
                <a:schemeClr val="bg2"/>
              </a:solidFill>
              <a:latin typeface="DMSans-Medium"/>
              <a:cs typeface="DMSans-Medium"/>
            </a:endParaRPr>
          </a:p>
          <a:p>
            <a:pPr marL="6419" marR="2567">
              <a:lnSpc>
                <a:spcPct val="120000"/>
              </a:lnSpc>
            </a:pPr>
            <a:r>
              <a:rPr sz="1100">
                <a:solidFill>
                  <a:srgbClr val="FFFFFF"/>
                </a:solidFill>
                <a:latin typeface="DM Sans"/>
                <a:cs typeface="DM Sans"/>
              </a:rPr>
              <a:t>25</a:t>
            </a:r>
            <a:r>
              <a:rPr sz="1100" spc="-19">
                <a:solidFill>
                  <a:srgbClr val="FFFFFF"/>
                </a:solidFill>
                <a:latin typeface="DM Sans"/>
                <a:cs typeface="DM Sans"/>
              </a:rPr>
              <a:t> </a:t>
            </a:r>
            <a:r>
              <a:rPr sz="1100">
                <a:solidFill>
                  <a:srgbClr val="FFFFFF"/>
                </a:solidFill>
                <a:latin typeface="DM Sans"/>
                <a:cs typeface="DM Sans"/>
              </a:rPr>
              <a:t>Rajiv</a:t>
            </a:r>
            <a:r>
              <a:rPr sz="1100" spc="-19">
                <a:solidFill>
                  <a:srgbClr val="FFFFFF"/>
                </a:solidFill>
                <a:latin typeface="DM Sans"/>
                <a:cs typeface="DM Sans"/>
              </a:rPr>
              <a:t> </a:t>
            </a:r>
            <a:r>
              <a:rPr sz="1100">
                <a:solidFill>
                  <a:srgbClr val="FFFFFF"/>
                </a:solidFill>
                <a:latin typeface="DM Sans"/>
                <a:cs typeface="DM Sans"/>
              </a:rPr>
              <a:t>Gandhi</a:t>
            </a:r>
            <a:r>
              <a:rPr sz="1100" spc="-19">
                <a:solidFill>
                  <a:srgbClr val="FFFFFF"/>
                </a:solidFill>
                <a:latin typeface="DM Sans"/>
                <a:cs typeface="DM Sans"/>
              </a:rPr>
              <a:t> </a:t>
            </a:r>
            <a:r>
              <a:rPr sz="1100">
                <a:solidFill>
                  <a:srgbClr val="FFFFFF"/>
                </a:solidFill>
                <a:latin typeface="DM Sans"/>
                <a:cs typeface="DM Sans"/>
              </a:rPr>
              <a:t>Infotech</a:t>
            </a:r>
            <a:r>
              <a:rPr sz="1100" spc="-19">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err="1">
                <a:solidFill>
                  <a:srgbClr val="FFFFFF"/>
                </a:solidFill>
                <a:latin typeface="DM Sans"/>
                <a:cs typeface="DM Sans"/>
              </a:rPr>
              <a:t>Hinjawadi</a:t>
            </a:r>
            <a:r>
              <a:rPr sz="1100">
                <a:solidFill>
                  <a:srgbClr val="FFFFFF"/>
                </a:solidFill>
                <a:latin typeface="DM Sans"/>
                <a:cs typeface="DM Sans"/>
              </a:rPr>
              <a:t>,</a:t>
            </a:r>
            <a:r>
              <a:rPr sz="1100" spc="-33">
                <a:solidFill>
                  <a:srgbClr val="FFFFFF"/>
                </a:solidFill>
                <a:latin typeface="DM Sans"/>
                <a:cs typeface="DM Sans"/>
              </a:rPr>
              <a:t> </a:t>
            </a:r>
            <a:r>
              <a:rPr sz="1100" spc="-11">
                <a:solidFill>
                  <a:srgbClr val="FFFFFF"/>
                </a:solidFill>
                <a:latin typeface="DM Sans"/>
                <a:cs typeface="DM Sans"/>
              </a:rPr>
              <a:t>Pune</a:t>
            </a:r>
            <a:endParaRPr sz="1100">
              <a:latin typeface="DM Sans"/>
              <a:cs typeface="DM Sans"/>
            </a:endParaRPr>
          </a:p>
          <a:p>
            <a:pPr marL="6419" marR="1210942">
              <a:lnSpc>
                <a:spcPct val="120000"/>
              </a:lnSpc>
            </a:pPr>
            <a:r>
              <a:rPr sz="1100" spc="-7">
                <a:solidFill>
                  <a:srgbClr val="FFFFFF"/>
                </a:solidFill>
                <a:latin typeface="DM Sans"/>
                <a:cs typeface="DM Sans"/>
              </a:rPr>
              <a:t>India</a:t>
            </a:r>
            <a:br>
              <a:rPr lang="en-GB" sz="1100" spc="-7">
                <a:solidFill>
                  <a:srgbClr val="FFFFFF"/>
                </a:solidFill>
                <a:latin typeface="DM Sans"/>
                <a:cs typeface="DM Sans"/>
              </a:rPr>
            </a:br>
            <a:r>
              <a:rPr sz="1100" spc="-7">
                <a:solidFill>
                  <a:srgbClr val="FFFFFF"/>
                </a:solidFill>
                <a:latin typeface="DM Sans"/>
                <a:cs typeface="DM Sans"/>
              </a:rPr>
              <a:t>411057</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28">
                <a:solidFill>
                  <a:srgbClr val="FFFFFF"/>
                </a:solidFill>
                <a:latin typeface="DM Sans"/>
                <a:cs typeface="DM Sans"/>
              </a:rPr>
              <a:t> </a:t>
            </a:r>
            <a:r>
              <a:rPr sz="1100">
                <a:solidFill>
                  <a:srgbClr val="FFFFFF"/>
                </a:solidFill>
                <a:latin typeface="DM Sans"/>
                <a:cs typeface="DM Sans"/>
              </a:rPr>
              <a:t>+91</a:t>
            </a:r>
            <a:r>
              <a:rPr sz="1100" spc="-28">
                <a:solidFill>
                  <a:srgbClr val="FFFFFF"/>
                </a:solidFill>
                <a:latin typeface="DM Sans"/>
                <a:cs typeface="DM Sans"/>
              </a:rPr>
              <a:t> </a:t>
            </a:r>
            <a:r>
              <a:rPr sz="1100">
                <a:solidFill>
                  <a:srgbClr val="FFFFFF"/>
                </a:solidFill>
                <a:latin typeface="DM Sans"/>
                <a:cs typeface="DM Sans"/>
              </a:rPr>
              <a:t>20</a:t>
            </a:r>
            <a:r>
              <a:rPr sz="1100" spc="-28">
                <a:solidFill>
                  <a:srgbClr val="FFFFFF"/>
                </a:solidFill>
                <a:latin typeface="DM Sans"/>
                <a:cs typeface="DM Sans"/>
              </a:rPr>
              <a:t> </a:t>
            </a:r>
            <a:r>
              <a:rPr sz="1100">
                <a:solidFill>
                  <a:srgbClr val="FFFFFF"/>
                </a:solidFill>
                <a:latin typeface="DM Sans"/>
                <a:cs typeface="DM Sans"/>
              </a:rPr>
              <a:t>6652</a:t>
            </a:r>
            <a:r>
              <a:rPr sz="1100" spc="-27">
                <a:solidFill>
                  <a:srgbClr val="FFFFFF"/>
                </a:solidFill>
                <a:latin typeface="DM Sans"/>
                <a:cs typeface="DM Sans"/>
              </a:rPr>
              <a:t> </a:t>
            </a:r>
            <a:r>
              <a:rPr sz="1100" spc="-11">
                <a:solidFill>
                  <a:srgbClr val="FFFFFF"/>
                </a:solidFill>
                <a:latin typeface="DM Sans"/>
                <a:cs typeface="DM Sans"/>
              </a:rPr>
              <a:t>9090</a:t>
            </a:r>
            <a:endParaRPr sz="1100">
              <a:latin typeface="DM Sans"/>
              <a:cs typeface="DM Sans"/>
            </a:endParaRPr>
          </a:p>
        </p:txBody>
      </p:sp>
      <p:sp>
        <p:nvSpPr>
          <p:cNvPr id="13" name="object 4">
            <a:extLst>
              <a:ext uri="{FF2B5EF4-FFF2-40B4-BE49-F238E27FC236}">
                <a16:creationId xmlns:a16="http://schemas.microsoft.com/office/drawing/2014/main" id="{BF26C33B-9003-AF9E-198E-D60A669D328F}"/>
              </a:ext>
            </a:extLst>
          </p:cNvPr>
          <p:cNvSpPr txBox="1"/>
          <p:nvPr userDrawn="1"/>
        </p:nvSpPr>
        <p:spPr>
          <a:xfrm>
            <a:off x="323650" y="3110926"/>
            <a:ext cx="3097129" cy="1672013"/>
          </a:xfrm>
          <a:prstGeom prst="rect">
            <a:avLst/>
          </a:prstGeom>
        </p:spPr>
        <p:txBody>
          <a:bodyPr vert="horz" wrap="square" lIns="0" tIns="31449" rIns="0" bIns="0" rtlCol="0">
            <a:spAutoFit/>
          </a:bodyPr>
          <a:lstStyle/>
          <a:p>
            <a:pPr marL="6419">
              <a:lnSpc>
                <a:spcPct val="120000"/>
              </a:lnSpc>
              <a:spcBef>
                <a:spcPts val="248"/>
              </a:spcBef>
            </a:pPr>
            <a:r>
              <a:rPr sz="1100" spc="83">
                <a:solidFill>
                  <a:schemeClr val="bg2"/>
                </a:solidFill>
                <a:latin typeface="DMSans-Medium"/>
                <a:cs typeface="DMSans-Medium"/>
              </a:rPr>
              <a:t>EUROPE </a:t>
            </a:r>
            <a:endParaRPr sz="1100">
              <a:solidFill>
                <a:schemeClr val="bg2"/>
              </a:solidFill>
              <a:latin typeface="DMSans-Medium"/>
              <a:cs typeface="DMSans-Medium"/>
            </a:endParaRPr>
          </a:p>
          <a:p>
            <a:pPr marL="6419" marR="2567">
              <a:lnSpc>
                <a:spcPct val="120000"/>
              </a:lnSpc>
            </a:pPr>
            <a:r>
              <a:rPr sz="1100">
                <a:solidFill>
                  <a:srgbClr val="FFFFFF"/>
                </a:solidFill>
                <a:latin typeface="DM Sans"/>
                <a:cs typeface="DM Sans"/>
              </a:rPr>
              <a:t>The</a:t>
            </a:r>
            <a:r>
              <a:rPr sz="1100" spc="-12">
                <a:solidFill>
                  <a:srgbClr val="FFFFFF"/>
                </a:solidFill>
                <a:latin typeface="DM Sans"/>
                <a:cs typeface="DM Sans"/>
              </a:rPr>
              <a:t> </a:t>
            </a:r>
            <a:r>
              <a:rPr sz="1100">
                <a:solidFill>
                  <a:srgbClr val="FFFFFF"/>
                </a:solidFill>
                <a:latin typeface="DM Sans"/>
                <a:cs typeface="DM Sans"/>
              </a:rPr>
              <a:t>European</a:t>
            </a:r>
            <a:r>
              <a:rPr sz="1100" spc="-11">
                <a:solidFill>
                  <a:srgbClr val="FFFFFF"/>
                </a:solidFill>
                <a:latin typeface="DM Sans"/>
                <a:cs typeface="DM Sans"/>
              </a:rPr>
              <a:t> </a:t>
            </a:r>
            <a:r>
              <a:rPr sz="1100" spc="-7">
                <a:solidFill>
                  <a:srgbClr val="FFFFFF"/>
                </a:solidFill>
                <a:latin typeface="DM Sans"/>
                <a:cs typeface="DM Sans"/>
              </a:rPr>
              <a:t>Innovation</a:t>
            </a:r>
            <a:br>
              <a:rPr lang="en-GB" sz="1100" spc="-11">
                <a:solidFill>
                  <a:srgbClr val="FFFFFF"/>
                </a:solidFill>
                <a:latin typeface="DM Sans"/>
                <a:cs typeface="DM Sans"/>
              </a:rPr>
            </a:br>
            <a:r>
              <a:rPr sz="1100" spc="-12">
                <a:solidFill>
                  <a:srgbClr val="FFFFFF"/>
                </a:solidFill>
                <a:latin typeface="DM Sans"/>
                <a:cs typeface="DM Sans"/>
              </a:rPr>
              <a:t>and </a:t>
            </a:r>
            <a:r>
              <a:rPr sz="1100">
                <a:solidFill>
                  <a:srgbClr val="FFFFFF"/>
                </a:solidFill>
                <a:latin typeface="DM Sans"/>
                <a:cs typeface="DM Sans"/>
              </a:rPr>
              <a:t>Development</a:t>
            </a:r>
            <a:r>
              <a:rPr sz="1100" spc="-33">
                <a:solidFill>
                  <a:srgbClr val="FFFFFF"/>
                </a:solidFill>
                <a:latin typeface="DM Sans"/>
                <a:cs typeface="DM Sans"/>
              </a:rPr>
              <a:t> </a:t>
            </a:r>
            <a:r>
              <a:rPr sz="1100">
                <a:solidFill>
                  <a:srgbClr val="FFFFFF"/>
                </a:solidFill>
                <a:latin typeface="DM Sans"/>
                <a:cs typeface="DM Sans"/>
              </a:rPr>
              <a:t>Centre</a:t>
            </a:r>
            <a:r>
              <a:rPr sz="1100" spc="-31">
                <a:solidFill>
                  <a:srgbClr val="FFFFFF"/>
                </a:solidFill>
                <a:latin typeface="DM Sans"/>
                <a:cs typeface="DM Sans"/>
              </a:rPr>
              <a:t> </a:t>
            </a:r>
            <a:r>
              <a:rPr sz="1100" spc="-7">
                <a:solidFill>
                  <a:srgbClr val="FFFFFF"/>
                </a:solidFill>
                <a:latin typeface="DM Sans"/>
                <a:cs typeface="DM Sans"/>
              </a:rPr>
              <a:t>(E</a:t>
            </a:r>
            <a:r>
              <a:rPr lang="en-US" sz="1100" spc="-7">
                <a:solidFill>
                  <a:srgbClr val="FFFFFF"/>
                </a:solidFill>
                <a:latin typeface="DM Sans"/>
                <a:cs typeface="DM Sans"/>
              </a:rPr>
              <a:t>I</a:t>
            </a:r>
            <a:r>
              <a:rPr sz="1100" spc="-7">
                <a:solidFill>
                  <a:srgbClr val="FFFFFF"/>
                </a:solidFill>
                <a:latin typeface="DM Sans"/>
                <a:cs typeface="DM Sans"/>
              </a:rPr>
              <a:t>DC)</a:t>
            </a:r>
            <a:br>
              <a:rPr lang="en-GB" sz="1100" spc="-7">
                <a:solidFill>
                  <a:srgbClr val="FFFFFF"/>
                </a:solidFill>
                <a:latin typeface="DM Sans"/>
                <a:cs typeface="DM Sans"/>
              </a:rPr>
            </a:br>
            <a:r>
              <a:rPr sz="1100">
                <a:solidFill>
                  <a:srgbClr val="FFFFFF"/>
                </a:solidFill>
                <a:latin typeface="DM Sans"/>
                <a:cs typeface="DM Sans"/>
              </a:rPr>
              <a:t>Olympus </a:t>
            </a:r>
            <a:r>
              <a:rPr sz="1100" spc="-7">
                <a:solidFill>
                  <a:srgbClr val="FFFFFF"/>
                </a:solidFill>
                <a:latin typeface="DM Sans"/>
                <a:cs typeface="DM Sans"/>
              </a:rPr>
              <a:t>Avenue</a:t>
            </a:r>
            <a:endParaRPr sz="1100">
              <a:latin typeface="DM Sans"/>
              <a:cs typeface="DM Sans"/>
            </a:endParaRPr>
          </a:p>
          <a:p>
            <a:pPr marL="6419" marR="737668">
              <a:lnSpc>
                <a:spcPct val="120000"/>
              </a:lnSpc>
            </a:pPr>
            <a:r>
              <a:rPr sz="1100" spc="-7" err="1">
                <a:solidFill>
                  <a:srgbClr val="FFFFFF"/>
                </a:solidFill>
                <a:latin typeface="DM Sans"/>
                <a:cs typeface="DM Sans"/>
              </a:rPr>
              <a:t>Tachbrook</a:t>
            </a:r>
            <a:r>
              <a:rPr sz="1100" spc="-47">
                <a:solidFill>
                  <a:srgbClr val="FFFFFF"/>
                </a:solidFill>
                <a:latin typeface="DM Sans"/>
                <a:cs typeface="DM Sans"/>
              </a:rPr>
              <a:t> </a:t>
            </a:r>
            <a:r>
              <a:rPr sz="1100" spc="-11">
                <a:solidFill>
                  <a:srgbClr val="FFFFFF"/>
                </a:solidFill>
                <a:latin typeface="DM Sans"/>
                <a:cs typeface="DM Sans"/>
              </a:rPr>
              <a:t>Park</a:t>
            </a:r>
            <a:br>
              <a:rPr lang="en-GB" sz="1100" spc="-11">
                <a:solidFill>
                  <a:srgbClr val="FFFFFF"/>
                </a:solidFill>
                <a:latin typeface="DM Sans"/>
                <a:cs typeface="DM Sans"/>
              </a:rPr>
            </a:br>
            <a:r>
              <a:rPr sz="1100">
                <a:solidFill>
                  <a:srgbClr val="FFFFFF"/>
                </a:solidFill>
                <a:latin typeface="DM Sans"/>
                <a:cs typeface="DM Sans"/>
              </a:rPr>
              <a:t>Warwick,</a:t>
            </a:r>
            <a:r>
              <a:rPr sz="1100" spc="-47">
                <a:solidFill>
                  <a:srgbClr val="FFFFFF"/>
                </a:solidFill>
                <a:latin typeface="DM Sans"/>
                <a:cs typeface="DM Sans"/>
              </a:rPr>
              <a:t> </a:t>
            </a:r>
            <a:r>
              <a:rPr sz="1100" spc="-12">
                <a:solidFill>
                  <a:srgbClr val="FFFFFF"/>
                </a:solidFill>
                <a:latin typeface="DM Sans"/>
                <a:cs typeface="DM Sans"/>
              </a:rPr>
              <a:t>UK</a:t>
            </a:r>
            <a:br>
              <a:rPr lang="en-GB" sz="1100" spc="-12">
                <a:solidFill>
                  <a:srgbClr val="FFFFFF"/>
                </a:solidFill>
                <a:latin typeface="DM Sans"/>
                <a:cs typeface="DM Sans"/>
              </a:rPr>
            </a:br>
            <a:r>
              <a:rPr sz="1100">
                <a:solidFill>
                  <a:srgbClr val="FFFFFF"/>
                </a:solidFill>
                <a:latin typeface="DM Sans"/>
                <a:cs typeface="DM Sans"/>
              </a:rPr>
              <a:t>CV34</a:t>
            </a:r>
            <a:r>
              <a:rPr sz="1100" spc="-19">
                <a:solidFill>
                  <a:srgbClr val="FFFFFF"/>
                </a:solidFill>
                <a:latin typeface="DM Sans"/>
                <a:cs typeface="DM Sans"/>
              </a:rPr>
              <a:t> </a:t>
            </a:r>
            <a:r>
              <a:rPr sz="1100" spc="-12">
                <a:solidFill>
                  <a:srgbClr val="FFFFFF"/>
                </a:solidFill>
                <a:latin typeface="DM Sans"/>
                <a:cs typeface="DM Sans"/>
              </a:rPr>
              <a:t>6RJ</a:t>
            </a:r>
            <a:endParaRPr sz="1100">
              <a:latin typeface="DM Sans"/>
              <a:cs typeface="DM Sans"/>
            </a:endParaRPr>
          </a:p>
          <a:p>
            <a:pPr marL="6419">
              <a:lnSpc>
                <a:spcPct val="120000"/>
              </a:lnSpc>
              <a:spcBef>
                <a:spcPts val="203"/>
              </a:spcBef>
            </a:pPr>
            <a:r>
              <a:rPr sz="1100" spc="-11">
                <a:solidFill>
                  <a:srgbClr val="FFFFFF"/>
                </a:solidFill>
                <a:latin typeface="DM Sans"/>
                <a:cs typeface="DM Sans"/>
              </a:rPr>
              <a:t>Tel:</a:t>
            </a:r>
            <a:r>
              <a:rPr sz="1100" spc="-31">
                <a:solidFill>
                  <a:srgbClr val="FFFFFF"/>
                </a:solidFill>
                <a:latin typeface="DM Sans"/>
                <a:cs typeface="DM Sans"/>
              </a:rPr>
              <a:t> </a:t>
            </a:r>
            <a:r>
              <a:rPr sz="1100">
                <a:solidFill>
                  <a:srgbClr val="FFFFFF"/>
                </a:solidFill>
                <a:latin typeface="DM Sans"/>
                <a:cs typeface="DM Sans"/>
              </a:rPr>
              <a:t>+44</a:t>
            </a:r>
            <a:r>
              <a:rPr sz="1100" spc="-28">
                <a:solidFill>
                  <a:srgbClr val="FFFFFF"/>
                </a:solidFill>
                <a:latin typeface="DM Sans"/>
                <a:cs typeface="DM Sans"/>
              </a:rPr>
              <a:t> </a:t>
            </a:r>
            <a:r>
              <a:rPr sz="1100" spc="-11">
                <a:solidFill>
                  <a:srgbClr val="FFFFFF"/>
                </a:solidFill>
                <a:latin typeface="DM Sans"/>
                <a:cs typeface="DM Sans"/>
              </a:rPr>
              <a:t>(0)</a:t>
            </a:r>
            <a:r>
              <a:rPr sz="1100" spc="-31">
                <a:solidFill>
                  <a:srgbClr val="FFFFFF"/>
                </a:solidFill>
                <a:latin typeface="DM Sans"/>
                <a:cs typeface="DM Sans"/>
              </a:rPr>
              <a:t> </a:t>
            </a:r>
            <a:r>
              <a:rPr sz="1100">
                <a:solidFill>
                  <a:srgbClr val="FFFFFF"/>
                </a:solidFill>
                <a:latin typeface="DM Sans"/>
                <a:cs typeface="DM Sans"/>
              </a:rPr>
              <a:t>8443</a:t>
            </a:r>
            <a:r>
              <a:rPr sz="1100" spc="-28">
                <a:solidFill>
                  <a:srgbClr val="FFFFFF"/>
                </a:solidFill>
                <a:latin typeface="DM Sans"/>
                <a:cs typeface="DM Sans"/>
              </a:rPr>
              <a:t> </a:t>
            </a:r>
            <a:r>
              <a:rPr sz="1100">
                <a:solidFill>
                  <a:srgbClr val="FFFFFF"/>
                </a:solidFill>
                <a:latin typeface="DM Sans"/>
                <a:cs typeface="DM Sans"/>
              </a:rPr>
              <a:t>759</a:t>
            </a:r>
            <a:r>
              <a:rPr sz="1100" spc="-28">
                <a:solidFill>
                  <a:srgbClr val="FFFFFF"/>
                </a:solidFill>
                <a:latin typeface="DM Sans"/>
                <a:cs typeface="DM Sans"/>
              </a:rPr>
              <a:t> </a:t>
            </a:r>
            <a:r>
              <a:rPr sz="1100" spc="-12">
                <a:solidFill>
                  <a:srgbClr val="FFFFFF"/>
                </a:solidFill>
                <a:latin typeface="DM Sans"/>
                <a:cs typeface="DM Sans"/>
              </a:rPr>
              <a:t>685</a:t>
            </a:r>
            <a:endParaRPr sz="1100">
              <a:latin typeface="DM Sans"/>
              <a:cs typeface="DM Sans"/>
            </a:endParaRPr>
          </a:p>
        </p:txBody>
      </p:sp>
      <p:sp>
        <p:nvSpPr>
          <p:cNvPr id="14" name="object 5">
            <a:extLst>
              <a:ext uri="{FF2B5EF4-FFF2-40B4-BE49-F238E27FC236}">
                <a16:creationId xmlns:a16="http://schemas.microsoft.com/office/drawing/2014/main" id="{6A3C39D7-D3DF-5D8A-DB08-939B708E7FE3}"/>
              </a:ext>
            </a:extLst>
          </p:cNvPr>
          <p:cNvSpPr txBox="1"/>
          <p:nvPr userDrawn="1"/>
        </p:nvSpPr>
        <p:spPr>
          <a:xfrm>
            <a:off x="323319" y="4869200"/>
            <a:ext cx="2295732" cy="1291396"/>
          </a:xfrm>
          <a:prstGeom prst="rect">
            <a:avLst/>
          </a:prstGeom>
        </p:spPr>
        <p:txBody>
          <a:bodyPr vert="horz" wrap="square" lIns="0" tIns="31449" rIns="0" bIns="0" rtlCol="0">
            <a:spAutoFit/>
          </a:bodyPr>
          <a:lstStyle/>
          <a:p>
            <a:pPr marL="6419">
              <a:lnSpc>
                <a:spcPct val="120000"/>
              </a:lnSpc>
              <a:spcBef>
                <a:spcPts val="248"/>
              </a:spcBef>
            </a:pPr>
            <a:r>
              <a:rPr sz="1100" spc="87">
                <a:solidFill>
                  <a:schemeClr val="bg2"/>
                </a:solidFill>
                <a:latin typeface="DMSans-Medium"/>
                <a:cs typeface="DMSans-Medium"/>
              </a:rPr>
              <a:t>NORTH</a:t>
            </a:r>
            <a:r>
              <a:rPr sz="1100" spc="219">
                <a:solidFill>
                  <a:schemeClr val="bg2"/>
                </a:solidFill>
                <a:latin typeface="DMSans-Medium"/>
                <a:cs typeface="DMSans-Medium"/>
              </a:rPr>
              <a:t> </a:t>
            </a:r>
            <a:r>
              <a:rPr sz="1100" spc="87">
                <a:solidFill>
                  <a:schemeClr val="bg2"/>
                </a:solidFill>
                <a:latin typeface="DMSans-Medium"/>
                <a:cs typeface="DMSans-Medium"/>
              </a:rPr>
              <a:t>AMERICA</a:t>
            </a:r>
            <a:endParaRPr sz="1100">
              <a:solidFill>
                <a:schemeClr val="bg2"/>
              </a:solidFill>
              <a:latin typeface="DMSans-Medium"/>
              <a:cs typeface="DMSans-Medium"/>
            </a:endParaRPr>
          </a:p>
          <a:p>
            <a:pPr marL="6419">
              <a:lnSpc>
                <a:spcPct val="120000"/>
              </a:lnSpc>
              <a:spcBef>
                <a:spcPts val="200"/>
              </a:spcBef>
            </a:pPr>
            <a:r>
              <a:rPr sz="1100">
                <a:solidFill>
                  <a:srgbClr val="FFFFFF"/>
                </a:solidFill>
                <a:latin typeface="DM Sans"/>
                <a:cs typeface="DM Sans"/>
              </a:rPr>
              <a:t>6001 Cass </a:t>
            </a:r>
            <a:r>
              <a:rPr sz="1100" spc="-7">
                <a:solidFill>
                  <a:srgbClr val="FFFFFF"/>
                </a:solidFill>
                <a:latin typeface="DM Sans"/>
                <a:cs typeface="DM Sans"/>
              </a:rPr>
              <a:t>Avenue</a:t>
            </a:r>
            <a:endParaRPr sz="1100">
              <a:latin typeface="DM Sans"/>
              <a:cs typeface="DM Sans"/>
            </a:endParaRPr>
          </a:p>
          <a:p>
            <a:pPr marL="6419" marR="497981">
              <a:lnSpc>
                <a:spcPct val="120000"/>
              </a:lnSpc>
              <a:spcBef>
                <a:spcPts val="3"/>
              </a:spcBef>
            </a:pPr>
            <a:r>
              <a:rPr sz="1100">
                <a:solidFill>
                  <a:srgbClr val="FFFFFF"/>
                </a:solidFill>
                <a:latin typeface="DM Sans"/>
                <a:cs typeface="DM Sans"/>
              </a:rPr>
              <a:t>Suite</a:t>
            </a:r>
            <a:r>
              <a:rPr sz="1100" spc="-16">
                <a:solidFill>
                  <a:srgbClr val="FFFFFF"/>
                </a:solidFill>
                <a:latin typeface="DM Sans"/>
                <a:cs typeface="DM Sans"/>
              </a:rPr>
              <a:t> </a:t>
            </a:r>
            <a:r>
              <a:rPr sz="1100" spc="-12">
                <a:solidFill>
                  <a:srgbClr val="FFFFFF"/>
                </a:solidFill>
                <a:latin typeface="DM Sans"/>
                <a:cs typeface="DM Sans"/>
              </a:rPr>
              <a:t>600</a:t>
            </a:r>
            <a:br>
              <a:rPr lang="en-GB" sz="1100" spc="-12">
                <a:solidFill>
                  <a:srgbClr val="FFFFFF"/>
                </a:solidFill>
                <a:latin typeface="DM Sans"/>
                <a:cs typeface="DM Sans"/>
              </a:rPr>
            </a:br>
            <a:r>
              <a:rPr sz="1100">
                <a:solidFill>
                  <a:srgbClr val="FFFFFF"/>
                </a:solidFill>
                <a:latin typeface="DM Sans"/>
                <a:cs typeface="DM Sans"/>
              </a:rPr>
              <a:t>Detroit</a:t>
            </a:r>
            <a:r>
              <a:rPr sz="1100" spc="-36">
                <a:solidFill>
                  <a:srgbClr val="FFFFFF"/>
                </a:solidFill>
                <a:latin typeface="DM Sans"/>
                <a:cs typeface="DM Sans"/>
              </a:rPr>
              <a:t> </a:t>
            </a:r>
            <a:r>
              <a:rPr sz="1100" spc="-12">
                <a:solidFill>
                  <a:srgbClr val="FFFFFF"/>
                </a:solidFill>
                <a:latin typeface="DM Sans"/>
                <a:cs typeface="DM Sans"/>
              </a:rPr>
              <a:t>MI</a:t>
            </a:r>
            <a:br>
              <a:rPr lang="en-GB" sz="1100" spc="-12">
                <a:solidFill>
                  <a:srgbClr val="FFFFFF"/>
                </a:solidFill>
                <a:latin typeface="DM Sans"/>
                <a:cs typeface="DM Sans"/>
              </a:rPr>
            </a:br>
            <a:r>
              <a:rPr sz="1100">
                <a:solidFill>
                  <a:srgbClr val="FFFFFF"/>
                </a:solidFill>
                <a:latin typeface="DM Sans"/>
                <a:cs typeface="DM Sans"/>
              </a:rPr>
              <a:t>USA </a:t>
            </a:r>
            <a:r>
              <a:rPr sz="1100" spc="-11">
                <a:solidFill>
                  <a:srgbClr val="FFFFFF"/>
                </a:solidFill>
                <a:latin typeface="DM Sans"/>
                <a:cs typeface="DM Sans"/>
              </a:rPr>
              <a:t>48202</a:t>
            </a:r>
            <a:endParaRPr sz="1100">
              <a:latin typeface="DM Sans"/>
              <a:cs typeface="DM Sans"/>
            </a:endParaRPr>
          </a:p>
          <a:p>
            <a:pPr marL="6419">
              <a:lnSpc>
                <a:spcPct val="120000"/>
              </a:lnSpc>
              <a:spcBef>
                <a:spcPts val="200"/>
              </a:spcBef>
            </a:pPr>
            <a:r>
              <a:rPr sz="1100" spc="-11">
                <a:solidFill>
                  <a:srgbClr val="FFFFFF"/>
                </a:solidFill>
                <a:latin typeface="DM Sans"/>
                <a:cs typeface="DM Sans"/>
              </a:rPr>
              <a:t>Tel:</a:t>
            </a:r>
            <a:r>
              <a:rPr sz="1100" spc="-16">
                <a:solidFill>
                  <a:srgbClr val="FFFFFF"/>
                </a:solidFill>
                <a:latin typeface="DM Sans"/>
                <a:cs typeface="DM Sans"/>
              </a:rPr>
              <a:t> </a:t>
            </a:r>
            <a:r>
              <a:rPr sz="1100">
                <a:solidFill>
                  <a:srgbClr val="FFFFFF"/>
                </a:solidFill>
                <a:latin typeface="DM Sans"/>
                <a:cs typeface="DM Sans"/>
              </a:rPr>
              <a:t>+1</a:t>
            </a:r>
            <a:r>
              <a:rPr sz="1100" spc="-16">
                <a:solidFill>
                  <a:srgbClr val="FFFFFF"/>
                </a:solidFill>
                <a:latin typeface="DM Sans"/>
                <a:cs typeface="DM Sans"/>
              </a:rPr>
              <a:t> </a:t>
            </a:r>
            <a:r>
              <a:rPr sz="1100">
                <a:solidFill>
                  <a:srgbClr val="FFFFFF"/>
                </a:solidFill>
                <a:latin typeface="DM Sans"/>
                <a:cs typeface="DM Sans"/>
              </a:rPr>
              <a:t>248</a:t>
            </a:r>
            <a:r>
              <a:rPr sz="1100" spc="-16">
                <a:solidFill>
                  <a:srgbClr val="FFFFFF"/>
                </a:solidFill>
                <a:latin typeface="DM Sans"/>
                <a:cs typeface="DM Sans"/>
              </a:rPr>
              <a:t> </a:t>
            </a:r>
            <a:r>
              <a:rPr sz="1100">
                <a:solidFill>
                  <a:srgbClr val="FFFFFF"/>
                </a:solidFill>
                <a:latin typeface="DM Sans"/>
                <a:cs typeface="DM Sans"/>
              </a:rPr>
              <a:t>426</a:t>
            </a:r>
            <a:r>
              <a:rPr sz="1100" spc="-16">
                <a:solidFill>
                  <a:srgbClr val="FFFFFF"/>
                </a:solidFill>
                <a:latin typeface="DM Sans"/>
                <a:cs typeface="DM Sans"/>
              </a:rPr>
              <a:t> </a:t>
            </a:r>
            <a:r>
              <a:rPr sz="1100" spc="-11">
                <a:solidFill>
                  <a:srgbClr val="FFFFFF"/>
                </a:solidFill>
                <a:latin typeface="DM Sans"/>
                <a:cs typeface="DM Sans"/>
              </a:rPr>
              <a:t>1482</a:t>
            </a:r>
            <a:endParaRPr sz="1100">
              <a:latin typeface="DM Sans"/>
              <a:cs typeface="DM Sans"/>
            </a:endParaRPr>
          </a:p>
        </p:txBody>
      </p:sp>
      <p:sp>
        <p:nvSpPr>
          <p:cNvPr id="16" name="object 7">
            <a:extLst>
              <a:ext uri="{FF2B5EF4-FFF2-40B4-BE49-F238E27FC236}">
                <a16:creationId xmlns:a16="http://schemas.microsoft.com/office/drawing/2014/main" id="{923C88B8-5438-2D75-3F88-60E1DEB762A3}"/>
              </a:ext>
            </a:extLst>
          </p:cNvPr>
          <p:cNvSpPr txBox="1"/>
          <p:nvPr userDrawn="1"/>
        </p:nvSpPr>
        <p:spPr>
          <a:xfrm>
            <a:off x="9742353" y="1921197"/>
            <a:ext cx="2233747" cy="1739582"/>
          </a:xfrm>
          <a:prstGeom prst="rect">
            <a:avLst/>
          </a:prstGeom>
        </p:spPr>
        <p:txBody>
          <a:bodyPr vert="horz" wrap="square" lIns="0" tIns="6099" rIns="0" bIns="0" rtlCol="0">
            <a:spAutoFit/>
          </a:bodyPr>
          <a:lstStyle/>
          <a:p>
            <a:pPr marL="198294" marR="577236">
              <a:lnSpc>
                <a:spcPct val="150000"/>
              </a:lnSpc>
              <a:spcBef>
                <a:spcPts val="48"/>
              </a:spcBef>
            </a:pPr>
            <a:r>
              <a:rPr sz="1100" spc="-7">
                <a:solidFill>
                  <a:srgbClr val="FFFFFF"/>
                </a:solidFill>
                <a:latin typeface="DM Sans"/>
                <a:cs typeface="DM Sans"/>
              </a:rPr>
              <a:t>/</a:t>
            </a:r>
            <a:r>
              <a:rPr sz="1100" spc="-7" err="1">
                <a:solidFill>
                  <a:srgbClr val="FFFFFF"/>
                </a:solidFill>
                <a:latin typeface="DM Sans"/>
                <a:cs typeface="DM Sans"/>
              </a:rPr>
              <a:t>TataTechnologies</a:t>
            </a:r>
            <a:r>
              <a:rPr sz="1100" spc="-7">
                <a:solidFill>
                  <a:srgbClr val="FFFFFF"/>
                </a:solidFill>
                <a:latin typeface="DM Sans"/>
                <a:cs typeface="DM Sans"/>
              </a:rPr>
              <a:t> </a:t>
            </a:r>
            <a:br>
              <a:rPr lang="en-GB" sz="1100" spc="-7">
                <a:solidFill>
                  <a:srgbClr val="FFFFFF"/>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TataTech_News</a:t>
            </a:r>
            <a:br>
              <a:rPr lang="en-GB" sz="1100" spc="0">
                <a:solidFill>
                  <a:schemeClr val="tx1"/>
                </a:solidFill>
                <a:latin typeface="DM Sans"/>
                <a:cs typeface="DM Sans"/>
              </a:rPr>
            </a:br>
            <a:r>
              <a:rPr sz="1100" spc="-7">
                <a:solidFill>
                  <a:srgbClr val="FFFFFF"/>
                </a:solidFill>
                <a:latin typeface="DM Sans"/>
                <a:cs typeface="DM Sans"/>
              </a:rPr>
              <a:t>/</a:t>
            </a:r>
            <a:r>
              <a:rPr sz="1100" spc="-7" err="1">
                <a:solidFill>
                  <a:srgbClr val="FFFFFF"/>
                </a:solidFill>
                <a:latin typeface="DM Sans"/>
                <a:cs typeface="DM Sans"/>
              </a:rPr>
              <a:t>TataTechnologies</a:t>
            </a:r>
            <a:br>
              <a:rPr lang="en-GB" sz="1100" spc="0">
                <a:solidFill>
                  <a:schemeClr val="tx1"/>
                </a:solidFill>
                <a:latin typeface="DM Sans"/>
                <a:cs typeface="DM Sans"/>
              </a:rPr>
            </a:br>
            <a:r>
              <a:rPr sz="1100" spc="-7">
                <a:solidFill>
                  <a:srgbClr val="FFFFFF"/>
                </a:solidFill>
                <a:latin typeface="DM Sans"/>
                <a:cs typeface="DM Sans"/>
              </a:rPr>
              <a:t>/TataTechnologies</a:t>
            </a:r>
            <a:endParaRPr sz="1100">
              <a:latin typeface="DM Sans"/>
              <a:cs typeface="DM Sans"/>
            </a:endParaRPr>
          </a:p>
          <a:p>
            <a:pPr marL="6419">
              <a:lnSpc>
                <a:spcPct val="150000"/>
              </a:lnSpc>
              <a:spcBef>
                <a:spcPts val="959"/>
              </a:spcBef>
            </a:pPr>
            <a:r>
              <a:rPr sz="1600" spc="-7">
                <a:solidFill>
                  <a:schemeClr val="bg2"/>
                </a:solidFill>
                <a:latin typeface="DM Sans"/>
                <a:cs typeface="DM Sans"/>
              </a:rPr>
              <a:t>tatatechnologies.com</a:t>
            </a:r>
            <a:endParaRPr sz="1600">
              <a:solidFill>
                <a:schemeClr val="bg2"/>
              </a:solidFill>
              <a:latin typeface="DM Sans"/>
              <a:cs typeface="DM Sans"/>
            </a:endParaRPr>
          </a:p>
        </p:txBody>
      </p:sp>
      <p:pic>
        <p:nvPicPr>
          <p:cNvPr id="25" name="Graphic 24">
            <a:extLst>
              <a:ext uri="{FF2B5EF4-FFF2-40B4-BE49-F238E27FC236}">
                <a16:creationId xmlns:a16="http://schemas.microsoft.com/office/drawing/2014/main" id="{9E75AABC-1D3F-ED3D-D014-E03BF4DD33A5}"/>
              </a:ext>
            </a:extLst>
          </p:cNvPr>
          <p:cNvPicPr>
            <a:picLocks noChangeAspect="1"/>
          </p:cNvPicPr>
          <p:nvPr userDrawn="1"/>
        </p:nvPicPr>
        <p:blipFill>
          <a:blip r:embed="rId2" cstate="email">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750004" y="2021240"/>
            <a:ext cx="132408" cy="132408"/>
          </a:xfrm>
          <a:prstGeom prst="rect">
            <a:avLst/>
          </a:prstGeom>
        </p:spPr>
      </p:pic>
      <p:pic>
        <p:nvPicPr>
          <p:cNvPr id="27" name="Graphic 26">
            <a:extLst>
              <a:ext uri="{FF2B5EF4-FFF2-40B4-BE49-F238E27FC236}">
                <a16:creationId xmlns:a16="http://schemas.microsoft.com/office/drawing/2014/main" id="{D1F38D71-2C71-CD1F-67F5-81B2893EF010}"/>
              </a:ext>
            </a:extLst>
          </p:cNvPr>
          <p:cNvPicPr>
            <a:picLocks noChangeAspect="1"/>
          </p:cNvPicPr>
          <p:nvPr userDrawn="1"/>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41177" y="3002251"/>
            <a:ext cx="146107" cy="136976"/>
          </a:xfrm>
          <a:prstGeom prst="rect">
            <a:avLst/>
          </a:prstGeom>
        </p:spPr>
      </p:pic>
      <p:pic>
        <p:nvPicPr>
          <p:cNvPr id="31" name="Picture 30">
            <a:extLst>
              <a:ext uri="{FF2B5EF4-FFF2-40B4-BE49-F238E27FC236}">
                <a16:creationId xmlns:a16="http://schemas.microsoft.com/office/drawing/2014/main" id="{13A46D62-9014-4131-D10C-A48F66076732}"/>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b="-3480"/>
          <a:stretch/>
        </p:blipFill>
        <p:spPr>
          <a:xfrm>
            <a:off x="9733028" y="2771735"/>
            <a:ext cx="166369" cy="113863"/>
          </a:xfrm>
          <a:prstGeom prst="rect">
            <a:avLst/>
          </a:prstGeom>
        </p:spPr>
      </p:pic>
      <p:pic>
        <p:nvPicPr>
          <p:cNvPr id="33" name="Graphic 32">
            <a:extLst>
              <a:ext uri="{FF2B5EF4-FFF2-40B4-BE49-F238E27FC236}">
                <a16:creationId xmlns:a16="http://schemas.microsoft.com/office/drawing/2014/main" id="{D16FBCCA-8A9C-57F9-EB5A-94CAD1FA3A4D}"/>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9750004" y="2274945"/>
            <a:ext cx="132408" cy="132408"/>
          </a:xfrm>
          <a:prstGeom prst="rect">
            <a:avLst/>
          </a:prstGeom>
        </p:spPr>
      </p:pic>
      <p:grpSp>
        <p:nvGrpSpPr>
          <p:cNvPr id="37" name="Group 36">
            <a:extLst>
              <a:ext uri="{FF2B5EF4-FFF2-40B4-BE49-F238E27FC236}">
                <a16:creationId xmlns:a16="http://schemas.microsoft.com/office/drawing/2014/main" id="{012E4E5D-C822-2EBA-AF22-2AEE010CC154}"/>
              </a:ext>
            </a:extLst>
          </p:cNvPr>
          <p:cNvGrpSpPr/>
          <p:nvPr userDrawn="1"/>
        </p:nvGrpSpPr>
        <p:grpSpPr>
          <a:xfrm>
            <a:off x="11084200" y="316628"/>
            <a:ext cx="761725" cy="157981"/>
            <a:chOff x="9242701" y="249950"/>
            <a:chExt cx="652960" cy="135423"/>
          </a:xfrm>
        </p:grpSpPr>
        <p:sp>
          <p:nvSpPr>
            <p:cNvPr id="38" name="object 6">
              <a:extLst>
                <a:ext uri="{FF2B5EF4-FFF2-40B4-BE49-F238E27FC236}">
                  <a16:creationId xmlns:a16="http://schemas.microsoft.com/office/drawing/2014/main" id="{F5A0F20E-7471-B72F-242E-62B531EBBA02}"/>
                </a:ext>
              </a:extLst>
            </p:cNvPr>
            <p:cNvSpPr/>
            <p:nvPr/>
          </p:nvSpPr>
          <p:spPr>
            <a:xfrm>
              <a:off x="9571215" y="268829"/>
              <a:ext cx="122588" cy="103011"/>
            </a:xfrm>
            <a:custGeom>
              <a:avLst/>
              <a:gdLst/>
              <a:ahLst/>
              <a:cxnLst/>
              <a:rect l="l" t="t" r="r" b="b"/>
              <a:pathLst>
                <a:path w="242569" h="203834">
                  <a:moveTo>
                    <a:pt x="163104" y="0"/>
                  </a:moveTo>
                  <a:lnTo>
                    <a:pt x="77442" y="0"/>
                  </a:lnTo>
                  <a:lnTo>
                    <a:pt x="0" y="203229"/>
                  </a:lnTo>
                  <a:lnTo>
                    <a:pt x="78353" y="203229"/>
                  </a:lnTo>
                  <a:lnTo>
                    <a:pt x="120279" y="82018"/>
                  </a:lnTo>
                  <a:lnTo>
                    <a:pt x="162194" y="203229"/>
                  </a:lnTo>
                  <a:lnTo>
                    <a:pt x="242390" y="203229"/>
                  </a:lnTo>
                  <a:lnTo>
                    <a:pt x="163104" y="0"/>
                  </a:lnTo>
                  <a:close/>
                </a:path>
              </a:pathLst>
            </a:custGeom>
            <a:solidFill>
              <a:srgbClr val="FFFFFF"/>
            </a:solidFill>
          </p:spPr>
          <p:txBody>
            <a:bodyPr wrap="square" lIns="0" tIns="0" rIns="0" bIns="0" rtlCol="0"/>
            <a:lstStyle/>
            <a:p>
              <a:endParaRPr sz="1351"/>
            </a:p>
          </p:txBody>
        </p:sp>
        <p:sp>
          <p:nvSpPr>
            <p:cNvPr id="39" name="object 7">
              <a:extLst>
                <a:ext uri="{FF2B5EF4-FFF2-40B4-BE49-F238E27FC236}">
                  <a16:creationId xmlns:a16="http://schemas.microsoft.com/office/drawing/2014/main" id="{0FA289AB-5950-69E5-7E38-BD63CD501E91}"/>
                </a:ext>
              </a:extLst>
            </p:cNvPr>
            <p:cNvSpPr/>
            <p:nvPr/>
          </p:nvSpPr>
          <p:spPr>
            <a:xfrm>
              <a:off x="9772920" y="268829"/>
              <a:ext cx="122588" cy="103011"/>
            </a:xfrm>
            <a:custGeom>
              <a:avLst/>
              <a:gdLst/>
              <a:ahLst/>
              <a:cxnLst/>
              <a:rect l="l" t="t" r="r" b="b"/>
              <a:pathLst>
                <a:path w="242569" h="203834">
                  <a:moveTo>
                    <a:pt x="163125" y="0"/>
                  </a:moveTo>
                  <a:lnTo>
                    <a:pt x="77453" y="0"/>
                  </a:lnTo>
                  <a:lnTo>
                    <a:pt x="0" y="203229"/>
                  </a:lnTo>
                  <a:lnTo>
                    <a:pt x="79285" y="203229"/>
                  </a:lnTo>
                  <a:lnTo>
                    <a:pt x="120289" y="82018"/>
                  </a:lnTo>
                  <a:lnTo>
                    <a:pt x="162194" y="203229"/>
                  </a:lnTo>
                  <a:lnTo>
                    <a:pt x="242390" y="203229"/>
                  </a:lnTo>
                  <a:lnTo>
                    <a:pt x="163125" y="0"/>
                  </a:lnTo>
                  <a:close/>
                </a:path>
              </a:pathLst>
            </a:custGeom>
            <a:solidFill>
              <a:srgbClr val="FFFFFF"/>
            </a:solidFill>
          </p:spPr>
          <p:txBody>
            <a:bodyPr wrap="square" lIns="0" tIns="0" rIns="0" bIns="0" rtlCol="0"/>
            <a:lstStyle/>
            <a:p>
              <a:endParaRPr sz="1351"/>
            </a:p>
          </p:txBody>
        </p:sp>
        <p:grpSp>
          <p:nvGrpSpPr>
            <p:cNvPr id="40" name="object 8">
              <a:extLst>
                <a:ext uri="{FF2B5EF4-FFF2-40B4-BE49-F238E27FC236}">
                  <a16:creationId xmlns:a16="http://schemas.microsoft.com/office/drawing/2014/main" id="{CB03E7B7-4899-9258-ACC1-BF186B9180B6}"/>
                </a:ext>
              </a:extLst>
            </p:cNvPr>
            <p:cNvGrpSpPr/>
            <p:nvPr/>
          </p:nvGrpSpPr>
          <p:grpSpPr>
            <a:xfrm>
              <a:off x="9242701" y="249950"/>
              <a:ext cx="202816" cy="135423"/>
              <a:chOff x="18288992" y="494982"/>
              <a:chExt cx="401320" cy="267970"/>
            </a:xfrm>
          </p:grpSpPr>
          <p:sp>
            <p:nvSpPr>
              <p:cNvPr id="46" name="object 9">
                <a:extLst>
                  <a:ext uri="{FF2B5EF4-FFF2-40B4-BE49-F238E27FC236}">
                    <a16:creationId xmlns:a16="http://schemas.microsoft.com/office/drawing/2014/main" id="{87FADE85-A416-FC74-7EB3-B815C06B9220}"/>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7" name="object 10">
                <a:extLst>
                  <a:ext uri="{FF2B5EF4-FFF2-40B4-BE49-F238E27FC236}">
                    <a16:creationId xmlns:a16="http://schemas.microsoft.com/office/drawing/2014/main" id="{6652C85E-10AB-F076-C344-1B1811E88CA1}"/>
                  </a:ext>
                </a:extLst>
              </p:cNvPr>
              <p:cNvPicPr/>
              <p:nvPr/>
            </p:nvPicPr>
            <p:blipFill>
              <a:blip r:embed="rId9"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8" name="object 11">
                <a:extLst>
                  <a:ext uri="{FF2B5EF4-FFF2-40B4-BE49-F238E27FC236}">
                    <a16:creationId xmlns:a16="http://schemas.microsoft.com/office/drawing/2014/main" id="{430224B0-A0D4-0745-0A0A-F95198FAD892}"/>
                  </a:ext>
                </a:extLst>
              </p:cNvPr>
              <p:cNvPicPr/>
              <p:nvPr/>
            </p:nvPicPr>
            <p:blipFill>
              <a:blip r:embed="rId10"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sp>
          <p:nvSpPr>
            <p:cNvPr id="41" name="object 22">
              <a:extLst>
                <a:ext uri="{FF2B5EF4-FFF2-40B4-BE49-F238E27FC236}">
                  <a16:creationId xmlns:a16="http://schemas.microsoft.com/office/drawing/2014/main" id="{8826A970-02DC-C41C-A705-05879B32AE33}"/>
                </a:ext>
              </a:extLst>
            </p:cNvPr>
            <p:cNvSpPr/>
            <p:nvPr/>
          </p:nvSpPr>
          <p:spPr>
            <a:xfrm>
              <a:off x="9482330" y="268829"/>
              <a:ext cx="413331" cy="103011"/>
            </a:xfrm>
            <a:custGeom>
              <a:avLst/>
              <a:gdLst/>
              <a:ahLst/>
              <a:cxnLst/>
              <a:rect l="l" t="t" r="r" b="b"/>
              <a:pathLst>
                <a:path w="817880" h="203834">
                  <a:moveTo>
                    <a:pt x="196824" y="0"/>
                  </a:moveTo>
                  <a:lnTo>
                    <a:pt x="0" y="0"/>
                  </a:lnTo>
                  <a:lnTo>
                    <a:pt x="0" y="59690"/>
                  </a:lnTo>
                  <a:lnTo>
                    <a:pt x="58305" y="59690"/>
                  </a:lnTo>
                  <a:lnTo>
                    <a:pt x="58305" y="203200"/>
                  </a:lnTo>
                  <a:lnTo>
                    <a:pt x="140322" y="203200"/>
                  </a:lnTo>
                  <a:lnTo>
                    <a:pt x="140322" y="59690"/>
                  </a:lnTo>
                  <a:lnTo>
                    <a:pt x="196824" y="59690"/>
                  </a:lnTo>
                  <a:lnTo>
                    <a:pt x="196824" y="0"/>
                  </a:lnTo>
                  <a:close/>
                </a:path>
                <a:path w="817880" h="203834">
                  <a:moveTo>
                    <a:pt x="418261" y="203238"/>
                  </a:moveTo>
                  <a:lnTo>
                    <a:pt x="338988" y="12"/>
                  </a:lnTo>
                  <a:lnTo>
                    <a:pt x="253314" y="12"/>
                  </a:lnTo>
                  <a:lnTo>
                    <a:pt x="175882" y="203238"/>
                  </a:lnTo>
                  <a:lnTo>
                    <a:pt x="254228" y="203238"/>
                  </a:lnTo>
                  <a:lnTo>
                    <a:pt x="296151" y="82029"/>
                  </a:lnTo>
                  <a:lnTo>
                    <a:pt x="338074" y="203238"/>
                  </a:lnTo>
                  <a:lnTo>
                    <a:pt x="418261" y="203238"/>
                  </a:lnTo>
                  <a:close/>
                </a:path>
                <a:path w="817880" h="203834">
                  <a:moveTo>
                    <a:pt x="595960" y="0"/>
                  </a:moveTo>
                  <a:lnTo>
                    <a:pt x="399135" y="0"/>
                  </a:lnTo>
                  <a:lnTo>
                    <a:pt x="399135" y="59690"/>
                  </a:lnTo>
                  <a:lnTo>
                    <a:pt x="457441" y="59690"/>
                  </a:lnTo>
                  <a:lnTo>
                    <a:pt x="457441" y="203200"/>
                  </a:lnTo>
                  <a:lnTo>
                    <a:pt x="539457" y="203200"/>
                  </a:lnTo>
                  <a:lnTo>
                    <a:pt x="539457" y="59690"/>
                  </a:lnTo>
                  <a:lnTo>
                    <a:pt x="595960" y="59690"/>
                  </a:lnTo>
                  <a:lnTo>
                    <a:pt x="595960" y="0"/>
                  </a:lnTo>
                  <a:close/>
                </a:path>
                <a:path w="817880" h="203834">
                  <a:moveTo>
                    <a:pt x="817397" y="203238"/>
                  </a:moveTo>
                  <a:lnTo>
                    <a:pt x="738124" y="12"/>
                  </a:lnTo>
                  <a:lnTo>
                    <a:pt x="652449" y="12"/>
                  </a:lnTo>
                  <a:lnTo>
                    <a:pt x="575005" y="203238"/>
                  </a:lnTo>
                  <a:lnTo>
                    <a:pt x="654291" y="203238"/>
                  </a:lnTo>
                  <a:lnTo>
                    <a:pt x="695286" y="82029"/>
                  </a:lnTo>
                  <a:lnTo>
                    <a:pt x="737196" y="203238"/>
                  </a:lnTo>
                  <a:lnTo>
                    <a:pt x="817397" y="203238"/>
                  </a:lnTo>
                  <a:close/>
                </a:path>
              </a:pathLst>
            </a:custGeom>
            <a:solidFill>
              <a:srgbClr val="FFFFFF"/>
            </a:solidFill>
          </p:spPr>
          <p:txBody>
            <a:bodyPr wrap="square" lIns="0" tIns="0" rIns="0" bIns="0" rtlCol="0"/>
            <a:lstStyle/>
            <a:p>
              <a:endParaRPr sz="1351"/>
            </a:p>
          </p:txBody>
        </p:sp>
        <p:grpSp>
          <p:nvGrpSpPr>
            <p:cNvPr id="42" name="object 23">
              <a:extLst>
                <a:ext uri="{FF2B5EF4-FFF2-40B4-BE49-F238E27FC236}">
                  <a16:creationId xmlns:a16="http://schemas.microsoft.com/office/drawing/2014/main" id="{37D147A8-D3E3-B4B6-EDBB-19B01B294B22}"/>
                </a:ext>
              </a:extLst>
            </p:cNvPr>
            <p:cNvGrpSpPr/>
            <p:nvPr/>
          </p:nvGrpSpPr>
          <p:grpSpPr>
            <a:xfrm>
              <a:off x="9242701" y="249950"/>
              <a:ext cx="202816" cy="135423"/>
              <a:chOff x="18288992" y="494982"/>
              <a:chExt cx="401320" cy="267970"/>
            </a:xfrm>
          </p:grpSpPr>
          <p:sp>
            <p:nvSpPr>
              <p:cNvPr id="43" name="object 24">
                <a:extLst>
                  <a:ext uri="{FF2B5EF4-FFF2-40B4-BE49-F238E27FC236}">
                    <a16:creationId xmlns:a16="http://schemas.microsoft.com/office/drawing/2014/main" id="{112D2006-19F3-7134-0287-D1CCD0E61AA6}"/>
                  </a:ext>
                </a:extLst>
              </p:cNvPr>
              <p:cNvSpPr/>
              <p:nvPr/>
            </p:nvSpPr>
            <p:spPr>
              <a:xfrm>
                <a:off x="18299829" y="494982"/>
                <a:ext cx="379730" cy="267970"/>
              </a:xfrm>
              <a:custGeom>
                <a:avLst/>
                <a:gdLst/>
                <a:ahLst/>
                <a:cxnLst/>
                <a:rect l="l" t="t" r="r" b="b"/>
                <a:pathLst>
                  <a:path w="379730" h="267970">
                    <a:moveTo>
                      <a:pt x="189606" y="0"/>
                    </a:moveTo>
                    <a:lnTo>
                      <a:pt x="138476" y="4133"/>
                    </a:lnTo>
                    <a:lnTo>
                      <a:pt x="91012" y="16795"/>
                    </a:lnTo>
                    <a:lnTo>
                      <a:pt x="50719" y="36565"/>
                    </a:lnTo>
                    <a:lnTo>
                      <a:pt x="18962" y="62846"/>
                    </a:lnTo>
                    <a:lnTo>
                      <a:pt x="0" y="89389"/>
                    </a:lnTo>
                    <a:lnTo>
                      <a:pt x="33432" y="82180"/>
                    </a:lnTo>
                    <a:lnTo>
                      <a:pt x="74078" y="75170"/>
                    </a:lnTo>
                    <a:lnTo>
                      <a:pt x="118993" y="69582"/>
                    </a:lnTo>
                    <a:lnTo>
                      <a:pt x="165230" y="66636"/>
                    </a:lnTo>
                    <a:lnTo>
                      <a:pt x="171188" y="66636"/>
                    </a:lnTo>
                    <a:lnTo>
                      <a:pt x="180936" y="97515"/>
                    </a:lnTo>
                    <a:lnTo>
                      <a:pt x="179313" y="267091"/>
                    </a:lnTo>
                    <a:lnTo>
                      <a:pt x="182570" y="267091"/>
                    </a:lnTo>
                    <a:lnTo>
                      <a:pt x="185805" y="267614"/>
                    </a:lnTo>
                    <a:lnTo>
                      <a:pt x="196653" y="267614"/>
                    </a:lnTo>
                    <a:lnTo>
                      <a:pt x="199899" y="267091"/>
                    </a:lnTo>
                    <a:lnTo>
                      <a:pt x="198240" y="91103"/>
                    </a:lnTo>
                    <a:lnTo>
                      <a:pt x="198406" y="83573"/>
                    </a:lnTo>
                    <a:lnTo>
                      <a:pt x="199182" y="76647"/>
                    </a:lnTo>
                    <a:lnTo>
                      <a:pt x="200978" y="72050"/>
                    </a:lnTo>
                    <a:lnTo>
                      <a:pt x="203679" y="68259"/>
                    </a:lnTo>
                    <a:lnTo>
                      <a:pt x="208025" y="66636"/>
                    </a:lnTo>
                    <a:lnTo>
                      <a:pt x="213448" y="66636"/>
                    </a:lnTo>
                    <a:lnTo>
                      <a:pt x="259761" y="69582"/>
                    </a:lnTo>
                    <a:lnTo>
                      <a:pt x="304859" y="75170"/>
                    </a:lnTo>
                    <a:lnTo>
                      <a:pt x="345694" y="82180"/>
                    </a:lnTo>
                    <a:lnTo>
                      <a:pt x="379213" y="89389"/>
                    </a:lnTo>
                    <a:lnTo>
                      <a:pt x="375258" y="82500"/>
                    </a:lnTo>
                    <a:lnTo>
                      <a:pt x="345562" y="48940"/>
                    </a:lnTo>
                    <a:lnTo>
                      <a:pt x="309057" y="25818"/>
                    </a:lnTo>
                    <a:lnTo>
                      <a:pt x="264643" y="9373"/>
                    </a:lnTo>
                    <a:lnTo>
                      <a:pt x="215363" y="1025"/>
                    </a:lnTo>
                    <a:lnTo>
                      <a:pt x="189606" y="0"/>
                    </a:lnTo>
                    <a:close/>
                  </a:path>
                </a:pathLst>
              </a:custGeom>
              <a:solidFill>
                <a:srgbClr val="FFFFFF"/>
              </a:solidFill>
            </p:spPr>
            <p:txBody>
              <a:bodyPr wrap="square" lIns="0" tIns="0" rIns="0" bIns="0" rtlCol="0"/>
              <a:lstStyle/>
              <a:p>
                <a:endParaRPr sz="1351"/>
              </a:p>
            </p:txBody>
          </p:sp>
          <p:pic>
            <p:nvPicPr>
              <p:cNvPr id="44" name="object 25">
                <a:extLst>
                  <a:ext uri="{FF2B5EF4-FFF2-40B4-BE49-F238E27FC236}">
                    <a16:creationId xmlns:a16="http://schemas.microsoft.com/office/drawing/2014/main" id="{CFF13B7E-B12D-6EFA-970E-24B4B87CA339}"/>
                  </a:ext>
                </a:extLst>
              </p:cNvPr>
              <p:cNvPicPr/>
              <p:nvPr/>
            </p:nvPicPr>
            <p:blipFill>
              <a:blip r:embed="rId9" cstate="email">
                <a:extLst>
                  <a:ext uri="{28A0092B-C50C-407E-A947-70E740481C1C}">
                    <a14:useLocalDpi xmlns:a14="http://schemas.microsoft.com/office/drawing/2010/main"/>
                  </a:ext>
                </a:extLst>
              </a:blip>
              <a:stretch>
                <a:fillRect/>
              </a:stretch>
            </p:blipFill>
            <p:spPr>
              <a:xfrm>
                <a:off x="18525215" y="589788"/>
                <a:ext cx="164657" cy="165241"/>
              </a:xfrm>
              <a:prstGeom prst="rect">
                <a:avLst/>
              </a:prstGeom>
            </p:spPr>
          </p:pic>
          <p:pic>
            <p:nvPicPr>
              <p:cNvPr id="45" name="object 26">
                <a:extLst>
                  <a:ext uri="{FF2B5EF4-FFF2-40B4-BE49-F238E27FC236}">
                    <a16:creationId xmlns:a16="http://schemas.microsoft.com/office/drawing/2014/main" id="{1CDE3C13-1150-B6C6-1277-D870DCCDD718}"/>
                  </a:ext>
                </a:extLst>
              </p:cNvPr>
              <p:cNvPicPr/>
              <p:nvPr/>
            </p:nvPicPr>
            <p:blipFill>
              <a:blip r:embed="rId10" cstate="email">
                <a:extLst>
                  <a:ext uri="{28A0092B-C50C-407E-A947-70E740481C1C}">
                    <a14:useLocalDpi xmlns:a14="http://schemas.microsoft.com/office/drawing/2010/main"/>
                  </a:ext>
                </a:extLst>
              </a:blip>
              <a:stretch>
                <a:fillRect/>
              </a:stretch>
            </p:blipFill>
            <p:spPr>
              <a:xfrm>
                <a:off x="18288992" y="589784"/>
                <a:ext cx="164355" cy="165775"/>
              </a:xfrm>
              <a:prstGeom prst="rect">
                <a:avLst/>
              </a:prstGeom>
            </p:spPr>
          </p:pic>
        </p:grpSp>
      </p:grpSp>
      <p:sp>
        <p:nvSpPr>
          <p:cNvPr id="53" name="TextBox 52">
            <a:extLst>
              <a:ext uri="{FF2B5EF4-FFF2-40B4-BE49-F238E27FC236}">
                <a16:creationId xmlns:a16="http://schemas.microsoft.com/office/drawing/2014/main" id="{23F6EF5E-0034-969A-562B-6DE58C861065}"/>
              </a:ext>
            </a:extLst>
          </p:cNvPr>
          <p:cNvSpPr txBox="1"/>
          <p:nvPr userDrawn="1"/>
        </p:nvSpPr>
        <p:spPr>
          <a:xfrm>
            <a:off x="437245" y="6373607"/>
            <a:ext cx="6098875" cy="184666"/>
          </a:xfrm>
          <a:prstGeom prst="rect">
            <a:avLst/>
          </a:prstGeom>
          <a:noFill/>
        </p:spPr>
        <p:txBody>
          <a:bodyPr wrap="square">
            <a:spAutoFit/>
          </a:bodyPr>
          <a:lstStyle/>
          <a:p>
            <a:r>
              <a:rPr lang="en-GB" sz="600" spc="-20" baseline="0">
                <a:solidFill>
                  <a:srgbClr val="FFFFFF"/>
                </a:solidFill>
                <a:effectLst/>
              </a:rPr>
              <a:t>© Copyright 2024 Tata Technologies. All rights reserved. All other trademarks are trademarks of their respective owners.</a:t>
            </a:r>
          </a:p>
        </p:txBody>
      </p:sp>
      <p:sp>
        <p:nvSpPr>
          <p:cNvPr id="2" name="Rectangle 1">
            <a:hlinkClick r:id="rId11"/>
            <a:extLst>
              <a:ext uri="{FF2B5EF4-FFF2-40B4-BE49-F238E27FC236}">
                <a16:creationId xmlns:a16="http://schemas.microsoft.com/office/drawing/2014/main" id="{EA0A9CE0-2443-7657-7D67-B984454063A3}"/>
              </a:ext>
            </a:extLst>
          </p:cNvPr>
          <p:cNvSpPr/>
          <p:nvPr userDrawn="1"/>
        </p:nvSpPr>
        <p:spPr>
          <a:xfrm>
            <a:off x="9684257" y="3375812"/>
            <a:ext cx="2156931" cy="2682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4" name="Rectangle 3">
            <a:hlinkClick r:id="rId12"/>
            <a:extLst>
              <a:ext uri="{FF2B5EF4-FFF2-40B4-BE49-F238E27FC236}">
                <a16:creationId xmlns:a16="http://schemas.microsoft.com/office/drawing/2014/main" id="{9C8EF4AD-102C-E63F-98CC-30A7B20B838B}"/>
              </a:ext>
            </a:extLst>
          </p:cNvPr>
          <p:cNvSpPr/>
          <p:nvPr userDrawn="1"/>
        </p:nvSpPr>
        <p:spPr>
          <a:xfrm>
            <a:off x="9684260" y="1988457"/>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5" name="Rectangle 4">
            <a:hlinkClick r:id="rId13"/>
            <a:extLst>
              <a:ext uri="{FF2B5EF4-FFF2-40B4-BE49-F238E27FC236}">
                <a16:creationId xmlns:a16="http://schemas.microsoft.com/office/drawing/2014/main" id="{6ECA87C5-69AF-4BAC-5339-161E9F1BECFB}"/>
              </a:ext>
            </a:extLst>
          </p:cNvPr>
          <p:cNvSpPr/>
          <p:nvPr userDrawn="1"/>
        </p:nvSpPr>
        <p:spPr>
          <a:xfrm>
            <a:off x="9684260" y="2249715"/>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6" name="Rectangle 5">
            <a:hlinkClick r:id="rId14"/>
            <a:extLst>
              <a:ext uri="{FF2B5EF4-FFF2-40B4-BE49-F238E27FC236}">
                <a16:creationId xmlns:a16="http://schemas.microsoft.com/office/drawing/2014/main" id="{7B2F3A61-F066-B1DE-77CC-8ECEE222B346}"/>
              </a:ext>
            </a:extLst>
          </p:cNvPr>
          <p:cNvSpPr/>
          <p:nvPr userDrawn="1"/>
        </p:nvSpPr>
        <p:spPr>
          <a:xfrm>
            <a:off x="9684255" y="2481943"/>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7" name="Rectangle 6">
            <a:hlinkClick r:id="rId15"/>
            <a:extLst>
              <a:ext uri="{FF2B5EF4-FFF2-40B4-BE49-F238E27FC236}">
                <a16:creationId xmlns:a16="http://schemas.microsoft.com/office/drawing/2014/main" id="{5D3F2211-4CF7-F62C-FAD8-D3420F710096}"/>
              </a:ext>
            </a:extLst>
          </p:cNvPr>
          <p:cNvSpPr/>
          <p:nvPr userDrawn="1"/>
        </p:nvSpPr>
        <p:spPr>
          <a:xfrm>
            <a:off x="9684260" y="2735943"/>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sp>
        <p:nvSpPr>
          <p:cNvPr id="8" name="Rectangle 7">
            <a:hlinkClick r:id="rId16"/>
            <a:extLst>
              <a:ext uri="{FF2B5EF4-FFF2-40B4-BE49-F238E27FC236}">
                <a16:creationId xmlns:a16="http://schemas.microsoft.com/office/drawing/2014/main" id="{E8464CCE-763A-C6AF-0CBC-58B9A94D17DA}"/>
              </a:ext>
            </a:extLst>
          </p:cNvPr>
          <p:cNvSpPr/>
          <p:nvPr userDrawn="1"/>
        </p:nvSpPr>
        <p:spPr>
          <a:xfrm>
            <a:off x="9684260" y="2982687"/>
            <a:ext cx="1496841" cy="1724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3" name="Picture 2">
            <a:extLst>
              <a:ext uri="{FF2B5EF4-FFF2-40B4-BE49-F238E27FC236}">
                <a16:creationId xmlns:a16="http://schemas.microsoft.com/office/drawing/2014/main" id="{D45D18B0-9E63-2192-0B47-6150D1F673F2}"/>
              </a:ext>
            </a:extLst>
          </p:cNvPr>
          <p:cNvPicPr>
            <a:picLocks noChangeAspect="1"/>
          </p:cNvPicPr>
          <p:nvPr userDrawn="1"/>
        </p:nvPicPr>
        <p:blipFill>
          <a:blip r:embed="rId17" cstate="email">
            <a:extLst>
              <a:ext uri="{28A0092B-C50C-407E-A947-70E740481C1C}">
                <a14:useLocalDpi xmlns:a14="http://schemas.microsoft.com/office/drawing/2010/main"/>
              </a:ext>
            </a:extLst>
          </a:blip>
          <a:stretch>
            <a:fillRect/>
          </a:stretch>
        </p:blipFill>
        <p:spPr>
          <a:xfrm>
            <a:off x="334503" y="333376"/>
            <a:ext cx="1775655" cy="126189"/>
          </a:xfrm>
          <a:prstGeom prst="rect">
            <a:avLst/>
          </a:prstGeom>
        </p:spPr>
      </p:pic>
      <p:pic>
        <p:nvPicPr>
          <p:cNvPr id="10" name="Graphic 9">
            <a:extLst>
              <a:ext uri="{FF2B5EF4-FFF2-40B4-BE49-F238E27FC236}">
                <a16:creationId xmlns:a16="http://schemas.microsoft.com/office/drawing/2014/main" id="{183746A2-9431-CBCB-8F0B-CA2C7CB70670}"/>
              </a:ext>
            </a:extLst>
          </p:cNvPr>
          <p:cNvPicPr>
            <a:picLocks noChangeAspect="1"/>
          </p:cNvPicPr>
          <p:nvPr userDrawn="1"/>
        </p:nvPicPr>
        <p:blipFill>
          <a:blip r:embed="rId18" cstate="email">
            <a:extLst>
              <a:ext uri="{28A0092B-C50C-407E-A947-70E740481C1C}">
                <a14:useLocalDpi xmlns:a14="http://schemas.microsoft.com/office/drawing/2010/main"/>
              </a:ext>
              <a:ext uri="{96DAC541-7B7A-43D3-8B79-37D633B846F1}">
                <asvg:svgBlip xmlns:asvg="http://schemas.microsoft.com/office/drawing/2016/SVG/main" r:embed="rId19"/>
              </a:ext>
            </a:extLst>
          </a:blip>
          <a:stretch>
            <a:fillRect/>
          </a:stretch>
        </p:blipFill>
        <p:spPr>
          <a:xfrm>
            <a:off x="9703997" y="6408073"/>
            <a:ext cx="2135347" cy="168971"/>
          </a:xfrm>
          <a:prstGeom prst="rect">
            <a:avLst/>
          </a:prstGeom>
        </p:spPr>
      </p:pic>
      <p:pic>
        <p:nvPicPr>
          <p:cNvPr id="9" name="Graphic 8">
            <a:extLst>
              <a:ext uri="{FF2B5EF4-FFF2-40B4-BE49-F238E27FC236}">
                <a16:creationId xmlns:a16="http://schemas.microsoft.com/office/drawing/2014/main" id="{78CF5718-928F-51C5-C1DE-94E4A65E67AD}"/>
              </a:ext>
            </a:extLst>
          </p:cNvPr>
          <p:cNvPicPr>
            <a:picLocks noChangeAspect="1"/>
          </p:cNvPicPr>
          <p:nvPr userDrawn="1"/>
        </p:nvPicPr>
        <p:blipFill>
          <a:blip r:embed="rId20" cstate="email">
            <a:extLst>
              <a:ext uri="{28A0092B-C50C-407E-A947-70E740481C1C}">
                <a14:useLocalDpi xmlns:a14="http://schemas.microsoft.com/office/drawing/2010/main"/>
              </a:ext>
              <a:ext uri="{96DAC541-7B7A-43D3-8B79-37D633B846F1}">
                <asvg:svgBlip xmlns:asvg="http://schemas.microsoft.com/office/drawing/2016/SVG/main" r:embed="rId21"/>
              </a:ext>
            </a:extLst>
          </a:blip>
          <a:stretch>
            <a:fillRect/>
          </a:stretch>
        </p:blipFill>
        <p:spPr>
          <a:xfrm>
            <a:off x="4744820" y="95795"/>
            <a:ext cx="3282565" cy="6522720"/>
          </a:xfrm>
          <a:prstGeom prst="rect">
            <a:avLst/>
          </a:prstGeom>
        </p:spPr>
      </p:pic>
      <p:sp>
        <p:nvSpPr>
          <p:cNvPr id="11" name="object 4">
            <a:extLst>
              <a:ext uri="{FF2B5EF4-FFF2-40B4-BE49-F238E27FC236}">
                <a16:creationId xmlns:a16="http://schemas.microsoft.com/office/drawing/2014/main" id="{75D68A57-B948-A713-CDFF-1EA9D9508E51}"/>
              </a:ext>
            </a:extLst>
          </p:cNvPr>
          <p:cNvSpPr txBox="1"/>
          <p:nvPr userDrawn="1"/>
        </p:nvSpPr>
        <p:spPr>
          <a:xfrm>
            <a:off x="9750005" y="5038798"/>
            <a:ext cx="2089340" cy="1121798"/>
          </a:xfrm>
          <a:prstGeom prst="rect">
            <a:avLst/>
          </a:prstGeom>
        </p:spPr>
        <p:txBody>
          <a:bodyPr vert="horz" wrap="square" lIns="0" tIns="31449" rIns="0" bIns="0" rtlCol="0">
            <a:spAutoFit/>
          </a:bodyPr>
          <a:lstStyle/>
          <a:p>
            <a:pPr marL="6419">
              <a:lnSpc>
                <a:spcPct val="120000"/>
              </a:lnSpc>
              <a:spcBef>
                <a:spcPts val="248"/>
              </a:spcBef>
            </a:pPr>
            <a:r>
              <a:rPr lang="en-IN" sz="900" b="1" spc="0">
                <a:solidFill>
                  <a:schemeClr val="bg2"/>
                </a:solidFill>
                <a:latin typeface="DMSans-Medium"/>
                <a:cs typeface="DMSans-Medium"/>
              </a:rPr>
              <a:t>COPYRIGHT NOTICE</a:t>
            </a:r>
          </a:p>
          <a:p>
            <a:pPr marL="6419">
              <a:lnSpc>
                <a:spcPct val="120000"/>
              </a:lnSpc>
              <a:spcBef>
                <a:spcPts val="248"/>
              </a:spcBef>
            </a:pPr>
            <a:r>
              <a:rPr lang="en-IN" sz="700" spc="0">
                <a:solidFill>
                  <a:schemeClr val="bg1"/>
                </a:solidFill>
                <a:latin typeface="+mn-lt"/>
                <a:cs typeface="DMSans-Medium"/>
              </a:rPr>
              <a:t>All information/content contained herein is the sole property of Tata Technologies Limited or its Licensors. No intellectual property rights are granted by disclosure of its content. The information/content shall not be reproduced or disclosed to a third party without the express written consent of Tata Technologies Limited.</a:t>
            </a:r>
            <a:endParaRPr lang="en-IN" sz="700" spc="0">
              <a:solidFill>
                <a:schemeClr val="bg1"/>
              </a:solidFill>
              <a:latin typeface="+mn-lt"/>
              <a:cs typeface="DM Sans"/>
            </a:endParaRPr>
          </a:p>
        </p:txBody>
      </p:sp>
      <p:pic>
        <p:nvPicPr>
          <p:cNvPr id="17" name="Picture 16">
            <a:extLst>
              <a:ext uri="{FF2B5EF4-FFF2-40B4-BE49-F238E27FC236}">
                <a16:creationId xmlns:a16="http://schemas.microsoft.com/office/drawing/2014/main" id="{1788C965-E6AA-2A31-C021-208FC1AC0D88}"/>
              </a:ext>
            </a:extLst>
          </p:cNvPr>
          <p:cNvPicPr>
            <a:picLocks noChangeAspect="1"/>
          </p:cNvPicPr>
          <p:nvPr userDrawn="1"/>
        </p:nvPicPr>
        <p:blipFill>
          <a:blip r:embed="rId22"/>
          <a:stretch>
            <a:fillRect/>
          </a:stretch>
        </p:blipFill>
        <p:spPr>
          <a:xfrm>
            <a:off x="9746021" y="2503581"/>
            <a:ext cx="136391" cy="139259"/>
          </a:xfrm>
          <a:prstGeom prst="rect">
            <a:avLst/>
          </a:prstGeom>
        </p:spPr>
      </p:pic>
      <p:sp>
        <p:nvSpPr>
          <p:cNvPr id="15" name="hcSlideMaster107.Closing slideHeader" descr="Classification: Internal">
            <a:extLst>
              <a:ext uri="{FF2B5EF4-FFF2-40B4-BE49-F238E27FC236}">
                <a16:creationId xmlns:a16="http://schemas.microsoft.com/office/drawing/2014/main" id="{608100CD-51DB-4C6B-9AEC-A494520164CF}"/>
              </a:ext>
            </a:extLst>
          </p:cNvPr>
          <p:cNvSpPr txBox="1"/>
          <p:nvPr userDrawn="1"/>
        </p:nvSpPr>
        <p:spPr>
          <a:xfrm>
            <a:off x="0" y="0"/>
            <a:ext cx="12192000" cy="276999"/>
          </a:xfrm>
          <a:prstGeom prst="rect">
            <a:avLst/>
          </a:prstGeom>
          <a:solidFill>
            <a:srgbClr val="FFFFFF"/>
          </a:solidFill>
        </p:spPr>
        <p:txBody>
          <a:bodyPr vert="horz" rtlCol="0">
            <a:spAutoFit/>
          </a:bodyPr>
          <a:lstStyle/>
          <a:p>
            <a:pPr algn="ctr"/>
            <a:r>
              <a:rPr lang="en-IN" sz="1200" b="0" i="0" u="none" baseline="0">
                <a:solidFill>
                  <a:srgbClr val="000000"/>
                </a:solidFill>
                <a:latin typeface="Microsoft Sans Serif" panose="020B0604020202020204" pitchFamily="34" charset="0"/>
              </a:rPr>
              <a:t>Classification: </a:t>
            </a:r>
            <a:r>
              <a:rPr lang="en-IN" sz="1200" b="0" i="0" u="none" baseline="0">
                <a:solidFill>
                  <a:srgbClr val="0000FF"/>
                </a:solidFill>
                <a:latin typeface="Microsoft Sans Serif" panose="020B0604020202020204" pitchFamily="34" charset="0"/>
              </a:rPr>
              <a:t>Internal</a:t>
            </a:r>
          </a:p>
        </p:txBody>
      </p:sp>
    </p:spTree>
    <p:extLst>
      <p:ext uri="{BB962C8B-B14F-4D97-AF65-F5344CB8AC3E}">
        <p14:creationId xmlns:p14="http://schemas.microsoft.com/office/powerpoint/2010/main" val="207338936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theme" Target="../theme/theme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10" Type="http://schemas.openxmlformats.org/officeDocument/2006/relationships/theme" Target="../theme/theme5.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5" Type="http://schemas.openxmlformats.org/officeDocument/2006/relationships/slideLayout" Target="../slideLayouts/slideLayout27.xml"/><Relationship Id="rId10" Type="http://schemas.openxmlformats.org/officeDocument/2006/relationships/theme" Target="../theme/theme6.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39.xml"/><Relationship Id="rId3" Type="http://schemas.openxmlformats.org/officeDocument/2006/relationships/slideLayout" Target="../slideLayouts/slideLayout34.xml"/><Relationship Id="rId7" Type="http://schemas.openxmlformats.org/officeDocument/2006/relationships/slideLayout" Target="../slideLayouts/slideLayout38.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5" Type="http://schemas.openxmlformats.org/officeDocument/2006/relationships/slideLayout" Target="../slideLayouts/slideLayout36.xml"/><Relationship Id="rId10" Type="http://schemas.openxmlformats.org/officeDocument/2006/relationships/theme" Target="../theme/theme7.xml"/><Relationship Id="rId4" Type="http://schemas.openxmlformats.org/officeDocument/2006/relationships/slideLayout" Target="../slideLayouts/slideLayout35.xml"/><Relationship Id="rId9" Type="http://schemas.openxmlformats.org/officeDocument/2006/relationships/slideLayout" Target="../slideLayouts/slideLayout40.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5" Type="http://schemas.openxmlformats.org/officeDocument/2006/relationships/slideLayout" Target="../slideLayouts/slideLayout45.xml"/><Relationship Id="rId10" Type="http://schemas.openxmlformats.org/officeDocument/2006/relationships/theme" Target="../theme/theme8.xml"/><Relationship Id="rId4" Type="http://schemas.openxmlformats.org/officeDocument/2006/relationships/slideLayout" Target="../slideLayouts/slideLayout44.xml"/><Relationship Id="rId9" Type="http://schemas.openxmlformats.org/officeDocument/2006/relationships/slideLayout" Target="../slideLayouts/slideLayout49.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57.xml"/><Relationship Id="rId3" Type="http://schemas.openxmlformats.org/officeDocument/2006/relationships/slideLayout" Target="../slideLayouts/slideLayout52.xml"/><Relationship Id="rId7" Type="http://schemas.openxmlformats.org/officeDocument/2006/relationships/slideLayout" Target="../slideLayouts/slideLayout56.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5" Type="http://schemas.openxmlformats.org/officeDocument/2006/relationships/slideLayout" Target="../slideLayouts/slideLayout54.xml"/><Relationship Id="rId10" Type="http://schemas.openxmlformats.org/officeDocument/2006/relationships/theme" Target="../theme/theme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66.xml"/><Relationship Id="rId3" Type="http://schemas.openxmlformats.org/officeDocument/2006/relationships/slideLayout" Target="../slideLayouts/slideLayout61.xml"/><Relationship Id="rId7" Type="http://schemas.openxmlformats.org/officeDocument/2006/relationships/slideLayout" Target="../slideLayouts/slideLayout65.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5" Type="http://schemas.openxmlformats.org/officeDocument/2006/relationships/slideLayout" Target="../slideLayouts/slideLayout63.xml"/><Relationship Id="rId10" Type="http://schemas.openxmlformats.org/officeDocument/2006/relationships/theme" Target="../theme/theme10.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75.xml"/><Relationship Id="rId3" Type="http://schemas.openxmlformats.org/officeDocument/2006/relationships/slideLayout" Target="../slideLayouts/slideLayout70.xml"/><Relationship Id="rId7" Type="http://schemas.openxmlformats.org/officeDocument/2006/relationships/slideLayout" Target="../slideLayouts/slideLayout74.xml"/><Relationship Id="rId2" Type="http://schemas.openxmlformats.org/officeDocument/2006/relationships/slideLayout" Target="../slideLayouts/slideLayout69.xml"/><Relationship Id="rId1" Type="http://schemas.openxmlformats.org/officeDocument/2006/relationships/slideLayout" Target="../slideLayouts/slideLayout68.xml"/><Relationship Id="rId6" Type="http://schemas.openxmlformats.org/officeDocument/2006/relationships/slideLayout" Target="../slideLayouts/slideLayout73.xml"/><Relationship Id="rId5" Type="http://schemas.openxmlformats.org/officeDocument/2006/relationships/slideLayout" Target="../slideLayouts/slideLayout72.xml"/><Relationship Id="rId10" Type="http://schemas.openxmlformats.org/officeDocument/2006/relationships/theme" Target="../theme/theme11.xml"/><Relationship Id="rId4" Type="http://schemas.openxmlformats.org/officeDocument/2006/relationships/slideLayout" Target="../slideLayouts/slideLayout71.xml"/><Relationship Id="rId9" Type="http://schemas.openxmlformats.org/officeDocument/2006/relationships/slideLayout" Target="../slideLayouts/slideLayout7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28E1F81-54B0-CA8C-579B-65C43DF972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AF22B28-5C0A-F15D-DEB9-79224D3E6B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8B3B3C-660F-9BA9-A3F2-3CC0E10FD9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DM Sans" pitchFamily="2" charset="77"/>
              </a:defRPr>
            </a:lvl1pPr>
          </a:lstStyle>
          <a:p>
            <a:fld id="{0E015CAF-0C4B-9544-BBD2-3C7801AE0D19}" type="datetimeFigureOut">
              <a:rPr lang="en-US" smtClean="0"/>
              <a:pPr/>
              <a:t>1/18/2026</a:t>
            </a:fld>
            <a:endParaRPr lang="en-US"/>
          </a:p>
        </p:txBody>
      </p:sp>
      <p:sp>
        <p:nvSpPr>
          <p:cNvPr id="5" name="Footer Placeholder 4">
            <a:extLst>
              <a:ext uri="{FF2B5EF4-FFF2-40B4-BE49-F238E27FC236}">
                <a16:creationId xmlns:a16="http://schemas.microsoft.com/office/drawing/2014/main" id="{1B1AC6AD-148C-BFC5-341A-95869B09EC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DM Sans" pitchFamily="2" charset="77"/>
              </a:defRPr>
            </a:lvl1pPr>
          </a:lstStyle>
          <a:p>
            <a:endParaRPr lang="en-US"/>
          </a:p>
        </p:txBody>
      </p:sp>
      <p:sp>
        <p:nvSpPr>
          <p:cNvPr id="6" name="Slide Number Placeholder 5">
            <a:extLst>
              <a:ext uri="{FF2B5EF4-FFF2-40B4-BE49-F238E27FC236}">
                <a16:creationId xmlns:a16="http://schemas.microsoft.com/office/drawing/2014/main" id="{208A3C51-6625-E87E-34CE-731A0F721B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DM Sans" pitchFamily="2" charset="77"/>
              </a:defRPr>
            </a:lvl1pPr>
          </a:lstStyle>
          <a:p>
            <a:fld id="{207BE133-890D-A14D-9910-01D37695BDB7}" type="slidenum">
              <a:rPr lang="en-US" smtClean="0"/>
              <a:pPr/>
              <a:t>‹#›</a:t>
            </a:fld>
            <a:endParaRPr lang="en-US"/>
          </a:p>
        </p:txBody>
      </p:sp>
      <p:sp>
        <p:nvSpPr>
          <p:cNvPr id="7" name="Slide Number Placeholder 4">
            <a:extLst>
              <a:ext uri="{FF2B5EF4-FFF2-40B4-BE49-F238E27FC236}">
                <a16:creationId xmlns:a16="http://schemas.microsoft.com/office/drawing/2014/main" id="{C188F183-A0DE-CA6C-1613-AD5BF1221250}"/>
              </a:ext>
            </a:extLst>
          </p:cNvPr>
          <p:cNvSpPr txBox="1">
            <a:spLocks/>
          </p:cNvSpPr>
          <p:nvPr userDrawn="1"/>
        </p:nvSpPr>
        <p:spPr>
          <a:xfrm>
            <a:off x="3" y="6356352"/>
            <a:ext cx="491300" cy="365125"/>
          </a:xfrm>
          <a:prstGeom prst="rect">
            <a:avLst/>
          </a:prstGeom>
        </p:spPr>
        <p:txBody>
          <a:bodyPr/>
          <a:lstStyle>
            <a:defPPr>
              <a:defRPr lang="en-US"/>
            </a:defPPr>
            <a:lvl1pPr marL="0" algn="r" defTabSz="914332" rtl="0" eaLnBrk="1" latinLnBrk="0" hangingPunct="1">
              <a:defRPr sz="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a:lstStyle>
          <a:p>
            <a:fld id="{C4B1DB5C-CBD1-46F1-83D6-F5AA23577CB7}" type="slidenum">
              <a:rPr lang="en-GB" smtClean="0">
                <a:latin typeface="DM Sans" pitchFamily="2" charset="77"/>
              </a:rPr>
              <a:pPr/>
              <a:t>‹#›</a:t>
            </a:fld>
            <a:endParaRPr lang="en-GB">
              <a:latin typeface="DM Sans" pitchFamily="2" charset="77"/>
            </a:endParaRPr>
          </a:p>
        </p:txBody>
      </p:sp>
    </p:spTree>
    <p:extLst>
      <p:ext uri="{BB962C8B-B14F-4D97-AF65-F5344CB8AC3E}">
        <p14:creationId xmlns:p14="http://schemas.microsoft.com/office/powerpoint/2010/main" val="3081876663"/>
      </p:ext>
    </p:extLst>
  </p:cSld>
  <p:clrMap bg1="lt1" tx1="dk1" bg2="lt2" tx2="dk2" accent1="accent1" accent2="accent2" accent3="accent3" accent4="accent4" accent5="accent5" accent6="accent6" hlink="hlink" folHlink="folHlink"/>
  <p:sldLayoutIdLst>
    <p:sldLayoutId id="2147483773" r:id="rId1"/>
  </p:sldLayoutIdLst>
  <p:txStyles>
    <p:titleStyle>
      <a:lvl1pPr algn="l" defTabSz="914400" rtl="0" eaLnBrk="1" latinLnBrk="0" hangingPunct="1">
        <a:lnSpc>
          <a:spcPct val="90000"/>
        </a:lnSpc>
        <a:spcBef>
          <a:spcPct val="0"/>
        </a:spcBef>
        <a:buNone/>
        <a:defRPr sz="2800" kern="1200">
          <a:solidFill>
            <a:schemeClr val="tx1"/>
          </a:solidFill>
          <a:latin typeface="DM Sans"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DM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73DADC-31C7-FA97-2059-2FDA2F1AC5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9874003-ECCB-FDBB-F151-085209AF56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FBA2518-1905-FB41-4AEE-B5B5ED0896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DM Sans" pitchFamily="2" charset="77"/>
              </a:defRPr>
            </a:lvl1pPr>
          </a:lstStyle>
          <a:p>
            <a:fld id="{F2A89D12-E46C-7749-BEFC-EF47A11E5828}" type="datetimeFigureOut">
              <a:rPr lang="en-US" smtClean="0"/>
              <a:pPr/>
              <a:t>1/18/2026</a:t>
            </a:fld>
            <a:endParaRPr lang="en-US"/>
          </a:p>
        </p:txBody>
      </p:sp>
      <p:sp>
        <p:nvSpPr>
          <p:cNvPr id="5" name="Footer Placeholder 4">
            <a:extLst>
              <a:ext uri="{FF2B5EF4-FFF2-40B4-BE49-F238E27FC236}">
                <a16:creationId xmlns:a16="http://schemas.microsoft.com/office/drawing/2014/main" id="{5BA6652F-269A-06E3-7D6E-BD834695DE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DM Sans" pitchFamily="2" charset="77"/>
              </a:defRPr>
            </a:lvl1pPr>
          </a:lstStyle>
          <a:p>
            <a:endParaRPr lang="en-US"/>
          </a:p>
        </p:txBody>
      </p:sp>
      <p:sp>
        <p:nvSpPr>
          <p:cNvPr id="6" name="Slide Number Placeholder 5">
            <a:extLst>
              <a:ext uri="{FF2B5EF4-FFF2-40B4-BE49-F238E27FC236}">
                <a16:creationId xmlns:a16="http://schemas.microsoft.com/office/drawing/2014/main" id="{EEA3AFCA-95F9-7FFF-F015-85C45EBCDB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DM Sans" pitchFamily="2" charset="77"/>
              </a:defRPr>
            </a:lvl1pPr>
          </a:lstStyle>
          <a:p>
            <a:fld id="{3613B1A1-B803-7A4A-A51B-38DBAEB87B7C}" type="slidenum">
              <a:rPr lang="en-US" smtClean="0"/>
              <a:pPr/>
              <a:t>‹#›</a:t>
            </a:fld>
            <a:endParaRPr lang="en-US"/>
          </a:p>
        </p:txBody>
      </p:sp>
      <p:sp>
        <p:nvSpPr>
          <p:cNvPr id="7" name="Slide Number Placeholder 4">
            <a:extLst>
              <a:ext uri="{FF2B5EF4-FFF2-40B4-BE49-F238E27FC236}">
                <a16:creationId xmlns:a16="http://schemas.microsoft.com/office/drawing/2014/main" id="{1EBBE384-033A-935A-93D3-AEFD23305B65}"/>
              </a:ext>
            </a:extLst>
          </p:cNvPr>
          <p:cNvSpPr txBox="1">
            <a:spLocks/>
          </p:cNvSpPr>
          <p:nvPr userDrawn="1"/>
        </p:nvSpPr>
        <p:spPr>
          <a:xfrm>
            <a:off x="3" y="6356352"/>
            <a:ext cx="491300" cy="365125"/>
          </a:xfrm>
          <a:prstGeom prst="rect">
            <a:avLst/>
          </a:prstGeom>
        </p:spPr>
        <p:txBody>
          <a:bodyPr/>
          <a:lstStyle>
            <a:defPPr>
              <a:defRPr lang="en-US"/>
            </a:defPPr>
            <a:lvl1pPr marL="0" algn="r" defTabSz="914332" rtl="0" eaLnBrk="1" latinLnBrk="0" hangingPunct="1">
              <a:defRPr sz="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a:lstStyle>
          <a:p>
            <a:fld id="{C4B1DB5C-CBD1-46F1-83D6-F5AA23577CB7}" type="slidenum">
              <a:rPr lang="en-GB" smtClean="0">
                <a:latin typeface="DM Sans" pitchFamily="2" charset="77"/>
              </a:rPr>
              <a:pPr/>
              <a:t>‹#›</a:t>
            </a:fld>
            <a:endParaRPr lang="en-GB">
              <a:latin typeface="DM Sans" pitchFamily="2" charset="77"/>
            </a:endParaRPr>
          </a:p>
        </p:txBody>
      </p:sp>
    </p:spTree>
    <p:extLst>
      <p:ext uri="{BB962C8B-B14F-4D97-AF65-F5344CB8AC3E}">
        <p14:creationId xmlns:p14="http://schemas.microsoft.com/office/powerpoint/2010/main" val="3264034034"/>
      </p:ext>
    </p:extLst>
  </p:cSld>
  <p:clrMap bg1="lt1" tx1="dk1" bg2="lt2" tx2="dk2" accent1="accent1" accent2="accent2" accent3="accent3" accent4="accent4" accent5="accent5" accent6="accent6" hlink="hlink" folHlink="folHlink"/>
  <p:sldLayoutIdLst>
    <p:sldLayoutId id="2147483771" r:id="rId1"/>
  </p:sldLayoutIdLst>
  <p:txStyles>
    <p:titleStyle>
      <a:lvl1pPr algn="l" defTabSz="914400" rtl="0" eaLnBrk="1" latinLnBrk="0" hangingPunct="1">
        <a:lnSpc>
          <a:spcPct val="90000"/>
        </a:lnSpc>
        <a:spcBef>
          <a:spcPct val="0"/>
        </a:spcBef>
        <a:buNone/>
        <a:defRPr sz="2800" kern="1200">
          <a:solidFill>
            <a:schemeClr val="tx1"/>
          </a:solidFill>
          <a:latin typeface="DM Sans"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DM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0F8D2C-EF63-C501-51C8-F5C7015673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2C86E2E-130B-5B5D-61FC-F9591C6EA0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26E1877-A390-7B54-0DB9-3115E68AA3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94FBAA-9A32-DC41-8281-F3D581BBA389}" type="datetimeFigureOut">
              <a:rPr lang="en-US" smtClean="0"/>
              <a:t>1/18/2026</a:t>
            </a:fld>
            <a:endParaRPr lang="en-US"/>
          </a:p>
        </p:txBody>
      </p:sp>
      <p:sp>
        <p:nvSpPr>
          <p:cNvPr id="5" name="Footer Placeholder 4">
            <a:extLst>
              <a:ext uri="{FF2B5EF4-FFF2-40B4-BE49-F238E27FC236}">
                <a16:creationId xmlns:a16="http://schemas.microsoft.com/office/drawing/2014/main" id="{DB98D53B-9E06-84C1-173C-1FE131D4F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98DF3BB-9A7B-8D08-E834-F3628BFE58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F84038-3D22-C84E-88F3-BB4551B5E9FA}" type="slidenum">
              <a:rPr lang="en-US" smtClean="0"/>
              <a:t>‹#›</a:t>
            </a:fld>
            <a:endParaRPr lang="en-US"/>
          </a:p>
        </p:txBody>
      </p:sp>
      <p:sp>
        <p:nvSpPr>
          <p:cNvPr id="9" name="Slide Number Placeholder 2">
            <a:extLst>
              <a:ext uri="{FF2B5EF4-FFF2-40B4-BE49-F238E27FC236}">
                <a16:creationId xmlns:a16="http://schemas.microsoft.com/office/drawing/2014/main" id="{F61084DB-21B7-1DC1-E1F3-6C99E14A2C15}"/>
              </a:ext>
            </a:extLst>
          </p:cNvPr>
          <p:cNvSpPr txBox="1">
            <a:spLocks/>
          </p:cNvSpPr>
          <p:nvPr userDrawn="1"/>
        </p:nvSpPr>
        <p:spPr>
          <a:xfrm>
            <a:off x="3" y="6356352"/>
            <a:ext cx="491300" cy="365125"/>
          </a:xfrm>
          <a:prstGeom prst="rect">
            <a:avLst/>
          </a:prstGeom>
        </p:spPr>
        <p:txBody>
          <a:bodyPr/>
          <a:lstStyle>
            <a:defPPr>
              <a:defRPr lang="en-US"/>
            </a:defPPr>
            <a:lvl1pPr marL="0" algn="r" defTabSz="914332" rtl="0" eaLnBrk="1" latinLnBrk="0" hangingPunct="1">
              <a:defRPr sz="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a:lstStyle>
          <a:p>
            <a:fld id="{C4B1DB5C-CBD1-46F1-83D6-F5AA23577CB7}" type="slidenum">
              <a:rPr lang="en-GB" smtClean="0">
                <a:solidFill>
                  <a:srgbClr val="000000"/>
                </a:solidFill>
                <a:latin typeface="DM Sans"/>
              </a:rPr>
              <a:pPr/>
              <a:t>‹#›</a:t>
            </a:fld>
            <a:endParaRPr lang="en-GB">
              <a:solidFill>
                <a:srgbClr val="000000"/>
              </a:solidFill>
              <a:latin typeface="DM Sans"/>
            </a:endParaRPr>
          </a:p>
        </p:txBody>
      </p:sp>
    </p:spTree>
    <p:extLst>
      <p:ext uri="{BB962C8B-B14F-4D97-AF65-F5344CB8AC3E}">
        <p14:creationId xmlns:p14="http://schemas.microsoft.com/office/powerpoint/2010/main" val="3111672162"/>
      </p:ext>
    </p:extLst>
  </p:cSld>
  <p:clrMap bg1="lt1" tx1="dk1" bg2="lt2" tx2="dk2" accent1="accent1" accent2="accent2" accent3="accent3" accent4="accent4" accent5="accent5" accent6="accent6" hlink="hlink" folHlink="folHlink"/>
  <p:sldLayoutIdLst>
    <p:sldLayoutId id="2147483769" r:id="rId1"/>
  </p:sldLayoutIdLst>
  <p:txStyles>
    <p:titleStyle>
      <a:lvl1pPr algn="l" defTabSz="914400" rtl="0" eaLnBrk="1" latinLnBrk="0" hangingPunct="1">
        <a:lnSpc>
          <a:spcPct val="90000"/>
        </a:lnSpc>
        <a:spcBef>
          <a:spcPct val="0"/>
        </a:spcBef>
        <a:buNone/>
        <a:defRPr sz="2800" kern="1200">
          <a:solidFill>
            <a:schemeClr val="tx1"/>
          </a:solidFill>
          <a:latin typeface="DM Sans"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DM Sans"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DM Sans"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a:extLst>
              <a:ext uri="{FF2B5EF4-FFF2-40B4-BE49-F238E27FC236}">
                <a16:creationId xmlns:a16="http://schemas.microsoft.com/office/drawing/2014/main" id="{DAC17650-06DC-D474-98CE-51EAA7AFA4CD}"/>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3" name="Text Placeholder 2">
            <a:extLst>
              <a:ext uri="{FF2B5EF4-FFF2-40B4-BE49-F238E27FC236}">
                <a16:creationId xmlns:a16="http://schemas.microsoft.com/office/drawing/2014/main" id="{46E56D04-80A2-42B6-8315-A3922E7AA73F}"/>
              </a:ext>
            </a:extLst>
          </p:cNvPr>
          <p:cNvSpPr>
            <a:spLocks noGrp="1"/>
          </p:cNvSpPr>
          <p:nvPr>
            <p:ph type="body"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Slide Number Placeholder 4">
            <a:extLst>
              <a:ext uri="{FF2B5EF4-FFF2-40B4-BE49-F238E27FC236}">
                <a16:creationId xmlns:a16="http://schemas.microsoft.com/office/drawing/2014/main" id="{934C98B7-5463-4099-DFA5-F599D5B12505}"/>
              </a:ext>
            </a:extLst>
          </p:cNvPr>
          <p:cNvSpPr>
            <a:spLocks noGrp="1"/>
          </p:cNvSpPr>
          <p:nvPr>
            <p:ph type="sldNum" sz="quarter" idx="4"/>
          </p:nvPr>
        </p:nvSpPr>
        <p:spPr>
          <a:xfrm>
            <a:off x="3" y="6356352"/>
            <a:ext cx="491300" cy="365125"/>
          </a:xfrm>
          <a:prstGeom prst="rect">
            <a:avLst/>
          </a:prstGeom>
        </p:spPr>
        <p:txBody>
          <a:bodyPr/>
          <a:lstStyle>
            <a:lvl1pPr algn="r">
              <a:defRPr sz="800">
                <a:solidFill>
                  <a:schemeClr val="tx1"/>
                </a:solidFill>
              </a:defRPr>
            </a:lvl1pPr>
          </a:lstStyle>
          <a:p>
            <a:fld id="{C4B1DB5C-CBD1-46F1-83D6-F5AA23577CB7}" type="slidenum">
              <a:rPr lang="en-GB" smtClean="0"/>
              <a:pPr/>
              <a:t>‹#›</a:t>
            </a:fld>
            <a:endParaRPr lang="en-GB"/>
          </a:p>
        </p:txBody>
      </p:sp>
    </p:spTree>
    <p:extLst>
      <p:ext uri="{BB962C8B-B14F-4D97-AF65-F5344CB8AC3E}">
        <p14:creationId xmlns:p14="http://schemas.microsoft.com/office/powerpoint/2010/main" val="971763309"/>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4" r:id="rId4"/>
    <p:sldLayoutId id="2147483695" r:id="rId5"/>
    <p:sldLayoutId id="2147483696" r:id="rId6"/>
    <p:sldLayoutId id="2147483697" r:id="rId7"/>
    <p:sldLayoutId id="2147483698" r:id="rId8"/>
    <p:sldLayoutId id="2147483703" r:id="rId9"/>
    <p:sldLayoutId id="2147483784" r:id="rId10"/>
  </p:sldLayoutIdLst>
  <p:txStyles>
    <p:titleStyle>
      <a:lvl1pPr algn="l" defTabSz="914332"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22858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1pPr>
      <a:lvl2pPr marL="68575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114291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160008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057247"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a:extLst>
              <a:ext uri="{FF2B5EF4-FFF2-40B4-BE49-F238E27FC236}">
                <a16:creationId xmlns:a16="http://schemas.microsoft.com/office/drawing/2014/main" id="{DAC17650-06DC-D474-98CE-51EAA7AFA4CD}"/>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3" name="Text Placeholder 2">
            <a:extLst>
              <a:ext uri="{FF2B5EF4-FFF2-40B4-BE49-F238E27FC236}">
                <a16:creationId xmlns:a16="http://schemas.microsoft.com/office/drawing/2014/main" id="{46E56D04-80A2-42B6-8315-A3922E7AA73F}"/>
              </a:ext>
            </a:extLst>
          </p:cNvPr>
          <p:cNvSpPr>
            <a:spLocks noGrp="1"/>
          </p:cNvSpPr>
          <p:nvPr>
            <p:ph type="body"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Slide Number Placeholder 4">
            <a:extLst>
              <a:ext uri="{FF2B5EF4-FFF2-40B4-BE49-F238E27FC236}">
                <a16:creationId xmlns:a16="http://schemas.microsoft.com/office/drawing/2014/main" id="{934C98B7-5463-4099-DFA5-F599D5B12505}"/>
              </a:ext>
            </a:extLst>
          </p:cNvPr>
          <p:cNvSpPr>
            <a:spLocks noGrp="1"/>
          </p:cNvSpPr>
          <p:nvPr>
            <p:ph type="sldNum" sz="quarter" idx="4"/>
          </p:nvPr>
        </p:nvSpPr>
        <p:spPr>
          <a:xfrm>
            <a:off x="3" y="6356352"/>
            <a:ext cx="491300" cy="365125"/>
          </a:xfrm>
          <a:prstGeom prst="rect">
            <a:avLst/>
          </a:prstGeom>
        </p:spPr>
        <p:txBody>
          <a:bodyPr/>
          <a:lstStyle>
            <a:lvl1pPr algn="r">
              <a:defRPr sz="800">
                <a:solidFill>
                  <a:schemeClr val="tx1"/>
                </a:solidFill>
              </a:defRPr>
            </a:lvl1pPr>
          </a:lstStyle>
          <a:p>
            <a:fld id="{C4B1DB5C-CBD1-46F1-83D6-F5AA23577CB7}" type="slidenum">
              <a:rPr lang="en-GB" smtClean="0"/>
              <a:pPr/>
              <a:t>‹#›</a:t>
            </a:fld>
            <a:endParaRPr lang="en-GB"/>
          </a:p>
        </p:txBody>
      </p:sp>
    </p:spTree>
    <p:extLst>
      <p:ext uri="{BB962C8B-B14F-4D97-AF65-F5344CB8AC3E}">
        <p14:creationId xmlns:p14="http://schemas.microsoft.com/office/powerpoint/2010/main" val="4181057106"/>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Lst>
  <p:txStyles>
    <p:titleStyle>
      <a:lvl1pPr algn="l" defTabSz="914332"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22858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1pPr>
      <a:lvl2pPr marL="68575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114291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160008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057247"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a:extLst>
              <a:ext uri="{FF2B5EF4-FFF2-40B4-BE49-F238E27FC236}">
                <a16:creationId xmlns:a16="http://schemas.microsoft.com/office/drawing/2014/main" id="{DAC17650-06DC-D474-98CE-51EAA7AFA4CD}"/>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3" name="Text Placeholder 2">
            <a:extLst>
              <a:ext uri="{FF2B5EF4-FFF2-40B4-BE49-F238E27FC236}">
                <a16:creationId xmlns:a16="http://schemas.microsoft.com/office/drawing/2014/main" id="{46E56D04-80A2-42B6-8315-A3922E7AA73F}"/>
              </a:ext>
            </a:extLst>
          </p:cNvPr>
          <p:cNvSpPr>
            <a:spLocks noGrp="1"/>
          </p:cNvSpPr>
          <p:nvPr>
            <p:ph type="body"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Slide Number Placeholder 4">
            <a:extLst>
              <a:ext uri="{FF2B5EF4-FFF2-40B4-BE49-F238E27FC236}">
                <a16:creationId xmlns:a16="http://schemas.microsoft.com/office/drawing/2014/main" id="{934C98B7-5463-4099-DFA5-F599D5B12505}"/>
              </a:ext>
            </a:extLst>
          </p:cNvPr>
          <p:cNvSpPr>
            <a:spLocks noGrp="1"/>
          </p:cNvSpPr>
          <p:nvPr>
            <p:ph type="sldNum" sz="quarter" idx="4"/>
          </p:nvPr>
        </p:nvSpPr>
        <p:spPr>
          <a:xfrm>
            <a:off x="3" y="6356352"/>
            <a:ext cx="491300" cy="365125"/>
          </a:xfrm>
          <a:prstGeom prst="rect">
            <a:avLst/>
          </a:prstGeom>
        </p:spPr>
        <p:txBody>
          <a:bodyPr/>
          <a:lstStyle>
            <a:lvl1pPr algn="r">
              <a:defRPr sz="800">
                <a:solidFill>
                  <a:schemeClr val="tx1"/>
                </a:solidFill>
              </a:defRPr>
            </a:lvl1pPr>
          </a:lstStyle>
          <a:p>
            <a:fld id="{C4B1DB5C-CBD1-46F1-83D6-F5AA23577CB7}" type="slidenum">
              <a:rPr lang="en-GB" smtClean="0"/>
              <a:pPr/>
              <a:t>‹#›</a:t>
            </a:fld>
            <a:endParaRPr lang="en-GB"/>
          </a:p>
        </p:txBody>
      </p:sp>
    </p:spTree>
    <p:extLst>
      <p:ext uri="{BB962C8B-B14F-4D97-AF65-F5344CB8AC3E}">
        <p14:creationId xmlns:p14="http://schemas.microsoft.com/office/powerpoint/2010/main" val="181037807"/>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Lst>
  <p:txStyles>
    <p:titleStyle>
      <a:lvl1pPr algn="l" defTabSz="914332"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22858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1pPr>
      <a:lvl2pPr marL="68575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114291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160008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057247"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a:extLst>
              <a:ext uri="{FF2B5EF4-FFF2-40B4-BE49-F238E27FC236}">
                <a16:creationId xmlns:a16="http://schemas.microsoft.com/office/drawing/2014/main" id="{DAC17650-06DC-D474-98CE-51EAA7AFA4CD}"/>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3" name="Text Placeholder 2">
            <a:extLst>
              <a:ext uri="{FF2B5EF4-FFF2-40B4-BE49-F238E27FC236}">
                <a16:creationId xmlns:a16="http://schemas.microsoft.com/office/drawing/2014/main" id="{46E56D04-80A2-42B6-8315-A3922E7AA73F}"/>
              </a:ext>
            </a:extLst>
          </p:cNvPr>
          <p:cNvSpPr>
            <a:spLocks noGrp="1"/>
          </p:cNvSpPr>
          <p:nvPr>
            <p:ph type="body"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Slide Number Placeholder 4">
            <a:extLst>
              <a:ext uri="{FF2B5EF4-FFF2-40B4-BE49-F238E27FC236}">
                <a16:creationId xmlns:a16="http://schemas.microsoft.com/office/drawing/2014/main" id="{934C98B7-5463-4099-DFA5-F599D5B12505}"/>
              </a:ext>
            </a:extLst>
          </p:cNvPr>
          <p:cNvSpPr>
            <a:spLocks noGrp="1"/>
          </p:cNvSpPr>
          <p:nvPr>
            <p:ph type="sldNum" sz="quarter" idx="4"/>
          </p:nvPr>
        </p:nvSpPr>
        <p:spPr>
          <a:xfrm>
            <a:off x="3" y="6356352"/>
            <a:ext cx="491300" cy="365125"/>
          </a:xfrm>
          <a:prstGeom prst="rect">
            <a:avLst/>
          </a:prstGeom>
        </p:spPr>
        <p:txBody>
          <a:bodyPr/>
          <a:lstStyle>
            <a:lvl1pPr algn="r">
              <a:defRPr sz="800">
                <a:solidFill>
                  <a:schemeClr val="tx1"/>
                </a:solidFill>
              </a:defRPr>
            </a:lvl1pPr>
          </a:lstStyle>
          <a:p>
            <a:fld id="{C4B1DB5C-CBD1-46F1-83D6-F5AA23577CB7}" type="slidenum">
              <a:rPr lang="en-GB" smtClean="0"/>
              <a:pPr/>
              <a:t>‹#›</a:t>
            </a:fld>
            <a:endParaRPr lang="en-GB"/>
          </a:p>
        </p:txBody>
      </p:sp>
    </p:spTree>
    <p:extLst>
      <p:ext uri="{BB962C8B-B14F-4D97-AF65-F5344CB8AC3E}">
        <p14:creationId xmlns:p14="http://schemas.microsoft.com/office/powerpoint/2010/main" val="3461930173"/>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Lst>
  <p:txStyles>
    <p:titleStyle>
      <a:lvl1pPr algn="l" defTabSz="914332"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22858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1pPr>
      <a:lvl2pPr marL="68575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114291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160008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057247"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a:extLst>
              <a:ext uri="{FF2B5EF4-FFF2-40B4-BE49-F238E27FC236}">
                <a16:creationId xmlns:a16="http://schemas.microsoft.com/office/drawing/2014/main" id="{DAC17650-06DC-D474-98CE-51EAA7AFA4CD}"/>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3" name="Text Placeholder 2">
            <a:extLst>
              <a:ext uri="{FF2B5EF4-FFF2-40B4-BE49-F238E27FC236}">
                <a16:creationId xmlns:a16="http://schemas.microsoft.com/office/drawing/2014/main" id="{46E56D04-80A2-42B6-8315-A3922E7AA73F}"/>
              </a:ext>
            </a:extLst>
          </p:cNvPr>
          <p:cNvSpPr>
            <a:spLocks noGrp="1"/>
          </p:cNvSpPr>
          <p:nvPr>
            <p:ph type="body"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Slide Number Placeholder 4">
            <a:extLst>
              <a:ext uri="{FF2B5EF4-FFF2-40B4-BE49-F238E27FC236}">
                <a16:creationId xmlns:a16="http://schemas.microsoft.com/office/drawing/2014/main" id="{934C98B7-5463-4099-DFA5-F599D5B12505}"/>
              </a:ext>
            </a:extLst>
          </p:cNvPr>
          <p:cNvSpPr>
            <a:spLocks noGrp="1"/>
          </p:cNvSpPr>
          <p:nvPr>
            <p:ph type="sldNum" sz="quarter" idx="4"/>
          </p:nvPr>
        </p:nvSpPr>
        <p:spPr>
          <a:xfrm>
            <a:off x="3" y="6356352"/>
            <a:ext cx="491300" cy="365125"/>
          </a:xfrm>
          <a:prstGeom prst="rect">
            <a:avLst/>
          </a:prstGeom>
        </p:spPr>
        <p:txBody>
          <a:bodyPr/>
          <a:lstStyle>
            <a:lvl1pPr algn="r">
              <a:defRPr sz="800">
                <a:solidFill>
                  <a:schemeClr val="tx1"/>
                </a:solidFill>
              </a:defRPr>
            </a:lvl1pPr>
          </a:lstStyle>
          <a:p>
            <a:fld id="{C4B1DB5C-CBD1-46F1-83D6-F5AA23577CB7}" type="slidenum">
              <a:rPr lang="en-GB" smtClean="0"/>
              <a:pPr/>
              <a:t>‹#›</a:t>
            </a:fld>
            <a:endParaRPr lang="en-GB"/>
          </a:p>
        </p:txBody>
      </p:sp>
    </p:spTree>
    <p:extLst>
      <p:ext uri="{BB962C8B-B14F-4D97-AF65-F5344CB8AC3E}">
        <p14:creationId xmlns:p14="http://schemas.microsoft.com/office/powerpoint/2010/main" val="602105931"/>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Lst>
  <p:txStyles>
    <p:titleStyle>
      <a:lvl1pPr algn="l" defTabSz="914332"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22858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1pPr>
      <a:lvl2pPr marL="68575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114291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160008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057247"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a:extLst>
              <a:ext uri="{FF2B5EF4-FFF2-40B4-BE49-F238E27FC236}">
                <a16:creationId xmlns:a16="http://schemas.microsoft.com/office/drawing/2014/main" id="{DAC17650-06DC-D474-98CE-51EAA7AFA4CD}"/>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3" name="Text Placeholder 2">
            <a:extLst>
              <a:ext uri="{FF2B5EF4-FFF2-40B4-BE49-F238E27FC236}">
                <a16:creationId xmlns:a16="http://schemas.microsoft.com/office/drawing/2014/main" id="{46E56D04-80A2-42B6-8315-A3922E7AA73F}"/>
              </a:ext>
            </a:extLst>
          </p:cNvPr>
          <p:cNvSpPr>
            <a:spLocks noGrp="1"/>
          </p:cNvSpPr>
          <p:nvPr>
            <p:ph type="body"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Slide Number Placeholder 4">
            <a:extLst>
              <a:ext uri="{FF2B5EF4-FFF2-40B4-BE49-F238E27FC236}">
                <a16:creationId xmlns:a16="http://schemas.microsoft.com/office/drawing/2014/main" id="{934C98B7-5463-4099-DFA5-F599D5B12505}"/>
              </a:ext>
            </a:extLst>
          </p:cNvPr>
          <p:cNvSpPr>
            <a:spLocks noGrp="1"/>
          </p:cNvSpPr>
          <p:nvPr>
            <p:ph type="sldNum" sz="quarter" idx="4"/>
          </p:nvPr>
        </p:nvSpPr>
        <p:spPr>
          <a:xfrm>
            <a:off x="3" y="6356352"/>
            <a:ext cx="491300" cy="365125"/>
          </a:xfrm>
          <a:prstGeom prst="rect">
            <a:avLst/>
          </a:prstGeom>
        </p:spPr>
        <p:txBody>
          <a:bodyPr/>
          <a:lstStyle>
            <a:lvl1pPr algn="r">
              <a:defRPr sz="800">
                <a:solidFill>
                  <a:schemeClr val="tx1"/>
                </a:solidFill>
              </a:defRPr>
            </a:lvl1pPr>
          </a:lstStyle>
          <a:p>
            <a:fld id="{C4B1DB5C-CBD1-46F1-83D6-F5AA23577CB7}" type="slidenum">
              <a:rPr lang="en-GB" smtClean="0"/>
              <a:pPr/>
              <a:t>‹#›</a:t>
            </a:fld>
            <a:endParaRPr lang="en-GB"/>
          </a:p>
        </p:txBody>
      </p:sp>
    </p:spTree>
    <p:extLst>
      <p:ext uri="{BB962C8B-B14F-4D97-AF65-F5344CB8AC3E}">
        <p14:creationId xmlns:p14="http://schemas.microsoft.com/office/powerpoint/2010/main" val="591350992"/>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Lst>
  <p:txStyles>
    <p:titleStyle>
      <a:lvl1pPr algn="l" defTabSz="914332"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22858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1pPr>
      <a:lvl2pPr marL="68575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114291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160008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057247"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a:extLst>
              <a:ext uri="{FF2B5EF4-FFF2-40B4-BE49-F238E27FC236}">
                <a16:creationId xmlns:a16="http://schemas.microsoft.com/office/drawing/2014/main" id="{DAC17650-06DC-D474-98CE-51EAA7AFA4CD}"/>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a:t>
            </a:r>
            <a:endParaRPr lang="en-US"/>
          </a:p>
        </p:txBody>
      </p:sp>
      <p:sp>
        <p:nvSpPr>
          <p:cNvPr id="3" name="Text Placeholder 2">
            <a:extLst>
              <a:ext uri="{FF2B5EF4-FFF2-40B4-BE49-F238E27FC236}">
                <a16:creationId xmlns:a16="http://schemas.microsoft.com/office/drawing/2014/main" id="{46E56D04-80A2-42B6-8315-A3922E7AA73F}"/>
              </a:ext>
            </a:extLst>
          </p:cNvPr>
          <p:cNvSpPr>
            <a:spLocks noGrp="1"/>
          </p:cNvSpPr>
          <p:nvPr>
            <p:ph type="body"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Slide Number Placeholder 4">
            <a:extLst>
              <a:ext uri="{FF2B5EF4-FFF2-40B4-BE49-F238E27FC236}">
                <a16:creationId xmlns:a16="http://schemas.microsoft.com/office/drawing/2014/main" id="{934C98B7-5463-4099-DFA5-F599D5B12505}"/>
              </a:ext>
            </a:extLst>
          </p:cNvPr>
          <p:cNvSpPr>
            <a:spLocks noGrp="1"/>
          </p:cNvSpPr>
          <p:nvPr>
            <p:ph type="sldNum" sz="quarter" idx="4"/>
          </p:nvPr>
        </p:nvSpPr>
        <p:spPr>
          <a:xfrm>
            <a:off x="3" y="6356352"/>
            <a:ext cx="491300" cy="365125"/>
          </a:xfrm>
          <a:prstGeom prst="rect">
            <a:avLst/>
          </a:prstGeom>
        </p:spPr>
        <p:txBody>
          <a:bodyPr/>
          <a:lstStyle>
            <a:lvl1pPr algn="r">
              <a:defRPr sz="800">
                <a:solidFill>
                  <a:schemeClr val="tx1"/>
                </a:solidFill>
              </a:defRPr>
            </a:lvl1pPr>
          </a:lstStyle>
          <a:p>
            <a:fld id="{C4B1DB5C-CBD1-46F1-83D6-F5AA23577CB7}" type="slidenum">
              <a:rPr lang="en-GB" smtClean="0"/>
              <a:pPr/>
              <a:t>‹#›</a:t>
            </a:fld>
            <a:endParaRPr lang="en-GB"/>
          </a:p>
        </p:txBody>
      </p:sp>
    </p:spTree>
    <p:extLst>
      <p:ext uri="{BB962C8B-B14F-4D97-AF65-F5344CB8AC3E}">
        <p14:creationId xmlns:p14="http://schemas.microsoft.com/office/powerpoint/2010/main" val="685256985"/>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Lst>
  <p:txStyles>
    <p:titleStyle>
      <a:lvl1pPr algn="l" defTabSz="914332"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22858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1pPr>
      <a:lvl2pPr marL="68575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114291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160008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057247"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Placeholder 21">
            <a:extLst>
              <a:ext uri="{FF2B5EF4-FFF2-40B4-BE49-F238E27FC236}">
                <a16:creationId xmlns:a16="http://schemas.microsoft.com/office/drawing/2014/main" id="{DAC17650-06DC-D474-98CE-51EAA7AFA4CD}"/>
              </a:ext>
            </a:extLst>
          </p:cNvPr>
          <p:cNvSpPr>
            <a:spLocks noGrp="1"/>
          </p:cNvSpPr>
          <p:nvPr>
            <p:ph type="title"/>
          </p:nvPr>
        </p:nvSpPr>
        <p:spPr>
          <a:xfrm>
            <a:off x="245654" y="833439"/>
            <a:ext cx="11598479" cy="849588"/>
          </a:xfrm>
          <a:prstGeom prst="rect">
            <a:avLst/>
          </a:prstGeom>
        </p:spPr>
        <p:txBody>
          <a:bodyPr vert="horz" lIns="91440" tIns="45720" rIns="91440" bIns="45720" rtlCol="0" anchor="t">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6E56D04-80A2-42B6-8315-A3922E7AA73F}"/>
              </a:ext>
            </a:extLst>
          </p:cNvPr>
          <p:cNvSpPr>
            <a:spLocks noGrp="1"/>
          </p:cNvSpPr>
          <p:nvPr>
            <p:ph type="body" idx="1"/>
          </p:nvPr>
        </p:nvSpPr>
        <p:spPr>
          <a:xfrm>
            <a:off x="245654" y="1855305"/>
            <a:ext cx="11598479" cy="4321659"/>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Slide Number Placeholder 4">
            <a:extLst>
              <a:ext uri="{FF2B5EF4-FFF2-40B4-BE49-F238E27FC236}">
                <a16:creationId xmlns:a16="http://schemas.microsoft.com/office/drawing/2014/main" id="{934C98B7-5463-4099-DFA5-F599D5B12505}"/>
              </a:ext>
            </a:extLst>
          </p:cNvPr>
          <p:cNvSpPr>
            <a:spLocks noGrp="1"/>
          </p:cNvSpPr>
          <p:nvPr>
            <p:ph type="sldNum" sz="quarter" idx="4"/>
          </p:nvPr>
        </p:nvSpPr>
        <p:spPr>
          <a:xfrm>
            <a:off x="3" y="6356352"/>
            <a:ext cx="491300" cy="365125"/>
          </a:xfrm>
          <a:prstGeom prst="rect">
            <a:avLst/>
          </a:prstGeom>
        </p:spPr>
        <p:txBody>
          <a:bodyPr/>
          <a:lstStyle>
            <a:lvl1pPr algn="r">
              <a:defRPr sz="800">
                <a:solidFill>
                  <a:schemeClr val="tx1"/>
                </a:solidFill>
              </a:defRPr>
            </a:lvl1pPr>
          </a:lstStyle>
          <a:p>
            <a:fld id="{C4B1DB5C-CBD1-46F1-83D6-F5AA23577CB7}" type="slidenum">
              <a:rPr lang="en-GB" smtClean="0"/>
              <a:pPr/>
              <a:t>‹#›</a:t>
            </a:fld>
            <a:endParaRPr lang="en-GB"/>
          </a:p>
        </p:txBody>
      </p:sp>
    </p:spTree>
    <p:extLst>
      <p:ext uri="{BB962C8B-B14F-4D97-AF65-F5344CB8AC3E}">
        <p14:creationId xmlns:p14="http://schemas.microsoft.com/office/powerpoint/2010/main" val="598186279"/>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Lst>
  <p:txStyles>
    <p:titleStyle>
      <a:lvl1pPr algn="l" defTabSz="914332" rtl="0" eaLnBrk="1" latinLnBrk="0" hangingPunct="1">
        <a:lnSpc>
          <a:spcPct val="90000"/>
        </a:lnSpc>
        <a:spcBef>
          <a:spcPct val="0"/>
        </a:spcBef>
        <a:buNone/>
        <a:defRPr sz="2800" b="0" i="0" kern="1200">
          <a:solidFill>
            <a:schemeClr val="tx1"/>
          </a:solidFill>
          <a:latin typeface="+mj-lt"/>
          <a:ea typeface="+mj-ea"/>
          <a:cs typeface="+mj-cs"/>
        </a:defRPr>
      </a:lvl1pPr>
    </p:titleStyle>
    <p:bodyStyle>
      <a:lvl1pPr marL="22858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1pPr>
      <a:lvl2pPr marL="68575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2pPr>
      <a:lvl3pPr marL="1142914"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3pPr>
      <a:lvl4pPr marL="1600080"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4pPr>
      <a:lvl5pPr marL="2057247" indent="-228584" algn="l" defTabSz="914332" rtl="0" eaLnBrk="1" latinLnBrk="0" hangingPunct="1">
        <a:lnSpc>
          <a:spcPct val="10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jpeg"/><Relationship Id="rId1" Type="http://schemas.openxmlformats.org/officeDocument/2006/relationships/slideLayout" Target="../slideLayouts/slideLayout6.xml"/><Relationship Id="rId4" Type="http://schemas.openxmlformats.org/officeDocument/2006/relationships/image" Target="../media/image68.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7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78.png"/></Relationships>
</file>

<file path=ppt/slides/_rels/slide1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5.xml"/><Relationship Id="rId1" Type="http://schemas.openxmlformats.org/officeDocument/2006/relationships/slideLayout" Target="../slideLayouts/slideLayout9.xml"/><Relationship Id="rId4" Type="http://schemas.openxmlformats.org/officeDocument/2006/relationships/image" Target="../media/image86.png"/></Relationships>
</file>

<file path=ppt/slides/_rels/slide1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8.xml"/><Relationship Id="rId1" Type="http://schemas.openxmlformats.org/officeDocument/2006/relationships/slideLayout" Target="../slideLayouts/slideLayout9.xml"/><Relationship Id="rId4" Type="http://schemas.openxmlformats.org/officeDocument/2006/relationships/image" Target="../media/image86.png"/></Relationships>
</file>

<file path=ppt/slides/_rels/slide2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0.xml"/><Relationship Id="rId1" Type="http://schemas.openxmlformats.org/officeDocument/2006/relationships/slideLayout" Target="../slideLayouts/slideLayout9.xml"/><Relationship Id="rId4" Type="http://schemas.openxmlformats.org/officeDocument/2006/relationships/image" Target="../media/image92.png"/></Relationships>
</file>

<file path=ppt/slides/_rels/slide22.xml.rels><?xml version="1.0" encoding="UTF-8" standalone="yes"?>
<Relationships xmlns="http://schemas.openxmlformats.org/package/2006/relationships"><Relationship Id="rId3" Type="http://schemas.openxmlformats.org/officeDocument/2006/relationships/image" Target="../media/image93.png"/><Relationship Id="rId7" Type="http://schemas.openxmlformats.org/officeDocument/2006/relationships/image" Target="../media/image97.png"/><Relationship Id="rId2" Type="http://schemas.openxmlformats.org/officeDocument/2006/relationships/notesSlide" Target="../notesSlides/notesSlide21.xml"/><Relationship Id="rId1" Type="http://schemas.openxmlformats.org/officeDocument/2006/relationships/slideLayout" Target="../slideLayouts/slideLayout9.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2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2.xml"/><Relationship Id="rId1" Type="http://schemas.openxmlformats.org/officeDocument/2006/relationships/slideLayout" Target="../slideLayouts/slideLayout9.xml"/><Relationship Id="rId4" Type="http://schemas.openxmlformats.org/officeDocument/2006/relationships/image" Target="../media/image99.png"/></Relationships>
</file>

<file path=ppt/slides/_rels/slide24.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23.xml"/><Relationship Id="rId1" Type="http://schemas.openxmlformats.org/officeDocument/2006/relationships/slideLayout" Target="../slideLayouts/slideLayout9.xml"/><Relationship Id="rId4" Type="http://schemas.openxmlformats.org/officeDocument/2006/relationships/image" Target="../media/image101.png"/></Relationships>
</file>

<file path=ppt/slides/_rels/slide2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24.xml"/><Relationship Id="rId1" Type="http://schemas.openxmlformats.org/officeDocument/2006/relationships/slideLayout" Target="../slideLayouts/slideLayout9.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103.png"/></Relationships>
</file>

<file path=ppt/slides/_rels/slide26.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25.xml"/><Relationship Id="rId1" Type="http://schemas.openxmlformats.org/officeDocument/2006/relationships/slideLayout" Target="../slideLayouts/slideLayout9.xml"/><Relationship Id="rId6" Type="http://schemas.openxmlformats.org/officeDocument/2006/relationships/image" Target="../media/image105.png"/><Relationship Id="rId5" Type="http://schemas.openxmlformats.org/officeDocument/2006/relationships/image" Target="../media/image96.png"/><Relationship Id="rId4" Type="http://schemas.openxmlformats.org/officeDocument/2006/relationships/image" Target="../media/image95.png"/></Relationships>
</file>

<file path=ppt/slides/_rels/slide27.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26.xml"/><Relationship Id="rId1" Type="http://schemas.openxmlformats.org/officeDocument/2006/relationships/slideLayout" Target="../slideLayouts/slideLayout9.xml"/><Relationship Id="rId6" Type="http://schemas.openxmlformats.org/officeDocument/2006/relationships/image" Target="../media/image109.png"/><Relationship Id="rId5" Type="http://schemas.openxmlformats.org/officeDocument/2006/relationships/image" Target="../media/image108.png"/><Relationship Id="rId4" Type="http://schemas.openxmlformats.org/officeDocument/2006/relationships/image" Target="../media/image107.png"/></Relationships>
</file>

<file path=ppt/slides/_rels/slide2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7.xml"/><Relationship Id="rId1" Type="http://schemas.openxmlformats.org/officeDocument/2006/relationships/slideLayout" Target="../slideLayouts/slideLayout9.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s>
</file>

<file path=ppt/slides/_rels/slide29.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4ED3A2A-2B38-EDE5-C88F-9873F9F37D62}"/>
              </a:ext>
            </a:extLst>
          </p:cNvPr>
          <p:cNvSpPr>
            <a:spLocks noGrp="1"/>
          </p:cNvSpPr>
          <p:nvPr>
            <p:ph type="title"/>
          </p:nvPr>
        </p:nvSpPr>
        <p:spPr/>
        <p:txBody>
          <a:bodyPr/>
          <a:lstStyle/>
          <a:p>
            <a:r>
              <a:rPr lang="en-US" dirty="0"/>
              <a:t>Carbon Fiber</a:t>
            </a:r>
          </a:p>
        </p:txBody>
      </p:sp>
      <p:sp>
        <p:nvSpPr>
          <p:cNvPr id="5" name="Text Placeholder 4">
            <a:extLst>
              <a:ext uri="{FF2B5EF4-FFF2-40B4-BE49-F238E27FC236}">
                <a16:creationId xmlns:a16="http://schemas.microsoft.com/office/drawing/2014/main" id="{5B9D63E2-1319-7395-5588-B95403D98995}"/>
              </a:ext>
            </a:extLst>
          </p:cNvPr>
          <p:cNvSpPr>
            <a:spLocks noGrp="1"/>
          </p:cNvSpPr>
          <p:nvPr>
            <p:ph type="body" sz="quarter" idx="13"/>
          </p:nvPr>
        </p:nvSpPr>
        <p:spPr>
          <a:xfrm>
            <a:off x="245653" y="3690366"/>
            <a:ext cx="4291843" cy="793631"/>
          </a:xfrm>
        </p:spPr>
        <p:txBody>
          <a:bodyPr/>
          <a:lstStyle/>
          <a:p>
            <a:r>
              <a:rPr lang="en-US" dirty="0"/>
              <a:t>Tulin Kale &amp; Vishvajeet Mane</a:t>
            </a:r>
          </a:p>
        </p:txBody>
      </p:sp>
      <p:sp>
        <p:nvSpPr>
          <p:cNvPr id="6" name="Text Placeholder 5">
            <a:extLst>
              <a:ext uri="{FF2B5EF4-FFF2-40B4-BE49-F238E27FC236}">
                <a16:creationId xmlns:a16="http://schemas.microsoft.com/office/drawing/2014/main" id="{014214A2-B34C-F776-CFFC-E9F60AFBED37}"/>
              </a:ext>
            </a:extLst>
          </p:cNvPr>
          <p:cNvSpPr>
            <a:spLocks noGrp="1"/>
          </p:cNvSpPr>
          <p:nvPr>
            <p:ph type="body" sz="quarter" idx="16"/>
          </p:nvPr>
        </p:nvSpPr>
        <p:spPr>
          <a:xfrm>
            <a:off x="245653" y="4208111"/>
            <a:ext cx="4291843" cy="414068"/>
          </a:xfrm>
        </p:spPr>
        <p:txBody>
          <a:bodyPr/>
          <a:lstStyle/>
          <a:p>
            <a:r>
              <a:rPr lang="en-US" dirty="0"/>
              <a:t>Feb 2025</a:t>
            </a:r>
          </a:p>
        </p:txBody>
      </p:sp>
      <p:pic>
        <p:nvPicPr>
          <p:cNvPr id="8" name="Picture Placeholder 7">
            <a:extLst>
              <a:ext uri="{FF2B5EF4-FFF2-40B4-BE49-F238E27FC236}">
                <a16:creationId xmlns:a16="http://schemas.microsoft.com/office/drawing/2014/main" id="{3909BF14-949A-C66C-809E-F9989AECE690}"/>
              </a:ext>
            </a:extLst>
          </p:cNvPr>
          <p:cNvPicPr>
            <a:picLocks noGrp="1" noChangeAspect="1"/>
          </p:cNvPicPr>
          <p:nvPr>
            <p:ph type="pic" sz="quarter" idx="15"/>
          </p:nvPr>
        </p:nvPicPr>
        <p:blipFill rotWithShape="1">
          <a:blip r:embed="rId2" cstate="print">
            <a:extLst>
              <a:ext uri="{28A0092B-C50C-407E-A947-70E740481C1C}">
                <a14:useLocalDpi xmlns:a14="http://schemas.microsoft.com/office/drawing/2010/main" val="0"/>
              </a:ext>
            </a:extLst>
          </a:blip>
          <a:srcRect l="18942" t="67" r="375" b="67"/>
          <a:stretch/>
        </p:blipFill>
        <p:spPr>
          <a:xfrm>
            <a:off x="5934269" y="797010"/>
            <a:ext cx="6257731" cy="5177041"/>
          </a:xfrm>
        </p:spPr>
      </p:pic>
      <p:pic>
        <p:nvPicPr>
          <p:cNvPr id="11" name="Graphic 10">
            <a:extLst>
              <a:ext uri="{FF2B5EF4-FFF2-40B4-BE49-F238E27FC236}">
                <a16:creationId xmlns:a16="http://schemas.microsoft.com/office/drawing/2014/main" id="{C9036DEC-158B-DADD-5C7A-5DC9BC19883B}"/>
              </a:ext>
            </a:extLst>
          </p:cNvPr>
          <p:cNvPicPr>
            <a:picLocks noChangeAspect="1"/>
          </p:cNvPicPr>
          <p:nvPr/>
        </p:nvPicPr>
        <p:blipFill rotWithShape="1">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t="17778" b="18010"/>
          <a:stretch/>
        </p:blipFill>
        <p:spPr>
          <a:xfrm>
            <a:off x="3522900" y="798467"/>
            <a:ext cx="5346283" cy="4507200"/>
          </a:xfrm>
          <a:prstGeom prst="rect">
            <a:avLst/>
          </a:prstGeom>
        </p:spPr>
      </p:pic>
    </p:spTree>
    <p:extLst>
      <p:ext uri="{BB962C8B-B14F-4D97-AF65-F5344CB8AC3E}">
        <p14:creationId xmlns:p14="http://schemas.microsoft.com/office/powerpoint/2010/main" val="2776905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F2479-47FE-0728-D858-276CD519A794}"/>
              </a:ext>
            </a:extLst>
          </p:cNvPr>
          <p:cNvSpPr>
            <a:spLocks noGrp="1"/>
          </p:cNvSpPr>
          <p:nvPr>
            <p:ph type="title"/>
          </p:nvPr>
        </p:nvSpPr>
        <p:spPr/>
        <p:txBody>
          <a:bodyPr/>
          <a:lstStyle/>
          <a:p>
            <a:r>
              <a:rPr lang="en-US" dirty="0">
                <a:solidFill>
                  <a:schemeClr val="accent5">
                    <a:lumMod val="50000"/>
                  </a:schemeClr>
                </a:solidFill>
              </a:rPr>
              <a:t>Change history</a:t>
            </a:r>
            <a:endParaRPr lang="en-GB" dirty="0">
              <a:solidFill>
                <a:schemeClr val="accent5">
                  <a:lumMod val="50000"/>
                </a:schemeClr>
              </a:solidFill>
            </a:endParaRPr>
          </a:p>
        </p:txBody>
      </p:sp>
      <p:graphicFrame>
        <p:nvGraphicFramePr>
          <p:cNvPr id="3" name="Table 2">
            <a:extLst>
              <a:ext uri="{FF2B5EF4-FFF2-40B4-BE49-F238E27FC236}">
                <a16:creationId xmlns:a16="http://schemas.microsoft.com/office/drawing/2014/main" id="{D6DBDB8A-D24B-7ECC-91C9-8CE70A5B9E93}"/>
              </a:ext>
            </a:extLst>
          </p:cNvPr>
          <p:cNvGraphicFramePr>
            <a:graphicFrameLocks noGrp="1"/>
          </p:cNvGraphicFramePr>
          <p:nvPr>
            <p:extLst>
              <p:ext uri="{D42A27DB-BD31-4B8C-83A1-F6EECF244321}">
                <p14:modId xmlns:p14="http://schemas.microsoft.com/office/powerpoint/2010/main" val="1334715912"/>
              </p:ext>
            </p:extLst>
          </p:nvPr>
        </p:nvGraphicFramePr>
        <p:xfrm>
          <a:off x="1816861" y="1676400"/>
          <a:ext cx="8558278" cy="1483360"/>
        </p:xfrm>
        <a:graphic>
          <a:graphicData uri="http://schemas.openxmlformats.org/drawingml/2006/table">
            <a:tbl>
              <a:tblPr firstRow="1" bandRow="1">
                <a:tableStyleId>{5C22544A-7EE6-4342-B048-85BDC9FD1C3A}</a:tableStyleId>
              </a:tblPr>
              <a:tblGrid>
                <a:gridCol w="1276634">
                  <a:extLst>
                    <a:ext uri="{9D8B030D-6E8A-4147-A177-3AD203B41FA5}">
                      <a16:colId xmlns:a16="http://schemas.microsoft.com/office/drawing/2014/main" val="4015081334"/>
                    </a:ext>
                  </a:extLst>
                </a:gridCol>
                <a:gridCol w="2021747">
                  <a:extLst>
                    <a:ext uri="{9D8B030D-6E8A-4147-A177-3AD203B41FA5}">
                      <a16:colId xmlns:a16="http://schemas.microsoft.com/office/drawing/2014/main" val="3950785995"/>
                    </a:ext>
                  </a:extLst>
                </a:gridCol>
                <a:gridCol w="1619075">
                  <a:extLst>
                    <a:ext uri="{9D8B030D-6E8A-4147-A177-3AD203B41FA5}">
                      <a16:colId xmlns:a16="http://schemas.microsoft.com/office/drawing/2014/main" val="1564980161"/>
                    </a:ext>
                  </a:extLst>
                </a:gridCol>
                <a:gridCol w="3640822">
                  <a:extLst>
                    <a:ext uri="{9D8B030D-6E8A-4147-A177-3AD203B41FA5}">
                      <a16:colId xmlns:a16="http://schemas.microsoft.com/office/drawing/2014/main" val="4081783619"/>
                    </a:ext>
                  </a:extLst>
                </a:gridCol>
              </a:tblGrid>
              <a:tr h="370840">
                <a:tc>
                  <a:txBody>
                    <a:bodyPr/>
                    <a:lstStyle/>
                    <a:p>
                      <a:pPr algn="ctr"/>
                      <a:r>
                        <a:rPr lang="en-US" dirty="0"/>
                        <a:t>Issue</a:t>
                      </a:r>
                      <a:endParaRPr lang="en-GB" dirty="0"/>
                    </a:p>
                  </a:txBody>
                  <a:tcPr/>
                </a:tc>
                <a:tc>
                  <a:txBody>
                    <a:bodyPr/>
                    <a:lstStyle/>
                    <a:p>
                      <a:pPr algn="ctr"/>
                      <a:r>
                        <a:rPr lang="en-US" dirty="0"/>
                        <a:t>Description</a:t>
                      </a:r>
                      <a:endParaRPr lang="en-GB" dirty="0"/>
                    </a:p>
                  </a:txBody>
                  <a:tcPr/>
                </a:tc>
                <a:tc>
                  <a:txBody>
                    <a:bodyPr/>
                    <a:lstStyle/>
                    <a:p>
                      <a:pPr algn="ctr"/>
                      <a:r>
                        <a:rPr lang="en-US" dirty="0"/>
                        <a:t>Date</a:t>
                      </a:r>
                      <a:endParaRPr lang="en-GB" dirty="0"/>
                    </a:p>
                  </a:txBody>
                  <a:tcPr/>
                </a:tc>
                <a:tc>
                  <a:txBody>
                    <a:bodyPr/>
                    <a:lstStyle/>
                    <a:p>
                      <a:pPr algn="ctr"/>
                      <a:r>
                        <a:rPr lang="en-US" dirty="0"/>
                        <a:t>Owner</a:t>
                      </a:r>
                      <a:endParaRPr lang="en-GB" dirty="0"/>
                    </a:p>
                  </a:txBody>
                  <a:tcPr/>
                </a:tc>
                <a:extLst>
                  <a:ext uri="{0D108BD9-81ED-4DB2-BD59-A6C34878D82A}">
                    <a16:rowId xmlns:a16="http://schemas.microsoft.com/office/drawing/2014/main" val="576164882"/>
                  </a:ext>
                </a:extLst>
              </a:tr>
              <a:tr h="370840">
                <a:tc>
                  <a:txBody>
                    <a:bodyPr/>
                    <a:lstStyle/>
                    <a:p>
                      <a:pPr algn="ctr"/>
                      <a:r>
                        <a:rPr lang="en-US" dirty="0"/>
                        <a:t>01</a:t>
                      </a:r>
                      <a:endParaRPr lang="en-GB" dirty="0"/>
                    </a:p>
                  </a:txBody>
                  <a:tcPr/>
                </a:tc>
                <a:tc>
                  <a:txBody>
                    <a:bodyPr/>
                    <a:lstStyle/>
                    <a:p>
                      <a:pPr lvl="0" algn="ctr">
                        <a:lnSpc>
                          <a:spcPct val="100000"/>
                        </a:lnSpc>
                        <a:spcBef>
                          <a:spcPts val="0"/>
                        </a:spcBef>
                        <a:spcAft>
                          <a:spcPts val="0"/>
                        </a:spcAft>
                        <a:buNone/>
                      </a:pPr>
                      <a:r>
                        <a:rPr lang="en-US" sz="1800" b="0" i="0" u="none" strike="noStrike" noProof="0" dirty="0">
                          <a:solidFill>
                            <a:schemeClr val="tx1"/>
                          </a:solidFill>
                          <a:latin typeface="Aptos Narrow"/>
                        </a:rPr>
                        <a:t>New Document</a:t>
                      </a:r>
                    </a:p>
                  </a:txBody>
                  <a:tcPr/>
                </a:tc>
                <a:tc>
                  <a:txBody>
                    <a:bodyPr/>
                    <a:lstStyle/>
                    <a:p>
                      <a:pPr algn="ctr"/>
                      <a:r>
                        <a:rPr lang="en-US" dirty="0"/>
                        <a:t>31-12-2025</a:t>
                      </a:r>
                      <a:endParaRPr lang="en-GB" dirty="0"/>
                    </a:p>
                  </a:txBody>
                  <a:tcPr/>
                </a:tc>
                <a:tc>
                  <a:txBody>
                    <a:bodyPr/>
                    <a:lstStyle/>
                    <a:p>
                      <a:pPr algn="ctr"/>
                      <a:r>
                        <a:rPr lang="en-US" dirty="0"/>
                        <a:t>Tulin Kale/Vishvajeet Mane</a:t>
                      </a:r>
                      <a:endParaRPr lang="en-GB" dirty="0"/>
                    </a:p>
                  </a:txBody>
                  <a:tcPr/>
                </a:tc>
                <a:extLst>
                  <a:ext uri="{0D108BD9-81ED-4DB2-BD59-A6C34878D82A}">
                    <a16:rowId xmlns:a16="http://schemas.microsoft.com/office/drawing/2014/main" val="1178079404"/>
                  </a:ext>
                </a:extLst>
              </a:tr>
              <a:tr h="370840">
                <a:tc>
                  <a:txBody>
                    <a:bodyPr/>
                    <a:lstStyle/>
                    <a:p>
                      <a:pPr algn="ctr"/>
                      <a:endParaRPr lang="en-GB" dirty="0"/>
                    </a:p>
                  </a:txBody>
                  <a:tcPr/>
                </a:tc>
                <a:tc>
                  <a:txBody>
                    <a:bodyPr/>
                    <a:lstStyle/>
                    <a:p>
                      <a:pPr algn="ctr"/>
                      <a:endParaRPr lang="en-GB" dirty="0"/>
                    </a:p>
                  </a:txBody>
                  <a:tcPr/>
                </a:tc>
                <a:tc>
                  <a:txBody>
                    <a:bodyPr/>
                    <a:lstStyle/>
                    <a:p>
                      <a:pPr algn="ctr"/>
                      <a:endParaRPr lang="en-GB"/>
                    </a:p>
                  </a:txBody>
                  <a:tcPr/>
                </a:tc>
                <a:tc>
                  <a:txBody>
                    <a:bodyPr/>
                    <a:lstStyle/>
                    <a:p>
                      <a:pPr algn="ctr"/>
                      <a:endParaRPr lang="en-GB"/>
                    </a:p>
                  </a:txBody>
                  <a:tcPr/>
                </a:tc>
                <a:extLst>
                  <a:ext uri="{0D108BD9-81ED-4DB2-BD59-A6C34878D82A}">
                    <a16:rowId xmlns:a16="http://schemas.microsoft.com/office/drawing/2014/main" val="2901178027"/>
                  </a:ext>
                </a:extLst>
              </a:tr>
              <a:tr h="370840">
                <a:tc>
                  <a:txBody>
                    <a:bodyPr/>
                    <a:lstStyle/>
                    <a:p>
                      <a:pPr algn="ctr"/>
                      <a:endParaRPr lang="en-GB" dirty="0"/>
                    </a:p>
                  </a:txBody>
                  <a:tcPr/>
                </a:tc>
                <a:tc>
                  <a:txBody>
                    <a:bodyPr/>
                    <a:lstStyle/>
                    <a:p>
                      <a:pPr algn="ctr"/>
                      <a:endParaRPr lang="en-GB"/>
                    </a:p>
                  </a:txBody>
                  <a:tcPr/>
                </a:tc>
                <a:tc>
                  <a:txBody>
                    <a:bodyPr/>
                    <a:lstStyle/>
                    <a:p>
                      <a:pPr algn="ctr"/>
                      <a:endParaRPr lang="en-GB"/>
                    </a:p>
                  </a:txBody>
                  <a:tcPr/>
                </a:tc>
                <a:tc>
                  <a:txBody>
                    <a:bodyPr/>
                    <a:lstStyle/>
                    <a:p>
                      <a:pPr algn="ctr"/>
                      <a:endParaRPr lang="en-GB" dirty="0"/>
                    </a:p>
                  </a:txBody>
                  <a:tcPr/>
                </a:tc>
                <a:extLst>
                  <a:ext uri="{0D108BD9-81ED-4DB2-BD59-A6C34878D82A}">
                    <a16:rowId xmlns:a16="http://schemas.microsoft.com/office/drawing/2014/main" val="785449266"/>
                  </a:ext>
                </a:extLst>
              </a:tr>
            </a:tbl>
          </a:graphicData>
        </a:graphic>
      </p:graphicFrame>
    </p:spTree>
    <p:extLst>
      <p:ext uri="{BB962C8B-B14F-4D97-AF65-F5344CB8AC3E}">
        <p14:creationId xmlns:p14="http://schemas.microsoft.com/office/powerpoint/2010/main" val="3111494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3</a:t>
            </a:fld>
            <a:endParaRPr lang="en-GB"/>
          </a:p>
        </p:txBody>
      </p:sp>
      <p:sp>
        <p:nvSpPr>
          <p:cNvPr id="9" name="Title 4">
            <a:extLst>
              <a:ext uri="{FF2B5EF4-FFF2-40B4-BE49-F238E27FC236}">
                <a16:creationId xmlns:a16="http://schemas.microsoft.com/office/drawing/2014/main" id="{C39D7084-87F8-5246-A98C-03B2FD187E0F}"/>
              </a:ext>
            </a:extLst>
          </p:cNvPr>
          <p:cNvSpPr>
            <a:spLocks noGrp="1"/>
          </p:cNvSpPr>
          <p:nvPr>
            <p:ph type="title"/>
          </p:nvPr>
        </p:nvSpPr>
        <p:spPr>
          <a:xfrm>
            <a:off x="228349" y="849279"/>
            <a:ext cx="8188819" cy="423340"/>
          </a:xfrm>
        </p:spPr>
        <p:txBody>
          <a:bodyPr/>
          <a:lstStyle/>
          <a:p>
            <a:r>
              <a:rPr lang="en-US" b="1" dirty="0">
                <a:solidFill>
                  <a:schemeClr val="accent5">
                    <a:lumMod val="50000"/>
                  </a:schemeClr>
                </a:solidFill>
              </a:rPr>
              <a:t>INDEX</a:t>
            </a:r>
          </a:p>
        </p:txBody>
      </p:sp>
      <p:sp>
        <p:nvSpPr>
          <p:cNvPr id="3" name="TextBox 2">
            <a:extLst>
              <a:ext uri="{FF2B5EF4-FFF2-40B4-BE49-F238E27FC236}">
                <a16:creationId xmlns:a16="http://schemas.microsoft.com/office/drawing/2014/main" id="{B057AC91-4B02-81F6-0942-A6EAEE8F4889}"/>
              </a:ext>
            </a:extLst>
          </p:cNvPr>
          <p:cNvSpPr txBox="1"/>
          <p:nvPr/>
        </p:nvSpPr>
        <p:spPr>
          <a:xfrm>
            <a:off x="230909" y="1265950"/>
            <a:ext cx="11536218" cy="5047536"/>
          </a:xfrm>
          <a:prstGeom prst="rect">
            <a:avLst/>
          </a:prstGeom>
          <a:noFill/>
        </p:spPr>
        <p:txBody>
          <a:bodyPr wrap="square">
            <a:spAutoFit/>
          </a:bodyPr>
          <a:lstStyle/>
          <a:p>
            <a:pPr marL="342900" indent="-342900">
              <a:buAutoNum type="arabicPeriod"/>
            </a:pPr>
            <a:r>
              <a:rPr lang="en-US" sz="1400" dirty="0"/>
              <a:t>Carbon Fibre - Introduction </a:t>
            </a:r>
          </a:p>
          <a:p>
            <a:pPr marL="342900" indent="-342900">
              <a:buAutoNum type="arabicPeriod"/>
            </a:pPr>
            <a:r>
              <a:rPr lang="en-US" sz="1400" dirty="0"/>
              <a:t>Carbon Fiber- History</a:t>
            </a:r>
          </a:p>
          <a:p>
            <a:pPr marL="342900" indent="-342900">
              <a:buAutoNum type="arabicPeriod"/>
            </a:pPr>
            <a:r>
              <a:rPr lang="en-US" sz="1400" dirty="0"/>
              <a:t>Carbon Fiber - Uses in Automotive Industry</a:t>
            </a:r>
          </a:p>
          <a:p>
            <a:pPr marL="342900" indent="-342900">
              <a:buAutoNum type="arabicPeriod"/>
            </a:pPr>
            <a:r>
              <a:rPr lang="en-US" sz="1400" dirty="0"/>
              <a:t>Why Carbon Fiber is Used in Cars?</a:t>
            </a:r>
          </a:p>
          <a:p>
            <a:pPr marL="342900" indent="-342900">
              <a:buAutoNum type="arabicPeriod"/>
            </a:pPr>
            <a:r>
              <a:rPr lang="en-US" sz="1400" dirty="0"/>
              <a:t>Carbon Fiber Manufacturing Process</a:t>
            </a:r>
          </a:p>
          <a:p>
            <a:pPr marL="342900" indent="-342900">
              <a:buAutoNum type="arabicPeriod"/>
            </a:pPr>
            <a:r>
              <a:rPr lang="en-US" sz="1400" dirty="0"/>
              <a:t>Carbon Fiber Fabric styles</a:t>
            </a:r>
          </a:p>
          <a:p>
            <a:pPr marL="342900" indent="-342900">
              <a:buAutoNum type="arabicPeriod"/>
            </a:pPr>
            <a:r>
              <a:rPr lang="en-US" sz="1400" dirty="0"/>
              <a:t>Three Methods for Creating Carbon Fiber Parts</a:t>
            </a:r>
          </a:p>
          <a:p>
            <a:pPr marL="342900" indent="-342900">
              <a:buAutoNum type="arabicPeriod"/>
            </a:pPr>
            <a:r>
              <a:rPr lang="en-US" sz="1400" dirty="0"/>
              <a:t>Carbon Fiber 3D Printing</a:t>
            </a:r>
          </a:p>
          <a:p>
            <a:pPr marL="342900" indent="-342900">
              <a:buAutoNum type="arabicPeriod"/>
            </a:pPr>
            <a:r>
              <a:rPr lang="en-US" sz="1400" dirty="0"/>
              <a:t>LOCATOR AND FIXING STRATEGY</a:t>
            </a:r>
          </a:p>
          <a:p>
            <a:pPr marL="342900" indent="-342900">
              <a:buAutoNum type="arabicPeriod"/>
            </a:pPr>
            <a:r>
              <a:rPr lang="en-US" sz="1400" dirty="0"/>
              <a:t>Design Guidelines- Part Thickness</a:t>
            </a:r>
          </a:p>
          <a:p>
            <a:pPr marL="342900" indent="-342900">
              <a:buFontTx/>
              <a:buAutoNum type="arabicPeriod"/>
            </a:pPr>
            <a:r>
              <a:rPr lang="en-US" sz="1400" dirty="0"/>
              <a:t>Design Guidelines- Fixing Clip distance</a:t>
            </a:r>
          </a:p>
          <a:p>
            <a:pPr marL="342900" indent="-342900">
              <a:buFontTx/>
              <a:buAutoNum type="arabicPeriod"/>
            </a:pPr>
            <a:r>
              <a:rPr lang="en-US" sz="1400" dirty="0"/>
              <a:t>Design Guidelines- Z Resting</a:t>
            </a:r>
          </a:p>
          <a:p>
            <a:pPr marL="342900" indent="-342900">
              <a:buFontTx/>
              <a:buAutoNum type="arabicPeriod"/>
            </a:pPr>
            <a:r>
              <a:rPr lang="en-US" sz="1400" dirty="0"/>
              <a:t>Design Guidelines- X Resting</a:t>
            </a:r>
          </a:p>
          <a:p>
            <a:pPr marL="342900" indent="-342900">
              <a:buFontTx/>
              <a:buAutoNum type="arabicPeriod"/>
            </a:pPr>
            <a:r>
              <a:rPr lang="en-US" sz="1400" dirty="0"/>
              <a:t>Design Guidelines-Minimum Radii</a:t>
            </a:r>
          </a:p>
          <a:p>
            <a:pPr marL="342900" indent="-342900">
              <a:buFontTx/>
              <a:buAutoNum type="arabicPeriod"/>
            </a:pPr>
            <a:r>
              <a:rPr lang="en-US" sz="1400" dirty="0"/>
              <a:t>Design Guidelines- Edge Condition</a:t>
            </a:r>
          </a:p>
          <a:p>
            <a:pPr marL="342900" indent="-342900">
              <a:buFontTx/>
              <a:buAutoNum type="arabicPeriod"/>
            </a:pPr>
            <a:r>
              <a:rPr lang="en-US" sz="1400" dirty="0"/>
              <a:t>Design Guidelines- Abruption In Filleting</a:t>
            </a:r>
          </a:p>
          <a:p>
            <a:pPr marL="342900" indent="-342900">
              <a:buFontTx/>
              <a:buAutoNum type="arabicPeriod"/>
            </a:pPr>
            <a:r>
              <a:rPr lang="en-US" sz="1400" dirty="0"/>
              <a:t>Design Guidelines- Undercut in Tool</a:t>
            </a:r>
          </a:p>
          <a:p>
            <a:pPr marL="342900" indent="-342900">
              <a:buFontTx/>
              <a:buAutoNum type="arabicPeriod"/>
            </a:pPr>
            <a:r>
              <a:rPr lang="en-US" sz="1400" dirty="0"/>
              <a:t>Design Guidelines- Draft Angle</a:t>
            </a:r>
          </a:p>
          <a:p>
            <a:pPr marL="342900" indent="-342900">
              <a:buFontTx/>
              <a:buAutoNum type="arabicPeriod"/>
            </a:pPr>
            <a:r>
              <a:rPr lang="en-US" sz="1400" dirty="0"/>
              <a:t>Design Guidelines- Sharpe Condition</a:t>
            </a:r>
          </a:p>
          <a:p>
            <a:pPr marL="342900" indent="-342900">
              <a:buFontTx/>
              <a:buAutoNum type="arabicPeriod"/>
            </a:pPr>
            <a:r>
              <a:rPr lang="en-US" sz="1400" dirty="0"/>
              <a:t>Design Guidelines- Uneven Edge</a:t>
            </a:r>
          </a:p>
          <a:p>
            <a:pPr marL="342900" indent="-342900">
              <a:buFontTx/>
              <a:buAutoNum type="arabicPeriod"/>
            </a:pPr>
            <a:r>
              <a:rPr lang="en-US" sz="1400" dirty="0"/>
              <a:t>Fixing Type</a:t>
            </a:r>
          </a:p>
          <a:p>
            <a:pPr marL="342900" indent="-342900">
              <a:buFontTx/>
              <a:buAutoNum type="arabicPeriod"/>
            </a:pPr>
            <a:r>
              <a:rPr lang="en-US" sz="1400" dirty="0"/>
              <a:t>Assembly Path</a:t>
            </a:r>
          </a:p>
          <a:p>
            <a:pPr marL="342900" indent="-342900">
              <a:buFontTx/>
              <a:buAutoNum type="arabicPeriod"/>
            </a:pPr>
            <a:r>
              <a:rPr lang="en-US" sz="1400" dirty="0"/>
              <a:t>Y=0 Section </a:t>
            </a:r>
          </a:p>
        </p:txBody>
      </p:sp>
    </p:spTree>
    <p:extLst>
      <p:ext uri="{BB962C8B-B14F-4D97-AF65-F5344CB8AC3E}">
        <p14:creationId xmlns:p14="http://schemas.microsoft.com/office/powerpoint/2010/main" val="1343903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4</a:t>
            </a:fld>
            <a:endParaRPr lang="en-GB"/>
          </a:p>
        </p:txBody>
      </p:sp>
      <p:sp>
        <p:nvSpPr>
          <p:cNvPr id="9" name="Title 4">
            <a:extLst>
              <a:ext uri="{FF2B5EF4-FFF2-40B4-BE49-F238E27FC236}">
                <a16:creationId xmlns:a16="http://schemas.microsoft.com/office/drawing/2014/main" id="{C39D7084-87F8-5246-A98C-03B2FD187E0F}"/>
              </a:ext>
            </a:extLst>
          </p:cNvPr>
          <p:cNvSpPr>
            <a:spLocks noGrp="1"/>
          </p:cNvSpPr>
          <p:nvPr>
            <p:ph type="title"/>
          </p:nvPr>
        </p:nvSpPr>
        <p:spPr>
          <a:xfrm>
            <a:off x="228349" y="849279"/>
            <a:ext cx="8188819" cy="423340"/>
          </a:xfrm>
        </p:spPr>
        <p:txBody>
          <a:bodyPr/>
          <a:lstStyle/>
          <a:p>
            <a:r>
              <a:rPr lang="en-US" sz="2800" dirty="0">
                <a:solidFill>
                  <a:schemeClr val="accent5">
                    <a:lumMod val="50000"/>
                  </a:schemeClr>
                </a:solidFill>
              </a:rPr>
              <a:t>Carbon Fiber - Introduction</a:t>
            </a:r>
            <a:endParaRPr lang="en-US" dirty="0">
              <a:solidFill>
                <a:schemeClr val="accent5">
                  <a:lumMod val="50000"/>
                </a:schemeClr>
              </a:solidFill>
            </a:endParaRPr>
          </a:p>
        </p:txBody>
      </p:sp>
      <p:sp>
        <p:nvSpPr>
          <p:cNvPr id="4" name="TextBox 3">
            <a:extLst>
              <a:ext uri="{FF2B5EF4-FFF2-40B4-BE49-F238E27FC236}">
                <a16:creationId xmlns:a16="http://schemas.microsoft.com/office/drawing/2014/main" id="{598D5445-D730-F7E1-4B94-C7B562AA23A2}"/>
              </a:ext>
            </a:extLst>
          </p:cNvPr>
          <p:cNvSpPr txBox="1"/>
          <p:nvPr/>
        </p:nvSpPr>
        <p:spPr>
          <a:xfrm>
            <a:off x="434110" y="1579420"/>
            <a:ext cx="4932218" cy="4396508"/>
          </a:xfrm>
          <a:prstGeom prst="rect">
            <a:avLst/>
          </a:prstGeom>
        </p:spPr>
        <p:txBody>
          <a:bodyPr vert="horz" lIns="91440" tIns="45720" rIns="91440" bIns="45720" rtlCol="0" anchor="t">
            <a:noAutofit/>
          </a:bodyPr>
          <a:lstStyle>
            <a:lvl1pPr>
              <a:lnSpc>
                <a:spcPct val="90000"/>
              </a:lnSpc>
              <a:spcBef>
                <a:spcPts val="0"/>
              </a:spcBef>
              <a:buNone/>
              <a:defRPr sz="2800" b="0" i="0">
                <a:solidFill>
                  <a:schemeClr val="accent5">
                    <a:lumMod val="50000"/>
                  </a:schemeClr>
                </a:solidFill>
                <a:latin typeface="+mj-lt"/>
                <a:ea typeface="+mj-ea"/>
                <a:cs typeface="+mj-cs"/>
              </a:defRPr>
            </a:lvl1pPr>
          </a:lstStyle>
          <a:p>
            <a:pPr marL="285750" indent="-285750">
              <a:buFont typeface="Arial" panose="020B0604020202020204" pitchFamily="34" charset="0"/>
              <a:buChar char="•"/>
            </a:pPr>
            <a:r>
              <a:rPr lang="en-US" sz="1400" dirty="0">
                <a:solidFill>
                  <a:schemeClr val="tx1"/>
                </a:solidFill>
              </a:rPr>
              <a:t>Carbon Fiber is a polymer and is sometimes known as graphite fiber.</a:t>
            </a:r>
          </a:p>
          <a:p>
            <a:pPr marL="285750" indent="-285750">
              <a:buFont typeface="Arial" panose="020B0604020202020204" pitchFamily="34" charset="0"/>
              <a:buChar char="•"/>
            </a:pPr>
            <a:r>
              <a:rPr lang="en-US" sz="1400" dirty="0">
                <a:solidFill>
                  <a:schemeClr val="tx1"/>
                </a:solidFill>
              </a:rPr>
              <a:t> </a:t>
            </a:r>
          </a:p>
          <a:p>
            <a:pPr marL="285750" indent="-285750">
              <a:buFont typeface="Arial" panose="020B0604020202020204" pitchFamily="34" charset="0"/>
              <a:buChar char="•"/>
            </a:pPr>
            <a:r>
              <a:rPr lang="en-US" sz="1400" dirty="0">
                <a:solidFill>
                  <a:schemeClr val="tx1"/>
                </a:solidFill>
              </a:rPr>
              <a:t>It is a very strong material that is also very lightweight. </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Carbon fiber is five-times stronger than steel and twice as stiff. </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Though carbon fiber is stronger and stiffer than steel, it is lighter than steel; making it the ideal manufacturing material for many parts</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Carbon fiber can be thinner than a strand of human hair and gets its strength when twisted together like yarn.</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Carbon fibers are fibers about 5–10 micrometers in diameter. Several thousand carbon fibers are bundled together to form a tow, which may be used by itself or woven into a fabric.</a:t>
            </a:r>
          </a:p>
        </p:txBody>
      </p:sp>
      <p:pic>
        <p:nvPicPr>
          <p:cNvPr id="6" name="Picture 5">
            <a:extLst>
              <a:ext uri="{FF2B5EF4-FFF2-40B4-BE49-F238E27FC236}">
                <a16:creationId xmlns:a16="http://schemas.microsoft.com/office/drawing/2014/main" id="{D233D7B4-E156-E60A-9F87-AD71461B6079}"/>
              </a:ext>
            </a:extLst>
          </p:cNvPr>
          <p:cNvPicPr>
            <a:picLocks noChangeAspect="1"/>
          </p:cNvPicPr>
          <p:nvPr/>
        </p:nvPicPr>
        <p:blipFill>
          <a:blip r:embed="rId3"/>
          <a:stretch>
            <a:fillRect/>
          </a:stretch>
        </p:blipFill>
        <p:spPr>
          <a:xfrm>
            <a:off x="6037118" y="812800"/>
            <a:ext cx="4627418" cy="3084945"/>
          </a:xfrm>
          <a:prstGeom prst="rect">
            <a:avLst/>
          </a:prstGeom>
          <a:ln>
            <a:solidFill>
              <a:schemeClr val="tx1"/>
            </a:solidFill>
          </a:ln>
        </p:spPr>
      </p:pic>
      <p:pic>
        <p:nvPicPr>
          <p:cNvPr id="11" name="Picture 10">
            <a:extLst>
              <a:ext uri="{FF2B5EF4-FFF2-40B4-BE49-F238E27FC236}">
                <a16:creationId xmlns:a16="http://schemas.microsoft.com/office/drawing/2014/main" id="{1A7CB0DA-C490-EA8C-E4B9-F54BDA6C09B2}"/>
              </a:ext>
            </a:extLst>
          </p:cNvPr>
          <p:cNvPicPr>
            <a:picLocks noChangeAspect="1"/>
          </p:cNvPicPr>
          <p:nvPr/>
        </p:nvPicPr>
        <p:blipFill>
          <a:blip r:embed="rId4"/>
          <a:stretch>
            <a:fillRect/>
          </a:stretch>
        </p:blipFill>
        <p:spPr>
          <a:xfrm>
            <a:off x="6121108" y="3980420"/>
            <a:ext cx="4574599" cy="2271154"/>
          </a:xfrm>
          <a:prstGeom prst="rect">
            <a:avLst/>
          </a:prstGeom>
          <a:ln>
            <a:solidFill>
              <a:schemeClr val="tx1"/>
            </a:solidFill>
          </a:ln>
        </p:spPr>
      </p:pic>
    </p:spTree>
    <p:extLst>
      <p:ext uri="{BB962C8B-B14F-4D97-AF65-F5344CB8AC3E}">
        <p14:creationId xmlns:p14="http://schemas.microsoft.com/office/powerpoint/2010/main" val="1641140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5</a:t>
            </a:fld>
            <a:endParaRPr lang="en-GB"/>
          </a:p>
        </p:txBody>
      </p:sp>
      <p:sp>
        <p:nvSpPr>
          <p:cNvPr id="9" name="Title 4">
            <a:extLst>
              <a:ext uri="{FF2B5EF4-FFF2-40B4-BE49-F238E27FC236}">
                <a16:creationId xmlns:a16="http://schemas.microsoft.com/office/drawing/2014/main" id="{C39D7084-87F8-5246-A98C-03B2FD187E0F}"/>
              </a:ext>
            </a:extLst>
          </p:cNvPr>
          <p:cNvSpPr>
            <a:spLocks noGrp="1"/>
          </p:cNvSpPr>
          <p:nvPr>
            <p:ph type="title"/>
          </p:nvPr>
        </p:nvSpPr>
        <p:spPr>
          <a:xfrm>
            <a:off x="228349" y="849279"/>
            <a:ext cx="8188819" cy="423340"/>
          </a:xfrm>
        </p:spPr>
        <p:txBody>
          <a:bodyPr/>
          <a:lstStyle/>
          <a:p>
            <a:r>
              <a:rPr lang="en-US" sz="2800" dirty="0">
                <a:solidFill>
                  <a:schemeClr val="accent5">
                    <a:lumMod val="50000"/>
                  </a:schemeClr>
                </a:solidFill>
              </a:rPr>
              <a:t>Carbon Fiber - History</a:t>
            </a:r>
            <a:endParaRPr lang="en-US" dirty="0">
              <a:solidFill>
                <a:schemeClr val="accent5">
                  <a:lumMod val="50000"/>
                </a:schemeClr>
              </a:solidFill>
            </a:endParaRPr>
          </a:p>
        </p:txBody>
      </p:sp>
      <p:sp>
        <p:nvSpPr>
          <p:cNvPr id="4" name="TextBox 3">
            <a:extLst>
              <a:ext uri="{FF2B5EF4-FFF2-40B4-BE49-F238E27FC236}">
                <a16:creationId xmlns:a16="http://schemas.microsoft.com/office/drawing/2014/main" id="{598D5445-D730-F7E1-4B94-C7B562AA23A2}"/>
              </a:ext>
            </a:extLst>
          </p:cNvPr>
          <p:cNvSpPr txBox="1"/>
          <p:nvPr/>
        </p:nvSpPr>
        <p:spPr>
          <a:xfrm>
            <a:off x="434109" y="1579420"/>
            <a:ext cx="11129817" cy="4396508"/>
          </a:xfrm>
          <a:prstGeom prst="rect">
            <a:avLst/>
          </a:prstGeom>
        </p:spPr>
        <p:txBody>
          <a:bodyPr vert="horz" lIns="91440" tIns="45720" rIns="91440" bIns="45720" rtlCol="0" anchor="t">
            <a:noAutofit/>
          </a:bodyPr>
          <a:lstStyle>
            <a:lvl1pPr>
              <a:lnSpc>
                <a:spcPct val="90000"/>
              </a:lnSpc>
              <a:spcBef>
                <a:spcPts val="0"/>
              </a:spcBef>
              <a:buNone/>
              <a:defRPr sz="2800" b="0" i="0">
                <a:solidFill>
                  <a:schemeClr val="accent5">
                    <a:lumMod val="50000"/>
                  </a:schemeClr>
                </a:solidFill>
                <a:latin typeface="+mj-lt"/>
                <a:ea typeface="+mj-ea"/>
                <a:cs typeface="+mj-cs"/>
              </a:defRPr>
            </a:lvl1pPr>
          </a:lstStyle>
          <a:p>
            <a:pPr marL="285750" indent="-285750">
              <a:buFont typeface="Arial" panose="020B0604020202020204" pitchFamily="34" charset="0"/>
              <a:buChar char="•"/>
            </a:pPr>
            <a:r>
              <a:rPr lang="en-US" sz="1400" dirty="0">
                <a:solidFill>
                  <a:schemeClr val="tx1"/>
                </a:solidFill>
              </a:rPr>
              <a:t>Carbon fiber dates back to 1879 when Thomas Edison baked cotton threads or bamboo silvers at high temperatures, which carbonized them into an all-carbon fiber filament. By 1958, high-performance carbon fibers were invented just outside of Cleveland, OH. Although they were inefficient, these fibers contained around 20% carbon and had low strength and stiffness properties.</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In 1963 a new manufacturing process was developed at a British research center, which is where carbon fiber’s strength potential was realized.</a:t>
            </a:r>
          </a:p>
          <a:p>
            <a:pPr marL="285750" indent="-285750">
              <a:buFont typeface="Arial" panose="020B0604020202020204" pitchFamily="34" charset="0"/>
              <a:buChar char="•"/>
            </a:pPr>
            <a:endParaRPr lang="en-US" sz="1400" dirty="0">
              <a:solidFill>
                <a:schemeClr val="tx1"/>
              </a:solidFill>
            </a:endParaRPr>
          </a:p>
          <a:p>
            <a:r>
              <a:rPr lang="en-US" dirty="0"/>
              <a:t>How is Carbon Fiber Made: An Overview of The Carbon Fiber          Manufacturing Process</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Carbon fiber is made from a process that is part chemical and part mechanical. It starts by drawing long strands of fibers and then heating them to a very high temperature without allowing contact to oxygen to prevent the fibers from burning. This is when the carbonization takes place, which is when the atoms inside of the fibers vibrate violently, expelling most of the non-carbon atoms. This leaves a fiber composed of long, tightly inter-locked chains of carbon atoms with only a few non-carbon atoms remaining.</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A typical sequences used to form carbon fibers from polyacrylonitrile involves spinning, stabilizing, carbonizing, treating the surface and sizing.</a:t>
            </a:r>
          </a:p>
        </p:txBody>
      </p:sp>
    </p:spTree>
    <p:extLst>
      <p:ext uri="{BB962C8B-B14F-4D97-AF65-F5344CB8AC3E}">
        <p14:creationId xmlns:p14="http://schemas.microsoft.com/office/powerpoint/2010/main" val="35954724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6</a:t>
            </a:fld>
            <a:endParaRPr lang="en-GB"/>
          </a:p>
        </p:txBody>
      </p:sp>
      <p:sp>
        <p:nvSpPr>
          <p:cNvPr id="9" name="Title 4">
            <a:extLst>
              <a:ext uri="{FF2B5EF4-FFF2-40B4-BE49-F238E27FC236}">
                <a16:creationId xmlns:a16="http://schemas.microsoft.com/office/drawing/2014/main" id="{C39D7084-87F8-5246-A98C-03B2FD187E0F}"/>
              </a:ext>
            </a:extLst>
          </p:cNvPr>
          <p:cNvSpPr>
            <a:spLocks noGrp="1"/>
          </p:cNvSpPr>
          <p:nvPr>
            <p:ph type="title"/>
          </p:nvPr>
        </p:nvSpPr>
        <p:spPr>
          <a:xfrm>
            <a:off x="228349" y="849279"/>
            <a:ext cx="8188819" cy="423340"/>
          </a:xfrm>
        </p:spPr>
        <p:txBody>
          <a:bodyPr/>
          <a:lstStyle/>
          <a:p>
            <a:r>
              <a:rPr lang="en-US" dirty="0">
                <a:solidFill>
                  <a:schemeClr val="accent5">
                    <a:lumMod val="50000"/>
                  </a:schemeClr>
                </a:solidFill>
              </a:rPr>
              <a:t>Carbon Fiber - Uses in Automotive Industry</a:t>
            </a:r>
          </a:p>
        </p:txBody>
      </p:sp>
      <p:sp>
        <p:nvSpPr>
          <p:cNvPr id="2" name="TextBox 1">
            <a:extLst>
              <a:ext uri="{FF2B5EF4-FFF2-40B4-BE49-F238E27FC236}">
                <a16:creationId xmlns:a16="http://schemas.microsoft.com/office/drawing/2014/main" id="{1A46577C-AD6C-C947-FD38-F936A4CFA40D}"/>
              </a:ext>
            </a:extLst>
          </p:cNvPr>
          <p:cNvSpPr txBox="1"/>
          <p:nvPr/>
        </p:nvSpPr>
        <p:spPr>
          <a:xfrm>
            <a:off x="434109" y="1579420"/>
            <a:ext cx="11471564" cy="4396508"/>
          </a:xfrm>
          <a:prstGeom prst="rect">
            <a:avLst/>
          </a:prstGeom>
        </p:spPr>
        <p:txBody>
          <a:bodyPr vert="horz" lIns="91440" tIns="45720" rIns="91440" bIns="45720" rtlCol="0" anchor="t">
            <a:noAutofit/>
          </a:bodyPr>
          <a:lstStyle>
            <a:lvl1pPr>
              <a:lnSpc>
                <a:spcPct val="90000"/>
              </a:lnSpc>
              <a:spcBef>
                <a:spcPts val="0"/>
              </a:spcBef>
              <a:buNone/>
              <a:defRPr sz="2800" b="0" i="0">
                <a:solidFill>
                  <a:schemeClr val="accent5">
                    <a:lumMod val="50000"/>
                  </a:schemeClr>
                </a:solidFill>
                <a:latin typeface="+mj-lt"/>
                <a:ea typeface="+mj-ea"/>
                <a:cs typeface="+mj-cs"/>
              </a:defRPr>
            </a:lvl1pPr>
          </a:lstStyle>
          <a:p>
            <a:pPr marL="285750" indent="-285750">
              <a:buFont typeface="Arial" panose="020B0604020202020204" pitchFamily="34" charset="0"/>
              <a:buChar char="•"/>
            </a:pPr>
            <a:r>
              <a:rPr lang="en-US" sz="1400" dirty="0">
                <a:solidFill>
                  <a:schemeClr val="tx1"/>
                </a:solidFill>
              </a:rPr>
              <a:t>Hood</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Spoiler </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Car Doors</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Roof</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Diffuser</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End Caps</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Splitter</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Mirror</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endParaRPr lang="en-US" sz="1400" dirty="0">
              <a:solidFill>
                <a:schemeClr val="tx1"/>
              </a:solidFill>
            </a:endParaRPr>
          </a:p>
          <a:p>
            <a:endParaRPr lang="en-US" sz="1400" dirty="0">
              <a:solidFill>
                <a:schemeClr val="tx1"/>
              </a:solidFill>
            </a:endParaRPr>
          </a:p>
        </p:txBody>
      </p:sp>
      <p:pic>
        <p:nvPicPr>
          <p:cNvPr id="6" name="Picture 5">
            <a:extLst>
              <a:ext uri="{FF2B5EF4-FFF2-40B4-BE49-F238E27FC236}">
                <a16:creationId xmlns:a16="http://schemas.microsoft.com/office/drawing/2014/main" id="{9124B48E-44C1-2F3E-C9F4-54C10F3B0BC6}"/>
              </a:ext>
            </a:extLst>
          </p:cNvPr>
          <p:cNvPicPr>
            <a:picLocks noChangeAspect="1"/>
          </p:cNvPicPr>
          <p:nvPr/>
        </p:nvPicPr>
        <p:blipFill>
          <a:blip r:embed="rId3"/>
          <a:stretch>
            <a:fillRect/>
          </a:stretch>
        </p:blipFill>
        <p:spPr>
          <a:xfrm>
            <a:off x="5144351" y="1504955"/>
            <a:ext cx="5865545" cy="4599915"/>
          </a:xfrm>
          <a:prstGeom prst="rect">
            <a:avLst/>
          </a:prstGeom>
        </p:spPr>
      </p:pic>
    </p:spTree>
    <p:extLst>
      <p:ext uri="{BB962C8B-B14F-4D97-AF65-F5344CB8AC3E}">
        <p14:creationId xmlns:p14="http://schemas.microsoft.com/office/powerpoint/2010/main" val="1183630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7</a:t>
            </a:fld>
            <a:endParaRPr lang="en-GB"/>
          </a:p>
        </p:txBody>
      </p:sp>
      <p:sp>
        <p:nvSpPr>
          <p:cNvPr id="9" name="Title 4">
            <a:extLst>
              <a:ext uri="{FF2B5EF4-FFF2-40B4-BE49-F238E27FC236}">
                <a16:creationId xmlns:a16="http://schemas.microsoft.com/office/drawing/2014/main" id="{C39D7084-87F8-5246-A98C-03B2FD187E0F}"/>
              </a:ext>
            </a:extLst>
          </p:cNvPr>
          <p:cNvSpPr>
            <a:spLocks noGrp="1"/>
          </p:cNvSpPr>
          <p:nvPr>
            <p:ph type="title"/>
          </p:nvPr>
        </p:nvSpPr>
        <p:spPr>
          <a:xfrm>
            <a:off x="228349" y="849279"/>
            <a:ext cx="8188819" cy="423340"/>
          </a:xfrm>
        </p:spPr>
        <p:txBody>
          <a:bodyPr/>
          <a:lstStyle/>
          <a:p>
            <a:r>
              <a:rPr lang="en-US" dirty="0">
                <a:solidFill>
                  <a:schemeClr val="accent5">
                    <a:lumMod val="50000"/>
                  </a:schemeClr>
                </a:solidFill>
              </a:rPr>
              <a:t>Why Carbon Fiber is Used in Cars?</a:t>
            </a:r>
          </a:p>
        </p:txBody>
      </p:sp>
      <p:sp>
        <p:nvSpPr>
          <p:cNvPr id="2" name="TextBox 1">
            <a:extLst>
              <a:ext uri="{FF2B5EF4-FFF2-40B4-BE49-F238E27FC236}">
                <a16:creationId xmlns:a16="http://schemas.microsoft.com/office/drawing/2014/main" id="{1A46577C-AD6C-C947-FD38-F936A4CFA40D}"/>
              </a:ext>
            </a:extLst>
          </p:cNvPr>
          <p:cNvSpPr txBox="1"/>
          <p:nvPr/>
        </p:nvSpPr>
        <p:spPr>
          <a:xfrm>
            <a:off x="822036" y="4285674"/>
            <a:ext cx="11129817" cy="4396508"/>
          </a:xfrm>
          <a:prstGeom prst="rect">
            <a:avLst/>
          </a:prstGeom>
        </p:spPr>
        <p:txBody>
          <a:bodyPr vert="horz" lIns="91440" tIns="45720" rIns="91440" bIns="45720" rtlCol="0" anchor="t">
            <a:noAutofit/>
          </a:bodyPr>
          <a:lstStyle>
            <a:lvl1pPr>
              <a:lnSpc>
                <a:spcPct val="90000"/>
              </a:lnSpc>
              <a:spcBef>
                <a:spcPts val="0"/>
              </a:spcBef>
              <a:buNone/>
              <a:defRPr sz="2800" b="0" i="0">
                <a:solidFill>
                  <a:schemeClr val="accent5">
                    <a:lumMod val="50000"/>
                  </a:schemeClr>
                </a:solidFill>
                <a:latin typeface="+mj-lt"/>
                <a:ea typeface="+mj-ea"/>
                <a:cs typeface="+mj-cs"/>
              </a:defRPr>
            </a:lvl1pPr>
          </a:lstStyle>
          <a:p>
            <a:pPr marL="285750" indent="-285750">
              <a:buFont typeface="Arial" panose="020B0604020202020204" pitchFamily="34" charset="0"/>
              <a:buChar char="•"/>
            </a:pPr>
            <a:r>
              <a:rPr lang="en-US" sz="1400" dirty="0">
                <a:solidFill>
                  <a:schemeClr val="tx1"/>
                </a:solidFill>
              </a:rPr>
              <a:t>Carbon fiber is used in cars to lower weight while providing enough strength to withstand the rigors of racing. </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You’ll notice that supercars and hyper cars the world over place a premium on lowering their weight in addition to increasing engine output and refining their aerodynamic designs — and lowering weight is precisely what carbon fiber is good for in a car. </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Carbon fiber is five times lighter than steel while being less dense than aluminum, which is one of the lightest metals available.</a:t>
            </a:r>
          </a:p>
          <a:p>
            <a:pPr marL="285750" indent="-285750">
              <a:buFont typeface="Arial" panose="020B0604020202020204" pitchFamily="34" charset="0"/>
              <a:buChar char="•"/>
            </a:pPr>
            <a:endParaRPr lang="en-US" sz="1400" dirty="0">
              <a:solidFill>
                <a:schemeClr val="tx1"/>
              </a:solidFill>
            </a:endParaRPr>
          </a:p>
          <a:p>
            <a:pPr marL="285750" indent="-285750">
              <a:buFont typeface="Arial" panose="020B0604020202020204" pitchFamily="34" charset="0"/>
              <a:buChar char="•"/>
            </a:pPr>
            <a:r>
              <a:rPr lang="en-US" sz="1400" dirty="0">
                <a:solidFill>
                  <a:schemeClr val="tx1"/>
                </a:solidFill>
              </a:rPr>
              <a:t> In a contest between two otherwise identical cars, the vehicle with carbon fiber parts is likely to outperform the model with parts made from traditional materials, because shedding weight allows it to make the most of its powertrain.</a:t>
            </a:r>
          </a:p>
          <a:p>
            <a:pPr marL="285750" indent="-285750">
              <a:buFont typeface="Arial" panose="020B0604020202020204" pitchFamily="34" charset="0"/>
              <a:buChar char="•"/>
            </a:pPr>
            <a:endParaRPr lang="en-US" sz="1400" dirty="0">
              <a:solidFill>
                <a:schemeClr val="tx1"/>
              </a:solidFill>
            </a:endParaRPr>
          </a:p>
          <a:p>
            <a:endParaRPr lang="en-US" sz="1400" dirty="0">
              <a:solidFill>
                <a:schemeClr val="tx1"/>
              </a:solidFill>
            </a:endParaRPr>
          </a:p>
        </p:txBody>
      </p:sp>
      <p:pic>
        <p:nvPicPr>
          <p:cNvPr id="6" name="Picture 5">
            <a:extLst>
              <a:ext uri="{FF2B5EF4-FFF2-40B4-BE49-F238E27FC236}">
                <a16:creationId xmlns:a16="http://schemas.microsoft.com/office/drawing/2014/main" id="{2D2701E6-B959-1A42-B3EF-AF7666FAD36A}"/>
              </a:ext>
            </a:extLst>
          </p:cNvPr>
          <p:cNvPicPr>
            <a:picLocks noChangeAspect="1"/>
          </p:cNvPicPr>
          <p:nvPr/>
        </p:nvPicPr>
        <p:blipFill>
          <a:blip r:embed="rId3"/>
          <a:stretch>
            <a:fillRect/>
          </a:stretch>
        </p:blipFill>
        <p:spPr>
          <a:xfrm>
            <a:off x="886691" y="1451098"/>
            <a:ext cx="9818255" cy="2805216"/>
          </a:xfrm>
          <a:prstGeom prst="rect">
            <a:avLst/>
          </a:prstGeom>
        </p:spPr>
      </p:pic>
    </p:spTree>
    <p:extLst>
      <p:ext uri="{BB962C8B-B14F-4D97-AF65-F5344CB8AC3E}">
        <p14:creationId xmlns:p14="http://schemas.microsoft.com/office/powerpoint/2010/main" val="2373781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8</a:t>
            </a:fld>
            <a:endParaRPr lang="en-GB"/>
          </a:p>
        </p:txBody>
      </p:sp>
      <p:sp>
        <p:nvSpPr>
          <p:cNvPr id="9" name="Title 4">
            <a:extLst>
              <a:ext uri="{FF2B5EF4-FFF2-40B4-BE49-F238E27FC236}">
                <a16:creationId xmlns:a16="http://schemas.microsoft.com/office/drawing/2014/main" id="{C39D7084-87F8-5246-A98C-03B2FD187E0F}"/>
              </a:ext>
            </a:extLst>
          </p:cNvPr>
          <p:cNvSpPr>
            <a:spLocks noGrp="1"/>
          </p:cNvSpPr>
          <p:nvPr>
            <p:ph type="title"/>
          </p:nvPr>
        </p:nvSpPr>
        <p:spPr>
          <a:xfrm>
            <a:off x="228349" y="849279"/>
            <a:ext cx="8188819" cy="423340"/>
          </a:xfrm>
        </p:spPr>
        <p:txBody>
          <a:bodyPr/>
          <a:lstStyle/>
          <a:p>
            <a:r>
              <a:rPr lang="en-US" dirty="0">
                <a:solidFill>
                  <a:schemeClr val="accent5">
                    <a:lumMod val="50000"/>
                  </a:schemeClr>
                </a:solidFill>
              </a:rPr>
              <a:t>Carbon Fiber Manufacturing Process</a:t>
            </a:r>
          </a:p>
        </p:txBody>
      </p:sp>
      <p:sp>
        <p:nvSpPr>
          <p:cNvPr id="2" name="TextBox 1">
            <a:extLst>
              <a:ext uri="{FF2B5EF4-FFF2-40B4-BE49-F238E27FC236}">
                <a16:creationId xmlns:a16="http://schemas.microsoft.com/office/drawing/2014/main" id="{1A46577C-AD6C-C947-FD38-F936A4CFA40D}"/>
              </a:ext>
            </a:extLst>
          </p:cNvPr>
          <p:cNvSpPr txBox="1"/>
          <p:nvPr/>
        </p:nvSpPr>
        <p:spPr>
          <a:xfrm>
            <a:off x="397164" y="1403927"/>
            <a:ext cx="6649588" cy="299037"/>
          </a:xfrm>
          <a:prstGeom prst="rect">
            <a:avLst/>
          </a:prstGeom>
        </p:spPr>
        <p:txBody>
          <a:bodyPr vert="horz" lIns="91440" tIns="45720" rIns="91440" bIns="45720" rtlCol="0" anchor="t">
            <a:noAutofit/>
          </a:bodyPr>
          <a:lstStyle>
            <a:lvl1pPr>
              <a:lnSpc>
                <a:spcPct val="90000"/>
              </a:lnSpc>
              <a:spcBef>
                <a:spcPts val="0"/>
              </a:spcBef>
              <a:buNone/>
              <a:defRPr sz="2800" b="0" i="0">
                <a:solidFill>
                  <a:schemeClr val="accent5">
                    <a:lumMod val="50000"/>
                  </a:schemeClr>
                </a:solidFill>
                <a:latin typeface="+mj-lt"/>
                <a:ea typeface="+mj-ea"/>
                <a:cs typeface="+mj-cs"/>
              </a:defRPr>
            </a:lvl1pPr>
          </a:lstStyle>
          <a:p>
            <a:pPr marL="285750" indent="-285750">
              <a:buFont typeface="Arial" panose="020B0604020202020204" pitchFamily="34" charset="0"/>
              <a:buChar char="•"/>
            </a:pPr>
            <a:r>
              <a:rPr lang="en-US" sz="1400" dirty="0">
                <a:solidFill>
                  <a:schemeClr val="tx1"/>
                </a:solidFill>
              </a:rPr>
              <a:t>Carbon fiber raw materials from two types of Raw Materials: PAN and pitch.</a:t>
            </a:r>
          </a:p>
          <a:p>
            <a:endParaRPr lang="en-US" sz="1400" dirty="0">
              <a:solidFill>
                <a:schemeClr val="tx1"/>
              </a:solidFill>
            </a:endParaRPr>
          </a:p>
        </p:txBody>
      </p:sp>
      <p:pic>
        <p:nvPicPr>
          <p:cNvPr id="4" name="Picture 3">
            <a:extLst>
              <a:ext uri="{FF2B5EF4-FFF2-40B4-BE49-F238E27FC236}">
                <a16:creationId xmlns:a16="http://schemas.microsoft.com/office/drawing/2014/main" id="{661873F9-821D-29F1-D572-5051BDB60C8C}"/>
              </a:ext>
            </a:extLst>
          </p:cNvPr>
          <p:cNvPicPr>
            <a:picLocks noChangeAspect="1"/>
          </p:cNvPicPr>
          <p:nvPr/>
        </p:nvPicPr>
        <p:blipFill rotWithShape="1">
          <a:blip r:embed="rId3"/>
          <a:srcRect t="3682" r="1736"/>
          <a:stretch/>
        </p:blipFill>
        <p:spPr>
          <a:xfrm>
            <a:off x="335559" y="1980037"/>
            <a:ext cx="1721588" cy="378753"/>
          </a:xfrm>
          <a:prstGeom prst="rect">
            <a:avLst/>
          </a:prstGeom>
        </p:spPr>
      </p:pic>
      <p:pic>
        <p:nvPicPr>
          <p:cNvPr id="8" name="Picture 7">
            <a:extLst>
              <a:ext uri="{FF2B5EF4-FFF2-40B4-BE49-F238E27FC236}">
                <a16:creationId xmlns:a16="http://schemas.microsoft.com/office/drawing/2014/main" id="{F29741C8-D306-290D-6DA7-3342DF5D10B2}"/>
              </a:ext>
            </a:extLst>
          </p:cNvPr>
          <p:cNvPicPr>
            <a:picLocks noChangeAspect="1"/>
          </p:cNvPicPr>
          <p:nvPr/>
        </p:nvPicPr>
        <p:blipFill rotWithShape="1">
          <a:blip r:embed="rId4"/>
          <a:srcRect t="5523" r="1629" b="6934"/>
          <a:stretch/>
        </p:blipFill>
        <p:spPr>
          <a:xfrm>
            <a:off x="333834" y="3547584"/>
            <a:ext cx="1723313" cy="350252"/>
          </a:xfrm>
          <a:prstGeom prst="rect">
            <a:avLst/>
          </a:prstGeom>
        </p:spPr>
      </p:pic>
      <p:sp>
        <p:nvSpPr>
          <p:cNvPr id="3" name="TextBox 2">
            <a:extLst>
              <a:ext uri="{FF2B5EF4-FFF2-40B4-BE49-F238E27FC236}">
                <a16:creationId xmlns:a16="http://schemas.microsoft.com/office/drawing/2014/main" id="{B39F2C66-06CD-99FA-E4CD-FDF35ADC5A3B}"/>
              </a:ext>
            </a:extLst>
          </p:cNvPr>
          <p:cNvSpPr txBox="1"/>
          <p:nvPr/>
        </p:nvSpPr>
        <p:spPr>
          <a:xfrm>
            <a:off x="228347" y="2452341"/>
            <a:ext cx="11860189" cy="738664"/>
          </a:xfrm>
          <a:prstGeom prst="rect">
            <a:avLst/>
          </a:prstGeom>
          <a:noFill/>
        </p:spPr>
        <p:txBody>
          <a:bodyPr wrap="square">
            <a:spAutoFit/>
          </a:bodyPr>
          <a:lstStyle/>
          <a:p>
            <a:pPr>
              <a:defRPr sz="1800"/>
            </a:pPr>
            <a:r>
              <a:rPr sz="1400" dirty="0"/>
              <a:t>PAN Route:</a:t>
            </a:r>
          </a:p>
          <a:p>
            <a:r>
              <a:rPr sz="1400" dirty="0"/>
              <a:t>Polymerization → Spinning → </a:t>
            </a:r>
            <a:r>
              <a:rPr lang="en-US" sz="1400" dirty="0"/>
              <a:t>Heat Stabilization (200–300°C) → Carbonization/Graphitization (1000–3000°C) → Final Treatments (Surface Treatment &amp; Sizing) → </a:t>
            </a:r>
            <a:r>
              <a:rPr sz="1400" dirty="0"/>
              <a:t>PAN Fiber</a:t>
            </a:r>
          </a:p>
        </p:txBody>
      </p:sp>
      <p:sp>
        <p:nvSpPr>
          <p:cNvPr id="6" name="TextBox 5">
            <a:extLst>
              <a:ext uri="{FF2B5EF4-FFF2-40B4-BE49-F238E27FC236}">
                <a16:creationId xmlns:a16="http://schemas.microsoft.com/office/drawing/2014/main" id="{163A99AF-83D7-45FA-FBF9-513DD447666B}"/>
              </a:ext>
            </a:extLst>
          </p:cNvPr>
          <p:cNvSpPr txBox="1"/>
          <p:nvPr/>
        </p:nvSpPr>
        <p:spPr>
          <a:xfrm>
            <a:off x="228346" y="4004784"/>
            <a:ext cx="11860189" cy="738664"/>
          </a:xfrm>
          <a:prstGeom prst="rect">
            <a:avLst/>
          </a:prstGeom>
          <a:noFill/>
        </p:spPr>
        <p:txBody>
          <a:bodyPr wrap="square">
            <a:spAutoFit/>
          </a:bodyPr>
          <a:lstStyle/>
          <a:p>
            <a:pPr>
              <a:defRPr sz="1800"/>
            </a:pPr>
            <a:r>
              <a:rPr sz="1400" dirty="0"/>
              <a:t>Pitch Route:</a:t>
            </a:r>
          </a:p>
          <a:p>
            <a:r>
              <a:rPr sz="1400" dirty="0"/>
              <a:t>Dry Distillation → Spinning → </a:t>
            </a:r>
            <a:r>
              <a:rPr lang="en-US" sz="1400" dirty="0"/>
              <a:t>Heat Stabilization (200–300°C) → Carbonization/Graphitization (1000–3000°C) → Final Treatments (Surface Treatment &amp; Sizing) → </a:t>
            </a:r>
            <a:r>
              <a:rPr sz="1400" dirty="0"/>
              <a:t>Pitch Fiber</a:t>
            </a:r>
          </a:p>
        </p:txBody>
      </p:sp>
      <p:pic>
        <p:nvPicPr>
          <p:cNvPr id="10" name="Picture 9">
            <a:extLst>
              <a:ext uri="{FF2B5EF4-FFF2-40B4-BE49-F238E27FC236}">
                <a16:creationId xmlns:a16="http://schemas.microsoft.com/office/drawing/2014/main" id="{4FDD73FD-1128-322B-DA1A-D45549CE62C3}"/>
              </a:ext>
            </a:extLst>
          </p:cNvPr>
          <p:cNvPicPr>
            <a:picLocks noChangeAspect="1"/>
          </p:cNvPicPr>
          <p:nvPr/>
        </p:nvPicPr>
        <p:blipFill>
          <a:blip r:embed="rId5"/>
          <a:stretch>
            <a:fillRect/>
          </a:stretch>
        </p:blipFill>
        <p:spPr>
          <a:xfrm>
            <a:off x="2939325" y="4947078"/>
            <a:ext cx="2254880" cy="1381851"/>
          </a:xfrm>
          <a:prstGeom prst="rect">
            <a:avLst/>
          </a:prstGeom>
        </p:spPr>
      </p:pic>
      <p:pic>
        <p:nvPicPr>
          <p:cNvPr id="12" name="Picture 11">
            <a:extLst>
              <a:ext uri="{FF2B5EF4-FFF2-40B4-BE49-F238E27FC236}">
                <a16:creationId xmlns:a16="http://schemas.microsoft.com/office/drawing/2014/main" id="{11F9FB42-A6E1-9CDB-4395-0D9EF13E0658}"/>
              </a:ext>
            </a:extLst>
          </p:cNvPr>
          <p:cNvPicPr>
            <a:picLocks noChangeAspect="1"/>
          </p:cNvPicPr>
          <p:nvPr/>
        </p:nvPicPr>
        <p:blipFill>
          <a:blip r:embed="rId6"/>
          <a:stretch>
            <a:fillRect/>
          </a:stretch>
        </p:blipFill>
        <p:spPr>
          <a:xfrm>
            <a:off x="6444719" y="4947077"/>
            <a:ext cx="2260730" cy="1381851"/>
          </a:xfrm>
          <a:prstGeom prst="rect">
            <a:avLst/>
          </a:prstGeom>
        </p:spPr>
      </p:pic>
    </p:spTree>
    <p:extLst>
      <p:ext uri="{BB962C8B-B14F-4D97-AF65-F5344CB8AC3E}">
        <p14:creationId xmlns:p14="http://schemas.microsoft.com/office/powerpoint/2010/main" val="21557966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9</a:t>
            </a:fld>
            <a:endParaRPr lang="en-GB"/>
          </a:p>
        </p:txBody>
      </p:sp>
      <p:sp>
        <p:nvSpPr>
          <p:cNvPr id="9" name="Title 4">
            <a:extLst>
              <a:ext uri="{FF2B5EF4-FFF2-40B4-BE49-F238E27FC236}">
                <a16:creationId xmlns:a16="http://schemas.microsoft.com/office/drawing/2014/main" id="{C39D7084-87F8-5246-A98C-03B2FD187E0F}"/>
              </a:ext>
            </a:extLst>
          </p:cNvPr>
          <p:cNvSpPr>
            <a:spLocks noGrp="1"/>
          </p:cNvSpPr>
          <p:nvPr>
            <p:ph type="title"/>
          </p:nvPr>
        </p:nvSpPr>
        <p:spPr>
          <a:xfrm>
            <a:off x="228349" y="849279"/>
            <a:ext cx="8188819" cy="423340"/>
          </a:xfrm>
        </p:spPr>
        <p:txBody>
          <a:bodyPr/>
          <a:lstStyle/>
          <a:p>
            <a:r>
              <a:rPr lang="en-US" dirty="0">
                <a:solidFill>
                  <a:schemeClr val="accent5">
                    <a:lumMod val="50000"/>
                  </a:schemeClr>
                </a:solidFill>
              </a:rPr>
              <a:t>Carbon Fiber Fabric styles</a:t>
            </a:r>
          </a:p>
        </p:txBody>
      </p:sp>
      <p:sp>
        <p:nvSpPr>
          <p:cNvPr id="4" name="TextBox 3">
            <a:extLst>
              <a:ext uri="{FF2B5EF4-FFF2-40B4-BE49-F238E27FC236}">
                <a16:creationId xmlns:a16="http://schemas.microsoft.com/office/drawing/2014/main" id="{77E470DE-9086-9A24-E268-52C11C90F234}"/>
              </a:ext>
            </a:extLst>
          </p:cNvPr>
          <p:cNvSpPr txBox="1"/>
          <p:nvPr/>
        </p:nvSpPr>
        <p:spPr>
          <a:xfrm>
            <a:off x="563418" y="1251588"/>
            <a:ext cx="6096000" cy="369332"/>
          </a:xfrm>
          <a:prstGeom prst="rect">
            <a:avLst/>
          </a:prstGeom>
          <a:noFill/>
        </p:spPr>
        <p:txBody>
          <a:bodyPr wrap="square">
            <a:spAutoFit/>
          </a:bodyPr>
          <a:lstStyle/>
          <a:p>
            <a:r>
              <a:rPr lang="en-US" dirty="0"/>
              <a:t>Woven</a:t>
            </a:r>
          </a:p>
        </p:txBody>
      </p:sp>
      <p:sp>
        <p:nvSpPr>
          <p:cNvPr id="8" name="TextBox 7">
            <a:extLst>
              <a:ext uri="{FF2B5EF4-FFF2-40B4-BE49-F238E27FC236}">
                <a16:creationId xmlns:a16="http://schemas.microsoft.com/office/drawing/2014/main" id="{D681801D-D99C-1B84-5325-43CD05998934}"/>
              </a:ext>
            </a:extLst>
          </p:cNvPr>
          <p:cNvSpPr txBox="1"/>
          <p:nvPr/>
        </p:nvSpPr>
        <p:spPr>
          <a:xfrm>
            <a:off x="886690" y="1556619"/>
            <a:ext cx="10954328" cy="738664"/>
          </a:xfrm>
          <a:prstGeom prst="rect">
            <a:avLst/>
          </a:prstGeom>
          <a:noFill/>
        </p:spPr>
        <p:txBody>
          <a:bodyPr wrap="square">
            <a:spAutoFit/>
          </a:bodyPr>
          <a:lstStyle/>
          <a:p>
            <a:r>
              <a:rPr lang="en-US" sz="1400" dirty="0"/>
              <a:t>Most fabric constructions offer more flexibility for lay-up of complex shapes than straight unidirectional tapes offer. Fabrics used for structural applications use like fibers or strands of the same weight or yield in both the warp (longitudinal) and weft (transverse) directions.</a:t>
            </a:r>
          </a:p>
        </p:txBody>
      </p:sp>
      <p:pic>
        <p:nvPicPr>
          <p:cNvPr id="11" name="Picture 10">
            <a:extLst>
              <a:ext uri="{FF2B5EF4-FFF2-40B4-BE49-F238E27FC236}">
                <a16:creationId xmlns:a16="http://schemas.microsoft.com/office/drawing/2014/main" id="{32C44B46-67DF-B1E7-4FF4-0CCE7AE2524C}"/>
              </a:ext>
            </a:extLst>
          </p:cNvPr>
          <p:cNvPicPr>
            <a:picLocks noChangeAspect="1"/>
          </p:cNvPicPr>
          <p:nvPr/>
        </p:nvPicPr>
        <p:blipFill>
          <a:blip r:embed="rId3"/>
          <a:stretch>
            <a:fillRect/>
          </a:stretch>
        </p:blipFill>
        <p:spPr>
          <a:xfrm>
            <a:off x="1366757" y="2331833"/>
            <a:ext cx="7518625" cy="1429223"/>
          </a:xfrm>
          <a:prstGeom prst="rect">
            <a:avLst/>
          </a:prstGeom>
        </p:spPr>
      </p:pic>
      <p:sp>
        <p:nvSpPr>
          <p:cNvPr id="13" name="TextBox 12">
            <a:extLst>
              <a:ext uri="{FF2B5EF4-FFF2-40B4-BE49-F238E27FC236}">
                <a16:creationId xmlns:a16="http://schemas.microsoft.com/office/drawing/2014/main" id="{F9167BFB-9C53-0793-8ADB-C4799502682A}"/>
              </a:ext>
            </a:extLst>
          </p:cNvPr>
          <p:cNvSpPr txBox="1"/>
          <p:nvPr/>
        </p:nvSpPr>
        <p:spPr>
          <a:xfrm>
            <a:off x="378690" y="3694699"/>
            <a:ext cx="11674764" cy="307777"/>
          </a:xfrm>
          <a:prstGeom prst="rect">
            <a:avLst/>
          </a:prstGeom>
          <a:noFill/>
        </p:spPr>
        <p:txBody>
          <a:bodyPr wrap="square">
            <a:spAutoFit/>
          </a:bodyPr>
          <a:lstStyle/>
          <a:p>
            <a:r>
              <a:rPr lang="en-US" sz="1400" dirty="0"/>
              <a:t>Carbon Fibers are actually quite small. Fibers are bundled together to make yarns.</a:t>
            </a:r>
          </a:p>
        </p:txBody>
      </p:sp>
      <p:pic>
        <p:nvPicPr>
          <p:cNvPr id="15" name="Picture 14">
            <a:extLst>
              <a:ext uri="{FF2B5EF4-FFF2-40B4-BE49-F238E27FC236}">
                <a16:creationId xmlns:a16="http://schemas.microsoft.com/office/drawing/2014/main" id="{5195C16B-C95C-A0C8-3A38-86F16AF16325}"/>
              </a:ext>
            </a:extLst>
          </p:cNvPr>
          <p:cNvPicPr>
            <a:picLocks noChangeAspect="1"/>
          </p:cNvPicPr>
          <p:nvPr/>
        </p:nvPicPr>
        <p:blipFill rotWithShape="1">
          <a:blip r:embed="rId4"/>
          <a:srcRect t="5640"/>
          <a:stretch/>
        </p:blipFill>
        <p:spPr>
          <a:xfrm>
            <a:off x="5708073" y="3904049"/>
            <a:ext cx="5689600" cy="1614527"/>
          </a:xfrm>
          <a:prstGeom prst="rect">
            <a:avLst/>
          </a:prstGeom>
        </p:spPr>
      </p:pic>
      <p:sp>
        <p:nvSpPr>
          <p:cNvPr id="17" name="TextBox 16">
            <a:extLst>
              <a:ext uri="{FF2B5EF4-FFF2-40B4-BE49-F238E27FC236}">
                <a16:creationId xmlns:a16="http://schemas.microsoft.com/office/drawing/2014/main" id="{681DEB1D-569B-2FAB-FEA2-14251B48AEAD}"/>
              </a:ext>
            </a:extLst>
          </p:cNvPr>
          <p:cNvSpPr txBox="1"/>
          <p:nvPr/>
        </p:nvSpPr>
        <p:spPr>
          <a:xfrm>
            <a:off x="1094511" y="4239644"/>
            <a:ext cx="6179126" cy="738664"/>
          </a:xfrm>
          <a:prstGeom prst="rect">
            <a:avLst/>
          </a:prstGeom>
          <a:noFill/>
        </p:spPr>
        <p:txBody>
          <a:bodyPr wrap="square">
            <a:spAutoFit/>
          </a:bodyPr>
          <a:lstStyle/>
          <a:p>
            <a:r>
              <a:rPr lang="en-US" sz="1400" dirty="0"/>
              <a:t>The Yarns, are in many sizes:–</a:t>
            </a:r>
          </a:p>
          <a:p>
            <a:r>
              <a:rPr lang="en-US" sz="1400" dirty="0"/>
              <a:t>Small Tow: 3K, 12K, 24K</a:t>
            </a:r>
          </a:p>
          <a:p>
            <a:r>
              <a:rPr lang="en-US" sz="1400" dirty="0"/>
              <a:t>Large Tow: Larger than 24K</a:t>
            </a:r>
          </a:p>
        </p:txBody>
      </p:sp>
      <p:sp>
        <p:nvSpPr>
          <p:cNvPr id="19" name="TextBox 18">
            <a:extLst>
              <a:ext uri="{FF2B5EF4-FFF2-40B4-BE49-F238E27FC236}">
                <a16:creationId xmlns:a16="http://schemas.microsoft.com/office/drawing/2014/main" id="{BB8339D4-5181-BEBD-A226-2AC093E8A7CA}"/>
              </a:ext>
            </a:extLst>
          </p:cNvPr>
          <p:cNvSpPr txBox="1"/>
          <p:nvPr/>
        </p:nvSpPr>
        <p:spPr>
          <a:xfrm>
            <a:off x="401781" y="5468219"/>
            <a:ext cx="11891819" cy="738664"/>
          </a:xfrm>
          <a:prstGeom prst="rect">
            <a:avLst/>
          </a:prstGeom>
          <a:noFill/>
        </p:spPr>
        <p:txBody>
          <a:bodyPr wrap="square">
            <a:spAutoFit/>
          </a:bodyPr>
          <a:lstStyle/>
          <a:p>
            <a:r>
              <a:rPr lang="en-US" sz="1400" dirty="0"/>
              <a:t>Carbon Fiber Tow is the thread used to weave carbon fiber fabrics. This 24K tow (or yarn) is composed of 24,000 individual carbon filaments.</a:t>
            </a:r>
          </a:p>
          <a:p>
            <a:r>
              <a:rPr lang="en-US" sz="1400" dirty="0"/>
              <a:t>3K means there are 3,000 filaments per "tow". 12K means there are 12,000 filaments per "tow". </a:t>
            </a:r>
          </a:p>
          <a:p>
            <a:r>
              <a:rPr lang="en-US" sz="1400" dirty="0"/>
              <a:t>UD and 3k weave are more and more popular,</a:t>
            </a:r>
          </a:p>
        </p:txBody>
      </p:sp>
    </p:spTree>
    <p:extLst>
      <p:ext uri="{BB962C8B-B14F-4D97-AF65-F5344CB8AC3E}">
        <p14:creationId xmlns:p14="http://schemas.microsoft.com/office/powerpoint/2010/main" val="1619995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10</a:t>
            </a:fld>
            <a:endParaRPr lang="en-GB"/>
          </a:p>
        </p:txBody>
      </p:sp>
      <p:sp>
        <p:nvSpPr>
          <p:cNvPr id="9" name="Title 4">
            <a:extLst>
              <a:ext uri="{FF2B5EF4-FFF2-40B4-BE49-F238E27FC236}">
                <a16:creationId xmlns:a16="http://schemas.microsoft.com/office/drawing/2014/main" id="{C39D7084-87F8-5246-A98C-03B2FD187E0F}"/>
              </a:ext>
            </a:extLst>
          </p:cNvPr>
          <p:cNvSpPr>
            <a:spLocks noGrp="1"/>
          </p:cNvSpPr>
          <p:nvPr>
            <p:ph type="title"/>
          </p:nvPr>
        </p:nvSpPr>
        <p:spPr>
          <a:xfrm>
            <a:off x="228349" y="849279"/>
            <a:ext cx="8188819" cy="423340"/>
          </a:xfrm>
        </p:spPr>
        <p:txBody>
          <a:bodyPr/>
          <a:lstStyle/>
          <a:p>
            <a:r>
              <a:rPr lang="en-US" dirty="0">
                <a:solidFill>
                  <a:schemeClr val="accent5">
                    <a:lumMod val="50000"/>
                  </a:schemeClr>
                </a:solidFill>
              </a:rPr>
              <a:t>Three Methods for Creating Carbon Fiber Parts</a:t>
            </a:r>
          </a:p>
        </p:txBody>
      </p:sp>
      <p:sp>
        <p:nvSpPr>
          <p:cNvPr id="3" name="TextBox 2">
            <a:extLst>
              <a:ext uri="{FF2B5EF4-FFF2-40B4-BE49-F238E27FC236}">
                <a16:creationId xmlns:a16="http://schemas.microsoft.com/office/drawing/2014/main" id="{23B91A1B-6C42-3E83-16CA-22CBACDD0BD0}"/>
              </a:ext>
            </a:extLst>
          </p:cNvPr>
          <p:cNvSpPr txBox="1"/>
          <p:nvPr/>
        </p:nvSpPr>
        <p:spPr>
          <a:xfrm>
            <a:off x="554182" y="1246970"/>
            <a:ext cx="6096000" cy="369332"/>
          </a:xfrm>
          <a:prstGeom prst="rect">
            <a:avLst/>
          </a:prstGeom>
          <a:noFill/>
        </p:spPr>
        <p:txBody>
          <a:bodyPr wrap="square">
            <a:spAutoFit/>
          </a:bodyPr>
          <a:lstStyle/>
          <a:p>
            <a:r>
              <a:rPr lang="en-US" dirty="0"/>
              <a:t>1. Wet Lay-Up</a:t>
            </a:r>
          </a:p>
        </p:txBody>
      </p:sp>
      <p:sp>
        <p:nvSpPr>
          <p:cNvPr id="7" name="TextBox 6">
            <a:extLst>
              <a:ext uri="{FF2B5EF4-FFF2-40B4-BE49-F238E27FC236}">
                <a16:creationId xmlns:a16="http://schemas.microsoft.com/office/drawing/2014/main" id="{A8726BBE-A9B6-6F39-9027-5BA7DB6AAAE0}"/>
              </a:ext>
            </a:extLst>
          </p:cNvPr>
          <p:cNvSpPr txBox="1"/>
          <p:nvPr/>
        </p:nvSpPr>
        <p:spPr>
          <a:xfrm>
            <a:off x="840509" y="1561328"/>
            <a:ext cx="10834255" cy="954107"/>
          </a:xfrm>
          <a:prstGeom prst="rect">
            <a:avLst/>
          </a:prstGeom>
          <a:noFill/>
        </p:spPr>
        <p:txBody>
          <a:bodyPr wrap="square">
            <a:spAutoFit/>
          </a:bodyPr>
          <a:lstStyle/>
          <a:p>
            <a:r>
              <a:rPr lang="en-US" sz="1400" dirty="0"/>
              <a:t>In wet lay-up, the fiber is cut and laid into the mold then resin is applied via a brush, roller, or spray gun. This method requires the most skills to create high-quality parts, but it is also the least expensive workflow with the lowest requirements to get started with making DIY carbon fiber parts. If you are new to carbon fiber parts manufacturing and not equipped yet, we would recommend starting with wet lay-up hand lamination.</a:t>
            </a:r>
          </a:p>
        </p:txBody>
      </p:sp>
      <p:pic>
        <p:nvPicPr>
          <p:cNvPr id="10" name="Picture 9">
            <a:extLst>
              <a:ext uri="{FF2B5EF4-FFF2-40B4-BE49-F238E27FC236}">
                <a16:creationId xmlns:a16="http://schemas.microsoft.com/office/drawing/2014/main" id="{24A93982-B3EF-910F-895D-3BE02A0D72D2}"/>
              </a:ext>
            </a:extLst>
          </p:cNvPr>
          <p:cNvPicPr>
            <a:picLocks noChangeAspect="1"/>
          </p:cNvPicPr>
          <p:nvPr/>
        </p:nvPicPr>
        <p:blipFill>
          <a:blip r:embed="rId3"/>
          <a:stretch>
            <a:fillRect/>
          </a:stretch>
        </p:blipFill>
        <p:spPr>
          <a:xfrm>
            <a:off x="3345294" y="2730154"/>
            <a:ext cx="4487142" cy="3286760"/>
          </a:xfrm>
          <a:prstGeom prst="rect">
            <a:avLst/>
          </a:prstGeom>
        </p:spPr>
      </p:pic>
    </p:spTree>
    <p:extLst>
      <p:ext uri="{BB962C8B-B14F-4D97-AF65-F5344CB8AC3E}">
        <p14:creationId xmlns:p14="http://schemas.microsoft.com/office/powerpoint/2010/main" val="1413467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11</a:t>
            </a:fld>
            <a:endParaRPr lang="en-GB"/>
          </a:p>
        </p:txBody>
      </p:sp>
      <p:sp>
        <p:nvSpPr>
          <p:cNvPr id="9" name="Title 4">
            <a:extLst>
              <a:ext uri="{FF2B5EF4-FFF2-40B4-BE49-F238E27FC236}">
                <a16:creationId xmlns:a16="http://schemas.microsoft.com/office/drawing/2014/main" id="{C39D7084-87F8-5246-A98C-03B2FD187E0F}"/>
              </a:ext>
            </a:extLst>
          </p:cNvPr>
          <p:cNvSpPr>
            <a:spLocks noGrp="1"/>
          </p:cNvSpPr>
          <p:nvPr>
            <p:ph type="title"/>
          </p:nvPr>
        </p:nvSpPr>
        <p:spPr>
          <a:xfrm>
            <a:off x="228349" y="849279"/>
            <a:ext cx="8188819" cy="423340"/>
          </a:xfrm>
        </p:spPr>
        <p:txBody>
          <a:bodyPr/>
          <a:lstStyle/>
          <a:p>
            <a:r>
              <a:rPr lang="en-US" dirty="0">
                <a:solidFill>
                  <a:schemeClr val="accent5">
                    <a:lumMod val="50000"/>
                  </a:schemeClr>
                </a:solidFill>
              </a:rPr>
              <a:t>Three Methods for Creating Carbon Fiber Parts</a:t>
            </a:r>
          </a:p>
        </p:txBody>
      </p:sp>
      <p:sp>
        <p:nvSpPr>
          <p:cNvPr id="3" name="TextBox 2">
            <a:extLst>
              <a:ext uri="{FF2B5EF4-FFF2-40B4-BE49-F238E27FC236}">
                <a16:creationId xmlns:a16="http://schemas.microsoft.com/office/drawing/2014/main" id="{23B91A1B-6C42-3E83-16CA-22CBACDD0BD0}"/>
              </a:ext>
            </a:extLst>
          </p:cNvPr>
          <p:cNvSpPr txBox="1"/>
          <p:nvPr/>
        </p:nvSpPr>
        <p:spPr>
          <a:xfrm>
            <a:off x="554182" y="1246970"/>
            <a:ext cx="6096000" cy="369332"/>
          </a:xfrm>
          <a:prstGeom prst="rect">
            <a:avLst/>
          </a:prstGeom>
          <a:noFill/>
        </p:spPr>
        <p:txBody>
          <a:bodyPr wrap="square">
            <a:spAutoFit/>
          </a:bodyPr>
          <a:lstStyle/>
          <a:p>
            <a:r>
              <a:rPr lang="en-US" dirty="0"/>
              <a:t>2. Prepreg Lamination</a:t>
            </a:r>
          </a:p>
        </p:txBody>
      </p:sp>
      <p:sp>
        <p:nvSpPr>
          <p:cNvPr id="7" name="TextBox 6">
            <a:extLst>
              <a:ext uri="{FF2B5EF4-FFF2-40B4-BE49-F238E27FC236}">
                <a16:creationId xmlns:a16="http://schemas.microsoft.com/office/drawing/2014/main" id="{A8726BBE-A9B6-6F39-9027-5BA7DB6AAAE0}"/>
              </a:ext>
            </a:extLst>
          </p:cNvPr>
          <p:cNvSpPr txBox="1"/>
          <p:nvPr/>
        </p:nvSpPr>
        <p:spPr>
          <a:xfrm>
            <a:off x="840509" y="1561328"/>
            <a:ext cx="10834255" cy="954107"/>
          </a:xfrm>
          <a:prstGeom prst="rect">
            <a:avLst/>
          </a:prstGeom>
          <a:noFill/>
        </p:spPr>
        <p:txBody>
          <a:bodyPr wrap="square">
            <a:spAutoFit/>
          </a:bodyPr>
          <a:lstStyle/>
          <a:p>
            <a:r>
              <a:rPr lang="en-US" sz="1400" dirty="0"/>
              <a:t>With prepreg lamination, the resin is infused in the fiber ahead. Pre-impregnated sheets are stored cold to inhibit the cure. Plies are then cured into the mold under heat and pressure in an autoclave. This is a more precise and repeatable process because the quantity of resin is controlled but it is also the most expensive technique that is usually used in high-performance applications.</a:t>
            </a:r>
          </a:p>
        </p:txBody>
      </p:sp>
      <p:pic>
        <p:nvPicPr>
          <p:cNvPr id="2" name="Picture 1">
            <a:extLst>
              <a:ext uri="{FF2B5EF4-FFF2-40B4-BE49-F238E27FC236}">
                <a16:creationId xmlns:a16="http://schemas.microsoft.com/office/drawing/2014/main" id="{2266B193-7BA5-EA7A-6340-1748C69EDD9E}"/>
              </a:ext>
            </a:extLst>
          </p:cNvPr>
          <p:cNvPicPr>
            <a:picLocks noChangeAspect="1"/>
          </p:cNvPicPr>
          <p:nvPr/>
        </p:nvPicPr>
        <p:blipFill>
          <a:blip r:embed="rId3"/>
          <a:stretch>
            <a:fillRect/>
          </a:stretch>
        </p:blipFill>
        <p:spPr>
          <a:xfrm>
            <a:off x="1320800" y="2532377"/>
            <a:ext cx="9864436" cy="3700985"/>
          </a:xfrm>
          <a:prstGeom prst="rect">
            <a:avLst/>
          </a:prstGeom>
        </p:spPr>
      </p:pic>
    </p:spTree>
    <p:extLst>
      <p:ext uri="{BB962C8B-B14F-4D97-AF65-F5344CB8AC3E}">
        <p14:creationId xmlns:p14="http://schemas.microsoft.com/office/powerpoint/2010/main" val="1572908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EBF9F-BF04-07A0-1E5A-0458E0C99748}"/>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010B3041-E2DC-DA7B-8271-C43EC1F69579}"/>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12</a:t>
            </a:fld>
            <a:endParaRPr lang="en-GB"/>
          </a:p>
        </p:txBody>
      </p:sp>
      <p:sp>
        <p:nvSpPr>
          <p:cNvPr id="9" name="Title 4">
            <a:extLst>
              <a:ext uri="{FF2B5EF4-FFF2-40B4-BE49-F238E27FC236}">
                <a16:creationId xmlns:a16="http://schemas.microsoft.com/office/drawing/2014/main" id="{DDC92086-DE1E-5CD5-A076-984BD2B677B3}"/>
              </a:ext>
            </a:extLst>
          </p:cNvPr>
          <p:cNvSpPr>
            <a:spLocks noGrp="1"/>
          </p:cNvSpPr>
          <p:nvPr>
            <p:ph type="title"/>
          </p:nvPr>
        </p:nvSpPr>
        <p:spPr>
          <a:xfrm>
            <a:off x="228349" y="849279"/>
            <a:ext cx="8188819" cy="423340"/>
          </a:xfrm>
        </p:spPr>
        <p:txBody>
          <a:bodyPr/>
          <a:lstStyle/>
          <a:p>
            <a:r>
              <a:rPr lang="en-US" dirty="0">
                <a:solidFill>
                  <a:schemeClr val="accent5">
                    <a:lumMod val="50000"/>
                  </a:schemeClr>
                </a:solidFill>
              </a:rPr>
              <a:t>Three Methods for Creating Carbon Fiber Parts</a:t>
            </a:r>
          </a:p>
        </p:txBody>
      </p:sp>
      <p:sp>
        <p:nvSpPr>
          <p:cNvPr id="6" name="TextBox 5">
            <a:extLst>
              <a:ext uri="{FF2B5EF4-FFF2-40B4-BE49-F238E27FC236}">
                <a16:creationId xmlns:a16="http://schemas.microsoft.com/office/drawing/2014/main" id="{55B734A6-A4D8-B306-90AE-31C962423129}"/>
              </a:ext>
            </a:extLst>
          </p:cNvPr>
          <p:cNvSpPr txBox="1"/>
          <p:nvPr/>
        </p:nvSpPr>
        <p:spPr>
          <a:xfrm>
            <a:off x="6330351" y="1246970"/>
            <a:ext cx="5633300" cy="4893647"/>
          </a:xfrm>
          <a:prstGeom prst="rect">
            <a:avLst/>
          </a:prstGeom>
          <a:noFill/>
        </p:spPr>
        <p:txBody>
          <a:bodyPr wrap="square">
            <a:spAutoFit/>
          </a:bodyPr>
          <a:lstStyle/>
          <a:p>
            <a:r>
              <a:rPr lang="en-US" sz="1400" b="1" u="sng" dirty="0"/>
              <a:t>Consumables for vacuum bag processing :</a:t>
            </a:r>
          </a:p>
          <a:p>
            <a:endParaRPr lang="en-US" sz="1200" dirty="0"/>
          </a:p>
          <a:p>
            <a:pPr algn="just"/>
            <a:r>
              <a:rPr lang="en-US" sz="1200" b="1" dirty="0"/>
              <a:t>Release agent : </a:t>
            </a:r>
          </a:p>
          <a:p>
            <a:pPr algn="just"/>
            <a:r>
              <a:rPr lang="en-US" sz="1200" dirty="0"/>
              <a:t>Help the cured prepreg part come off the tool easily.</a:t>
            </a:r>
          </a:p>
          <a:p>
            <a:pPr algn="just"/>
            <a:endParaRPr lang="en-US" sz="1200" b="1" dirty="0"/>
          </a:p>
          <a:p>
            <a:pPr algn="just"/>
            <a:r>
              <a:rPr lang="en-US" sz="1200" b="1" dirty="0"/>
              <a:t>Peel ply (optional): </a:t>
            </a:r>
          </a:p>
          <a:p>
            <a:pPr algn="just"/>
            <a:r>
              <a:rPr lang="en-US" sz="1200" dirty="0"/>
              <a:t>It allows vapors and extra resin pass during curing. After curing, it can be removed to leave a surface ready for bonding or painting.</a:t>
            </a:r>
          </a:p>
          <a:p>
            <a:pPr algn="just"/>
            <a:endParaRPr lang="en-US" sz="1200" b="1" dirty="0"/>
          </a:p>
          <a:p>
            <a:pPr algn="just"/>
            <a:r>
              <a:rPr lang="en-US" sz="1200" b="1" dirty="0"/>
              <a:t>Bleeder fabric (optional): </a:t>
            </a:r>
          </a:p>
          <a:p>
            <a:pPr algn="just"/>
            <a:r>
              <a:rPr lang="en-US" sz="1200" dirty="0"/>
              <a:t>Made of felt or glass fabric, it absorbs extra resin. The amount of bleeder controls resin flow to achieve the desired fiber content.</a:t>
            </a:r>
          </a:p>
          <a:p>
            <a:pPr algn="just"/>
            <a:endParaRPr lang="en-US" sz="1200" b="1" dirty="0"/>
          </a:p>
          <a:p>
            <a:pPr algn="just"/>
            <a:r>
              <a:rPr lang="en-US" sz="1200" b="1" dirty="0"/>
              <a:t>Release film: </a:t>
            </a:r>
          </a:p>
          <a:p>
            <a:pPr algn="just"/>
            <a:r>
              <a:rPr lang="en-US" sz="1200" dirty="0"/>
              <a:t>It stops excess resin flow and lets air and vapors pass through tiny holes to the breather layer above.</a:t>
            </a:r>
          </a:p>
          <a:p>
            <a:pPr algn="just"/>
            <a:endParaRPr lang="en-US" sz="1200" b="1" dirty="0"/>
          </a:p>
          <a:p>
            <a:pPr algn="just"/>
            <a:r>
              <a:rPr lang="en-US" sz="1200" b="1" dirty="0"/>
              <a:t>Breather fabric: </a:t>
            </a:r>
          </a:p>
          <a:p>
            <a:pPr algn="just"/>
            <a:r>
              <a:rPr lang="en-US" sz="1200" dirty="0"/>
              <a:t>Helps create vacuum and removes air and vapors from the assembly. Thicker breathers are used for high autoclave pressures.</a:t>
            </a:r>
          </a:p>
          <a:p>
            <a:pPr algn="just"/>
            <a:endParaRPr lang="en-US" sz="1200" dirty="0"/>
          </a:p>
          <a:p>
            <a:pPr algn="just"/>
            <a:r>
              <a:rPr lang="en-US" sz="1200" b="1" dirty="0"/>
              <a:t>Edge dam: </a:t>
            </a:r>
          </a:p>
          <a:p>
            <a:pPr algn="just"/>
            <a:r>
              <a:rPr lang="en-US" sz="1200" dirty="0"/>
              <a:t>Keeps resin contained and maintains the part’s shape.</a:t>
            </a:r>
          </a:p>
          <a:p>
            <a:pPr algn="just"/>
            <a:endParaRPr lang="en-US" sz="1200" b="1" dirty="0"/>
          </a:p>
          <a:p>
            <a:pPr algn="just"/>
            <a:r>
              <a:rPr lang="en-US" sz="1200" b="1" dirty="0"/>
              <a:t>Vacuum bag/sealant tape: </a:t>
            </a:r>
          </a:p>
          <a:p>
            <a:pPr algn="just"/>
            <a:r>
              <a:rPr lang="en-US" sz="1200" dirty="0"/>
              <a:t>Creates a sealed bag so air can be removed to form a vacuum.</a:t>
            </a:r>
          </a:p>
        </p:txBody>
      </p:sp>
      <p:pic>
        <p:nvPicPr>
          <p:cNvPr id="10" name="Picture 9">
            <a:extLst>
              <a:ext uri="{FF2B5EF4-FFF2-40B4-BE49-F238E27FC236}">
                <a16:creationId xmlns:a16="http://schemas.microsoft.com/office/drawing/2014/main" id="{78BB91E3-3E8F-EB4E-BA2C-12918B956643}"/>
              </a:ext>
            </a:extLst>
          </p:cNvPr>
          <p:cNvPicPr>
            <a:picLocks noChangeAspect="1"/>
          </p:cNvPicPr>
          <p:nvPr/>
        </p:nvPicPr>
        <p:blipFill>
          <a:blip r:embed="rId3"/>
          <a:stretch>
            <a:fillRect/>
          </a:stretch>
        </p:blipFill>
        <p:spPr>
          <a:xfrm>
            <a:off x="92618" y="1584891"/>
            <a:ext cx="6226334" cy="3574377"/>
          </a:xfrm>
          <a:prstGeom prst="rect">
            <a:avLst/>
          </a:prstGeom>
        </p:spPr>
      </p:pic>
      <p:sp>
        <p:nvSpPr>
          <p:cNvPr id="11" name="TextBox 10">
            <a:extLst>
              <a:ext uri="{FF2B5EF4-FFF2-40B4-BE49-F238E27FC236}">
                <a16:creationId xmlns:a16="http://schemas.microsoft.com/office/drawing/2014/main" id="{A5129BF0-C20F-FBE8-46BC-68AD14552143}"/>
              </a:ext>
            </a:extLst>
          </p:cNvPr>
          <p:cNvSpPr txBox="1"/>
          <p:nvPr/>
        </p:nvSpPr>
        <p:spPr>
          <a:xfrm>
            <a:off x="554182" y="1246970"/>
            <a:ext cx="6096000" cy="369332"/>
          </a:xfrm>
          <a:prstGeom prst="rect">
            <a:avLst/>
          </a:prstGeom>
          <a:noFill/>
        </p:spPr>
        <p:txBody>
          <a:bodyPr wrap="square">
            <a:spAutoFit/>
          </a:bodyPr>
          <a:lstStyle/>
          <a:p>
            <a:r>
              <a:rPr lang="en-US" dirty="0"/>
              <a:t>2. Prepreg Vacuum bag process</a:t>
            </a:r>
          </a:p>
        </p:txBody>
      </p:sp>
      <p:sp>
        <p:nvSpPr>
          <p:cNvPr id="13" name="TextBox 12">
            <a:extLst>
              <a:ext uri="{FF2B5EF4-FFF2-40B4-BE49-F238E27FC236}">
                <a16:creationId xmlns:a16="http://schemas.microsoft.com/office/drawing/2014/main" id="{790ACA47-CA3F-7CDC-E10F-341C50565304}"/>
              </a:ext>
            </a:extLst>
          </p:cNvPr>
          <p:cNvSpPr txBox="1"/>
          <p:nvPr/>
        </p:nvSpPr>
        <p:spPr>
          <a:xfrm>
            <a:off x="92617" y="5496200"/>
            <a:ext cx="6132013" cy="523220"/>
          </a:xfrm>
          <a:prstGeom prst="rect">
            <a:avLst/>
          </a:prstGeom>
          <a:noFill/>
        </p:spPr>
        <p:txBody>
          <a:bodyPr wrap="square">
            <a:spAutoFit/>
          </a:bodyPr>
          <a:lstStyle/>
          <a:p>
            <a:r>
              <a:rPr lang="en-US" sz="1400" dirty="0"/>
              <a:t>It is recommended that new consumables are used each time to ensure the manufacture of good quality components.</a:t>
            </a:r>
          </a:p>
        </p:txBody>
      </p:sp>
    </p:spTree>
    <p:extLst>
      <p:ext uri="{BB962C8B-B14F-4D97-AF65-F5344CB8AC3E}">
        <p14:creationId xmlns:p14="http://schemas.microsoft.com/office/powerpoint/2010/main" val="727019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13</a:t>
            </a:fld>
            <a:endParaRPr lang="en-GB"/>
          </a:p>
        </p:txBody>
      </p:sp>
      <p:sp>
        <p:nvSpPr>
          <p:cNvPr id="9" name="Title 4">
            <a:extLst>
              <a:ext uri="{FF2B5EF4-FFF2-40B4-BE49-F238E27FC236}">
                <a16:creationId xmlns:a16="http://schemas.microsoft.com/office/drawing/2014/main" id="{C39D7084-87F8-5246-A98C-03B2FD187E0F}"/>
              </a:ext>
            </a:extLst>
          </p:cNvPr>
          <p:cNvSpPr>
            <a:spLocks noGrp="1"/>
          </p:cNvSpPr>
          <p:nvPr>
            <p:ph type="title"/>
          </p:nvPr>
        </p:nvSpPr>
        <p:spPr>
          <a:xfrm>
            <a:off x="228349" y="849279"/>
            <a:ext cx="8188819" cy="423340"/>
          </a:xfrm>
        </p:spPr>
        <p:txBody>
          <a:bodyPr/>
          <a:lstStyle/>
          <a:p>
            <a:r>
              <a:rPr lang="en-US" dirty="0">
                <a:solidFill>
                  <a:schemeClr val="accent5">
                    <a:lumMod val="50000"/>
                  </a:schemeClr>
                </a:solidFill>
              </a:rPr>
              <a:t>Three Methods for Creating Carbon Fiber Parts</a:t>
            </a:r>
          </a:p>
        </p:txBody>
      </p:sp>
      <p:sp>
        <p:nvSpPr>
          <p:cNvPr id="3" name="TextBox 2">
            <a:extLst>
              <a:ext uri="{FF2B5EF4-FFF2-40B4-BE49-F238E27FC236}">
                <a16:creationId xmlns:a16="http://schemas.microsoft.com/office/drawing/2014/main" id="{23B91A1B-6C42-3E83-16CA-22CBACDD0BD0}"/>
              </a:ext>
            </a:extLst>
          </p:cNvPr>
          <p:cNvSpPr txBox="1"/>
          <p:nvPr/>
        </p:nvSpPr>
        <p:spPr>
          <a:xfrm>
            <a:off x="554182" y="1246970"/>
            <a:ext cx="6096000" cy="369332"/>
          </a:xfrm>
          <a:prstGeom prst="rect">
            <a:avLst/>
          </a:prstGeom>
          <a:noFill/>
        </p:spPr>
        <p:txBody>
          <a:bodyPr wrap="square">
            <a:spAutoFit/>
          </a:bodyPr>
          <a:lstStyle/>
          <a:p>
            <a:r>
              <a:rPr lang="en-US" dirty="0"/>
              <a:t>3. Resin transfer molding (RTM)</a:t>
            </a:r>
          </a:p>
        </p:txBody>
      </p:sp>
      <p:sp>
        <p:nvSpPr>
          <p:cNvPr id="7" name="TextBox 6">
            <a:extLst>
              <a:ext uri="{FF2B5EF4-FFF2-40B4-BE49-F238E27FC236}">
                <a16:creationId xmlns:a16="http://schemas.microsoft.com/office/drawing/2014/main" id="{A8726BBE-A9B6-6F39-9027-5BA7DB6AAAE0}"/>
              </a:ext>
            </a:extLst>
          </p:cNvPr>
          <p:cNvSpPr txBox="1"/>
          <p:nvPr/>
        </p:nvSpPr>
        <p:spPr>
          <a:xfrm>
            <a:off x="840509" y="1561328"/>
            <a:ext cx="10834255" cy="523220"/>
          </a:xfrm>
          <a:prstGeom prst="rect">
            <a:avLst/>
          </a:prstGeom>
          <a:noFill/>
        </p:spPr>
        <p:txBody>
          <a:bodyPr wrap="square">
            <a:spAutoFit/>
          </a:bodyPr>
          <a:lstStyle/>
          <a:p>
            <a:r>
              <a:rPr lang="en-US" sz="1400" dirty="0"/>
              <a:t>With RTM molding, the dry fiber is inserted into a two-part mold. The mold is clamped shut before forcing the resin into the cavity at high pressure. It is usually automated and used for larger volume manufacturing.</a:t>
            </a:r>
          </a:p>
        </p:txBody>
      </p:sp>
      <p:pic>
        <p:nvPicPr>
          <p:cNvPr id="4" name="Picture 3">
            <a:extLst>
              <a:ext uri="{FF2B5EF4-FFF2-40B4-BE49-F238E27FC236}">
                <a16:creationId xmlns:a16="http://schemas.microsoft.com/office/drawing/2014/main" id="{C5F1DB2D-4AE7-2E90-12B8-A073BE23D265}"/>
              </a:ext>
            </a:extLst>
          </p:cNvPr>
          <p:cNvPicPr>
            <a:picLocks noChangeAspect="1"/>
          </p:cNvPicPr>
          <p:nvPr/>
        </p:nvPicPr>
        <p:blipFill>
          <a:blip r:embed="rId3"/>
          <a:stretch>
            <a:fillRect/>
          </a:stretch>
        </p:blipFill>
        <p:spPr>
          <a:xfrm>
            <a:off x="702541" y="2056245"/>
            <a:ext cx="10934700" cy="4038600"/>
          </a:xfrm>
          <a:prstGeom prst="rect">
            <a:avLst/>
          </a:prstGeom>
        </p:spPr>
      </p:pic>
    </p:spTree>
    <p:extLst>
      <p:ext uri="{BB962C8B-B14F-4D97-AF65-F5344CB8AC3E}">
        <p14:creationId xmlns:p14="http://schemas.microsoft.com/office/powerpoint/2010/main" val="3986641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14</a:t>
            </a:fld>
            <a:endParaRPr lang="en-GB"/>
          </a:p>
        </p:txBody>
      </p:sp>
      <p:sp>
        <p:nvSpPr>
          <p:cNvPr id="9" name="Title 4">
            <a:extLst>
              <a:ext uri="{FF2B5EF4-FFF2-40B4-BE49-F238E27FC236}">
                <a16:creationId xmlns:a16="http://schemas.microsoft.com/office/drawing/2014/main" id="{C39D7084-87F8-5246-A98C-03B2FD187E0F}"/>
              </a:ext>
            </a:extLst>
          </p:cNvPr>
          <p:cNvSpPr>
            <a:spLocks noGrp="1"/>
          </p:cNvSpPr>
          <p:nvPr>
            <p:ph type="title"/>
          </p:nvPr>
        </p:nvSpPr>
        <p:spPr>
          <a:xfrm>
            <a:off x="228349" y="849279"/>
            <a:ext cx="8188819" cy="423340"/>
          </a:xfrm>
        </p:spPr>
        <p:txBody>
          <a:bodyPr/>
          <a:lstStyle/>
          <a:p>
            <a:r>
              <a:rPr lang="en-US" dirty="0">
                <a:solidFill>
                  <a:schemeClr val="accent5">
                    <a:lumMod val="50000"/>
                  </a:schemeClr>
                </a:solidFill>
              </a:rPr>
              <a:t>Carbon Fiber 3D Printing</a:t>
            </a:r>
          </a:p>
        </p:txBody>
      </p:sp>
      <p:sp>
        <p:nvSpPr>
          <p:cNvPr id="6" name="TextBox 5">
            <a:extLst>
              <a:ext uri="{FF2B5EF4-FFF2-40B4-BE49-F238E27FC236}">
                <a16:creationId xmlns:a16="http://schemas.microsoft.com/office/drawing/2014/main" id="{E1DCE9DF-40BB-87F0-D910-25811CEA9D8C}"/>
              </a:ext>
            </a:extLst>
          </p:cNvPr>
          <p:cNvSpPr txBox="1"/>
          <p:nvPr/>
        </p:nvSpPr>
        <p:spPr>
          <a:xfrm>
            <a:off x="489528" y="1247292"/>
            <a:ext cx="11333017" cy="738664"/>
          </a:xfrm>
          <a:prstGeom prst="rect">
            <a:avLst/>
          </a:prstGeom>
          <a:noFill/>
        </p:spPr>
        <p:txBody>
          <a:bodyPr wrap="square">
            <a:spAutoFit/>
          </a:bodyPr>
          <a:lstStyle/>
          <a:p>
            <a:r>
              <a:rPr lang="en-US" sz="1400" dirty="0"/>
              <a:t>There is strong demand for workflows that combine the strength, durability, and ruggedness of traditional carbon fiber parts with the agility, geometric possibilities, and repeatability of 3D printing. It’s therefore not surprising that there are many 3D printing companies that offer carbon fiber 3D printing, with the two currently available processes being printing with chopped fibers or continuous fibers.</a:t>
            </a:r>
          </a:p>
        </p:txBody>
      </p:sp>
      <p:sp>
        <p:nvSpPr>
          <p:cNvPr id="10" name="TextBox 9">
            <a:extLst>
              <a:ext uri="{FF2B5EF4-FFF2-40B4-BE49-F238E27FC236}">
                <a16:creationId xmlns:a16="http://schemas.microsoft.com/office/drawing/2014/main" id="{20245532-F8E0-63A4-1F49-70651F29E9CA}"/>
              </a:ext>
            </a:extLst>
          </p:cNvPr>
          <p:cNvSpPr txBox="1"/>
          <p:nvPr/>
        </p:nvSpPr>
        <p:spPr>
          <a:xfrm>
            <a:off x="526471" y="2263156"/>
            <a:ext cx="5033820" cy="2031325"/>
          </a:xfrm>
          <a:prstGeom prst="rect">
            <a:avLst/>
          </a:prstGeom>
          <a:noFill/>
        </p:spPr>
        <p:txBody>
          <a:bodyPr wrap="square">
            <a:spAutoFit/>
          </a:bodyPr>
          <a:lstStyle/>
          <a:p>
            <a:r>
              <a:rPr lang="en-US" sz="1400" dirty="0"/>
              <a:t>Using chopped carbon fibers, Nylon 11 CF Powder for the Fuse 1+ 30W selective laser sintering (SLS) industrial 3D printer enables manufacturers to create strong, lightweight, and heat-resistant parts, without relying on traditional overlay or machining methods.</a:t>
            </a:r>
          </a:p>
          <a:p>
            <a:endParaRPr lang="en-US" sz="1400" dirty="0"/>
          </a:p>
          <a:p>
            <a:r>
              <a:rPr lang="en-US" sz="1400" dirty="0" err="1"/>
              <a:t>Formlabs</a:t>
            </a:r>
            <a:r>
              <a:rPr lang="en-US" sz="1400" dirty="0"/>
              <a:t> Nylon 11 CF Powder is strong, lightweight, and heat resistant, making it ideal for automotive, aerospace, and manufacturing applications</a:t>
            </a:r>
          </a:p>
        </p:txBody>
      </p:sp>
      <p:pic>
        <p:nvPicPr>
          <p:cNvPr id="11" name="Picture 10">
            <a:extLst>
              <a:ext uri="{FF2B5EF4-FFF2-40B4-BE49-F238E27FC236}">
                <a16:creationId xmlns:a16="http://schemas.microsoft.com/office/drawing/2014/main" id="{3DD2C616-6A6A-43C7-1E4E-B8DD4BF16752}"/>
              </a:ext>
            </a:extLst>
          </p:cNvPr>
          <p:cNvPicPr>
            <a:picLocks noChangeAspect="1"/>
          </p:cNvPicPr>
          <p:nvPr/>
        </p:nvPicPr>
        <p:blipFill>
          <a:blip r:embed="rId3"/>
          <a:stretch>
            <a:fillRect/>
          </a:stretch>
        </p:blipFill>
        <p:spPr>
          <a:xfrm>
            <a:off x="5775779" y="2120656"/>
            <a:ext cx="5600731" cy="3735199"/>
          </a:xfrm>
          <a:prstGeom prst="rect">
            <a:avLst/>
          </a:prstGeom>
        </p:spPr>
      </p:pic>
    </p:spTree>
    <p:extLst>
      <p:ext uri="{BB962C8B-B14F-4D97-AF65-F5344CB8AC3E}">
        <p14:creationId xmlns:p14="http://schemas.microsoft.com/office/powerpoint/2010/main" val="45392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0B69F-5EB3-6341-4232-D6648916A3C5}"/>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53A51C77-8255-D953-050D-AFED077780C6}"/>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15</a:t>
            </a:fld>
            <a:endParaRPr lang="en-GB"/>
          </a:p>
        </p:txBody>
      </p:sp>
      <p:sp>
        <p:nvSpPr>
          <p:cNvPr id="9" name="Title 4">
            <a:extLst>
              <a:ext uri="{FF2B5EF4-FFF2-40B4-BE49-F238E27FC236}">
                <a16:creationId xmlns:a16="http://schemas.microsoft.com/office/drawing/2014/main" id="{6883764C-D942-E075-682E-70FF414160B0}"/>
              </a:ext>
            </a:extLst>
          </p:cNvPr>
          <p:cNvSpPr>
            <a:spLocks noGrp="1"/>
          </p:cNvSpPr>
          <p:nvPr>
            <p:ph type="title"/>
          </p:nvPr>
        </p:nvSpPr>
        <p:spPr>
          <a:xfrm>
            <a:off x="228349" y="849279"/>
            <a:ext cx="8188819" cy="423340"/>
          </a:xfrm>
        </p:spPr>
        <p:txBody>
          <a:bodyPr/>
          <a:lstStyle/>
          <a:p>
            <a:r>
              <a:rPr lang="en-US" dirty="0">
                <a:solidFill>
                  <a:schemeClr val="accent5">
                    <a:lumMod val="50000"/>
                  </a:schemeClr>
                </a:solidFill>
              </a:rPr>
              <a:t>LOCATOR AND FIXING STRATEGY</a:t>
            </a:r>
          </a:p>
        </p:txBody>
      </p:sp>
      <p:pic>
        <p:nvPicPr>
          <p:cNvPr id="3" name="Picture 2">
            <a:extLst>
              <a:ext uri="{FF2B5EF4-FFF2-40B4-BE49-F238E27FC236}">
                <a16:creationId xmlns:a16="http://schemas.microsoft.com/office/drawing/2014/main" id="{968012D7-53F2-5E54-C169-C5FAD74935BC}"/>
              </a:ext>
            </a:extLst>
          </p:cNvPr>
          <p:cNvPicPr>
            <a:picLocks noChangeAspect="1"/>
          </p:cNvPicPr>
          <p:nvPr/>
        </p:nvPicPr>
        <p:blipFill>
          <a:blip r:embed="rId3">
            <a:clrChange>
              <a:clrFrom>
                <a:srgbClr val="3B6680"/>
              </a:clrFrom>
              <a:clrTo>
                <a:srgbClr val="3B6680">
                  <a:alpha val="0"/>
                </a:srgbClr>
              </a:clrTo>
            </a:clrChange>
          </a:blip>
          <a:stretch>
            <a:fillRect/>
          </a:stretch>
        </p:blipFill>
        <p:spPr>
          <a:xfrm>
            <a:off x="1036950" y="1794246"/>
            <a:ext cx="10011266" cy="3963102"/>
          </a:xfrm>
          <a:prstGeom prst="rect">
            <a:avLst/>
          </a:prstGeom>
        </p:spPr>
      </p:pic>
      <p:sp>
        <p:nvSpPr>
          <p:cNvPr id="4" name="TextBox 3">
            <a:extLst>
              <a:ext uri="{FF2B5EF4-FFF2-40B4-BE49-F238E27FC236}">
                <a16:creationId xmlns:a16="http://schemas.microsoft.com/office/drawing/2014/main" id="{2E8AFC8F-4EDC-913F-7201-433050112D45}"/>
              </a:ext>
            </a:extLst>
          </p:cNvPr>
          <p:cNvSpPr txBox="1"/>
          <p:nvPr/>
        </p:nvSpPr>
        <p:spPr>
          <a:xfrm>
            <a:off x="5415175" y="1586084"/>
            <a:ext cx="1067921" cy="307777"/>
          </a:xfrm>
          <a:prstGeom prst="rect">
            <a:avLst/>
          </a:prstGeom>
          <a:noFill/>
          <a:ln>
            <a:solidFill>
              <a:schemeClr val="tx1"/>
            </a:solidFill>
          </a:ln>
        </p:spPr>
        <p:txBody>
          <a:bodyPr wrap="none" rtlCol="0">
            <a:spAutoFit/>
          </a:bodyPr>
          <a:lstStyle/>
          <a:p>
            <a:r>
              <a:rPr lang="en-US" sz="1400" dirty="0"/>
              <a:t>Y Locators</a:t>
            </a:r>
          </a:p>
        </p:txBody>
      </p:sp>
      <p:cxnSp>
        <p:nvCxnSpPr>
          <p:cNvPr id="6" name="Straight Arrow Connector 5">
            <a:extLst>
              <a:ext uri="{FF2B5EF4-FFF2-40B4-BE49-F238E27FC236}">
                <a16:creationId xmlns:a16="http://schemas.microsoft.com/office/drawing/2014/main" id="{3F19F08A-2FB9-56C6-A2DF-2794292260C6}"/>
              </a:ext>
            </a:extLst>
          </p:cNvPr>
          <p:cNvCxnSpPr>
            <a:cxnSpLocks/>
            <a:stCxn id="4" idx="2"/>
          </p:cNvCxnSpPr>
          <p:nvPr/>
        </p:nvCxnSpPr>
        <p:spPr>
          <a:xfrm>
            <a:off x="5949136" y="1893861"/>
            <a:ext cx="168860" cy="6702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42D9DF9-C789-B42E-A612-D9535C3C4B9A}"/>
              </a:ext>
            </a:extLst>
          </p:cNvPr>
          <p:cNvSpPr txBox="1"/>
          <p:nvPr/>
        </p:nvSpPr>
        <p:spPr>
          <a:xfrm>
            <a:off x="2654692" y="1625362"/>
            <a:ext cx="952505" cy="307777"/>
          </a:xfrm>
          <a:prstGeom prst="rect">
            <a:avLst/>
          </a:prstGeom>
          <a:noFill/>
          <a:ln>
            <a:solidFill>
              <a:schemeClr val="tx1"/>
            </a:solidFill>
          </a:ln>
        </p:spPr>
        <p:txBody>
          <a:bodyPr wrap="none" rtlCol="0">
            <a:spAutoFit/>
          </a:bodyPr>
          <a:lstStyle/>
          <a:p>
            <a:r>
              <a:rPr lang="en-US" sz="1400" dirty="0"/>
              <a:t>X Resting</a:t>
            </a:r>
          </a:p>
        </p:txBody>
      </p:sp>
      <p:cxnSp>
        <p:nvCxnSpPr>
          <p:cNvPr id="11" name="Straight Arrow Connector 10">
            <a:extLst>
              <a:ext uri="{FF2B5EF4-FFF2-40B4-BE49-F238E27FC236}">
                <a16:creationId xmlns:a16="http://schemas.microsoft.com/office/drawing/2014/main" id="{826277F7-095B-36FD-3C46-FFB901C9FC59}"/>
              </a:ext>
            </a:extLst>
          </p:cNvPr>
          <p:cNvCxnSpPr>
            <a:cxnSpLocks/>
            <a:stCxn id="10" idx="2"/>
          </p:cNvCxnSpPr>
          <p:nvPr/>
        </p:nvCxnSpPr>
        <p:spPr>
          <a:xfrm flipH="1">
            <a:off x="2045616" y="1933139"/>
            <a:ext cx="1085329" cy="10551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C2A66C5-2376-C726-0EF8-D6DD8A88D1B9}"/>
              </a:ext>
            </a:extLst>
          </p:cNvPr>
          <p:cNvCxnSpPr>
            <a:cxnSpLocks/>
            <a:stCxn id="10" idx="2"/>
          </p:cNvCxnSpPr>
          <p:nvPr/>
        </p:nvCxnSpPr>
        <p:spPr>
          <a:xfrm flipH="1">
            <a:off x="2828041" y="1933139"/>
            <a:ext cx="302904" cy="9231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23C3C98-152D-A64B-0BF6-E5D285590795}"/>
              </a:ext>
            </a:extLst>
          </p:cNvPr>
          <p:cNvCxnSpPr>
            <a:cxnSpLocks/>
            <a:stCxn id="10" idx="2"/>
          </p:cNvCxnSpPr>
          <p:nvPr/>
        </p:nvCxnSpPr>
        <p:spPr>
          <a:xfrm>
            <a:off x="3130945" y="1933139"/>
            <a:ext cx="526655" cy="7346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1643709-5129-E8EC-B274-2B44702547AE}"/>
              </a:ext>
            </a:extLst>
          </p:cNvPr>
          <p:cNvCxnSpPr>
            <a:cxnSpLocks/>
            <a:stCxn id="10" idx="2"/>
          </p:cNvCxnSpPr>
          <p:nvPr/>
        </p:nvCxnSpPr>
        <p:spPr>
          <a:xfrm>
            <a:off x="3130945" y="1933139"/>
            <a:ext cx="1365641" cy="64037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821BFBFC-D75D-F3D0-A201-ABF5B56AA1D9}"/>
              </a:ext>
            </a:extLst>
          </p:cNvPr>
          <p:cNvSpPr txBox="1"/>
          <p:nvPr/>
        </p:nvSpPr>
        <p:spPr>
          <a:xfrm>
            <a:off x="8001261" y="1560945"/>
            <a:ext cx="952505" cy="307777"/>
          </a:xfrm>
          <a:prstGeom prst="rect">
            <a:avLst/>
          </a:prstGeom>
          <a:noFill/>
          <a:ln>
            <a:solidFill>
              <a:schemeClr val="tx1"/>
            </a:solidFill>
          </a:ln>
        </p:spPr>
        <p:txBody>
          <a:bodyPr wrap="none" rtlCol="0">
            <a:spAutoFit/>
          </a:bodyPr>
          <a:lstStyle/>
          <a:p>
            <a:r>
              <a:rPr lang="en-US" sz="1400" dirty="0"/>
              <a:t>X Resting</a:t>
            </a:r>
          </a:p>
        </p:txBody>
      </p:sp>
      <p:cxnSp>
        <p:nvCxnSpPr>
          <p:cNvPr id="24" name="Straight Arrow Connector 23">
            <a:extLst>
              <a:ext uri="{FF2B5EF4-FFF2-40B4-BE49-F238E27FC236}">
                <a16:creationId xmlns:a16="http://schemas.microsoft.com/office/drawing/2014/main" id="{7E93F16A-A1C3-852B-0221-7D3D2ADF3710}"/>
              </a:ext>
            </a:extLst>
          </p:cNvPr>
          <p:cNvCxnSpPr>
            <a:cxnSpLocks/>
            <a:stCxn id="23" idx="2"/>
          </p:cNvCxnSpPr>
          <p:nvPr/>
        </p:nvCxnSpPr>
        <p:spPr>
          <a:xfrm flipH="1">
            <a:off x="6853287" y="1868722"/>
            <a:ext cx="1624227" cy="6953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8E90E2E0-32C6-F821-6B63-E15E71F1A294}"/>
              </a:ext>
            </a:extLst>
          </p:cNvPr>
          <p:cNvCxnSpPr>
            <a:cxnSpLocks/>
            <a:stCxn id="23" idx="2"/>
          </p:cNvCxnSpPr>
          <p:nvPr/>
        </p:nvCxnSpPr>
        <p:spPr>
          <a:xfrm flipH="1">
            <a:off x="7795967" y="1868722"/>
            <a:ext cx="681547" cy="7330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8AB7895-8112-04A2-94F6-AC5EF35EE423}"/>
              </a:ext>
            </a:extLst>
          </p:cNvPr>
          <p:cNvCxnSpPr>
            <a:cxnSpLocks/>
            <a:stCxn id="23" idx="2"/>
          </p:cNvCxnSpPr>
          <p:nvPr/>
        </p:nvCxnSpPr>
        <p:spPr>
          <a:xfrm>
            <a:off x="8477514" y="1868722"/>
            <a:ext cx="59311" cy="8461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6BF19D3F-B85D-BF26-92A7-16561787522A}"/>
              </a:ext>
            </a:extLst>
          </p:cNvPr>
          <p:cNvCxnSpPr>
            <a:cxnSpLocks/>
            <a:stCxn id="23" idx="2"/>
          </p:cNvCxnSpPr>
          <p:nvPr/>
        </p:nvCxnSpPr>
        <p:spPr>
          <a:xfrm>
            <a:off x="8477514" y="1868722"/>
            <a:ext cx="911583" cy="105358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A21F5C43-7A3B-2354-C3F5-96CEB35C2003}"/>
              </a:ext>
            </a:extLst>
          </p:cNvPr>
          <p:cNvCxnSpPr>
            <a:cxnSpLocks/>
            <a:stCxn id="23" idx="2"/>
          </p:cNvCxnSpPr>
          <p:nvPr/>
        </p:nvCxnSpPr>
        <p:spPr>
          <a:xfrm>
            <a:off x="8477514" y="1868722"/>
            <a:ext cx="1609166" cy="119498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694839C9-76C0-85EC-CDF7-B697DC47B2D1}"/>
              </a:ext>
            </a:extLst>
          </p:cNvPr>
          <p:cNvCxnSpPr>
            <a:cxnSpLocks/>
            <a:stCxn id="23" idx="2"/>
          </p:cNvCxnSpPr>
          <p:nvPr/>
        </p:nvCxnSpPr>
        <p:spPr>
          <a:xfrm>
            <a:off x="8477514" y="1868722"/>
            <a:ext cx="2146494" cy="13646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8BFA6DF-034A-262E-7D4A-D94D9A4DA13A}"/>
              </a:ext>
            </a:extLst>
          </p:cNvPr>
          <p:cNvSpPr txBox="1"/>
          <p:nvPr/>
        </p:nvSpPr>
        <p:spPr>
          <a:xfrm>
            <a:off x="3710493" y="3407029"/>
            <a:ext cx="601447" cy="307777"/>
          </a:xfrm>
          <a:prstGeom prst="rect">
            <a:avLst/>
          </a:prstGeom>
          <a:noFill/>
          <a:ln>
            <a:solidFill>
              <a:schemeClr val="tx1"/>
            </a:solidFill>
          </a:ln>
        </p:spPr>
        <p:txBody>
          <a:bodyPr wrap="none" rtlCol="0">
            <a:spAutoFit/>
          </a:bodyPr>
          <a:lstStyle/>
          <a:p>
            <a:r>
              <a:rPr lang="en-US" sz="1400" dirty="0"/>
              <a:t>Snap</a:t>
            </a:r>
          </a:p>
        </p:txBody>
      </p:sp>
      <p:cxnSp>
        <p:nvCxnSpPr>
          <p:cNvPr id="43" name="Straight Arrow Connector 42">
            <a:extLst>
              <a:ext uri="{FF2B5EF4-FFF2-40B4-BE49-F238E27FC236}">
                <a16:creationId xmlns:a16="http://schemas.microsoft.com/office/drawing/2014/main" id="{44311572-C3D6-5D6D-0FF9-27382E42CF44}"/>
              </a:ext>
            </a:extLst>
          </p:cNvPr>
          <p:cNvCxnSpPr>
            <a:cxnSpLocks/>
            <a:stCxn id="42" idx="0"/>
          </p:cNvCxnSpPr>
          <p:nvPr/>
        </p:nvCxnSpPr>
        <p:spPr>
          <a:xfrm flipV="1">
            <a:off x="4011217" y="2677212"/>
            <a:ext cx="89443" cy="7298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21558A61-50C7-BD96-C94E-DBD396549C05}"/>
              </a:ext>
            </a:extLst>
          </p:cNvPr>
          <p:cNvCxnSpPr>
            <a:cxnSpLocks/>
            <a:stCxn id="42" idx="0"/>
          </p:cNvCxnSpPr>
          <p:nvPr/>
        </p:nvCxnSpPr>
        <p:spPr>
          <a:xfrm flipH="1" flipV="1">
            <a:off x="3252247" y="2790334"/>
            <a:ext cx="758970" cy="6166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2F9D2205-C48F-1E8D-4B82-01D29D891DD1}"/>
              </a:ext>
            </a:extLst>
          </p:cNvPr>
          <p:cNvCxnSpPr>
            <a:cxnSpLocks/>
            <a:stCxn id="42" idx="0"/>
          </p:cNvCxnSpPr>
          <p:nvPr/>
        </p:nvCxnSpPr>
        <p:spPr>
          <a:xfrm flipH="1" flipV="1">
            <a:off x="2403835" y="3082565"/>
            <a:ext cx="1607382" cy="32446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7AABBB34-2270-7BA1-D2C8-AA1C0E22B252}"/>
              </a:ext>
            </a:extLst>
          </p:cNvPr>
          <p:cNvCxnSpPr>
            <a:cxnSpLocks/>
            <a:stCxn id="42" idx="0"/>
          </p:cNvCxnSpPr>
          <p:nvPr/>
        </p:nvCxnSpPr>
        <p:spPr>
          <a:xfrm flipH="1" flipV="1">
            <a:off x="1838227" y="3148553"/>
            <a:ext cx="2172990" cy="2584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EE427751-E228-E8F0-108B-1020A4B8AB2F}"/>
              </a:ext>
            </a:extLst>
          </p:cNvPr>
          <p:cNvSpPr txBox="1"/>
          <p:nvPr/>
        </p:nvSpPr>
        <p:spPr>
          <a:xfrm>
            <a:off x="5861375" y="3210637"/>
            <a:ext cx="601447" cy="307777"/>
          </a:xfrm>
          <a:prstGeom prst="rect">
            <a:avLst/>
          </a:prstGeom>
          <a:noFill/>
          <a:ln>
            <a:solidFill>
              <a:schemeClr val="tx1"/>
            </a:solidFill>
          </a:ln>
        </p:spPr>
        <p:txBody>
          <a:bodyPr wrap="none" rtlCol="0">
            <a:spAutoFit/>
          </a:bodyPr>
          <a:lstStyle/>
          <a:p>
            <a:r>
              <a:rPr lang="en-US" sz="1400" dirty="0"/>
              <a:t>Snap</a:t>
            </a:r>
          </a:p>
        </p:txBody>
      </p:sp>
      <p:cxnSp>
        <p:nvCxnSpPr>
          <p:cNvPr id="56" name="Straight Arrow Connector 55">
            <a:extLst>
              <a:ext uri="{FF2B5EF4-FFF2-40B4-BE49-F238E27FC236}">
                <a16:creationId xmlns:a16="http://schemas.microsoft.com/office/drawing/2014/main" id="{7895D959-994C-B912-27F5-8623AD43C54B}"/>
              </a:ext>
            </a:extLst>
          </p:cNvPr>
          <p:cNvCxnSpPr>
            <a:cxnSpLocks/>
            <a:stCxn id="55" idx="0"/>
          </p:cNvCxnSpPr>
          <p:nvPr/>
        </p:nvCxnSpPr>
        <p:spPr>
          <a:xfrm flipH="1" flipV="1">
            <a:off x="5740924" y="2611225"/>
            <a:ext cx="421175" cy="5994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49E2C0CA-A047-C067-DF08-C07A08267792}"/>
              </a:ext>
            </a:extLst>
          </p:cNvPr>
          <p:cNvCxnSpPr>
            <a:cxnSpLocks/>
            <a:stCxn id="55" idx="0"/>
          </p:cNvCxnSpPr>
          <p:nvPr/>
        </p:nvCxnSpPr>
        <p:spPr>
          <a:xfrm flipV="1">
            <a:off x="6162099" y="2611225"/>
            <a:ext cx="351823" cy="5994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3142408B-3AC1-D77B-96E5-751A284C3774}"/>
              </a:ext>
            </a:extLst>
          </p:cNvPr>
          <p:cNvSpPr txBox="1"/>
          <p:nvPr/>
        </p:nvSpPr>
        <p:spPr>
          <a:xfrm>
            <a:off x="7823721" y="3363037"/>
            <a:ext cx="601447" cy="307777"/>
          </a:xfrm>
          <a:prstGeom prst="rect">
            <a:avLst/>
          </a:prstGeom>
          <a:noFill/>
          <a:ln>
            <a:solidFill>
              <a:schemeClr val="tx1"/>
            </a:solidFill>
          </a:ln>
        </p:spPr>
        <p:txBody>
          <a:bodyPr wrap="none" rtlCol="0">
            <a:spAutoFit/>
          </a:bodyPr>
          <a:lstStyle/>
          <a:p>
            <a:r>
              <a:rPr lang="en-US" sz="1400" dirty="0"/>
              <a:t>Snap</a:t>
            </a:r>
          </a:p>
        </p:txBody>
      </p:sp>
      <p:cxnSp>
        <p:nvCxnSpPr>
          <p:cNvPr id="64" name="Straight Arrow Connector 63">
            <a:extLst>
              <a:ext uri="{FF2B5EF4-FFF2-40B4-BE49-F238E27FC236}">
                <a16:creationId xmlns:a16="http://schemas.microsoft.com/office/drawing/2014/main" id="{5247C440-F7D1-FF86-C19F-AB6680228586}"/>
              </a:ext>
            </a:extLst>
          </p:cNvPr>
          <p:cNvCxnSpPr>
            <a:cxnSpLocks/>
            <a:stCxn id="63" idx="0"/>
          </p:cNvCxnSpPr>
          <p:nvPr/>
        </p:nvCxnSpPr>
        <p:spPr>
          <a:xfrm flipH="1" flipV="1">
            <a:off x="8116478" y="2724346"/>
            <a:ext cx="7967" cy="6386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C2BF85E3-C124-9EAF-D2D3-19E2087A4B30}"/>
              </a:ext>
            </a:extLst>
          </p:cNvPr>
          <p:cNvCxnSpPr>
            <a:cxnSpLocks/>
          </p:cNvCxnSpPr>
          <p:nvPr/>
        </p:nvCxnSpPr>
        <p:spPr>
          <a:xfrm flipV="1">
            <a:off x="8135332" y="2828041"/>
            <a:ext cx="763571" cy="52790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7E0E622E-7FD2-FD43-0970-C25E23CC5E62}"/>
              </a:ext>
            </a:extLst>
          </p:cNvPr>
          <p:cNvCxnSpPr>
            <a:cxnSpLocks/>
            <a:stCxn id="63" idx="0"/>
          </p:cNvCxnSpPr>
          <p:nvPr/>
        </p:nvCxnSpPr>
        <p:spPr>
          <a:xfrm flipV="1">
            <a:off x="8124445" y="3195687"/>
            <a:ext cx="1707712" cy="16735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3AAFE605-A469-C23A-6BBE-DF3018AC7E6C}"/>
              </a:ext>
            </a:extLst>
          </p:cNvPr>
          <p:cNvCxnSpPr>
            <a:cxnSpLocks/>
          </p:cNvCxnSpPr>
          <p:nvPr/>
        </p:nvCxnSpPr>
        <p:spPr>
          <a:xfrm flipV="1">
            <a:off x="8173039" y="3214540"/>
            <a:ext cx="2253006" cy="13197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62614039-4B0D-A88D-D648-7762CFD9E644}"/>
              </a:ext>
            </a:extLst>
          </p:cNvPr>
          <p:cNvSpPr txBox="1"/>
          <p:nvPr/>
        </p:nvSpPr>
        <p:spPr>
          <a:xfrm>
            <a:off x="3408837" y="4453404"/>
            <a:ext cx="941283" cy="307777"/>
          </a:xfrm>
          <a:prstGeom prst="rect">
            <a:avLst/>
          </a:prstGeom>
          <a:noFill/>
          <a:ln>
            <a:solidFill>
              <a:schemeClr val="tx1"/>
            </a:solidFill>
          </a:ln>
        </p:spPr>
        <p:txBody>
          <a:bodyPr wrap="none" rtlCol="0">
            <a:spAutoFit/>
          </a:bodyPr>
          <a:lstStyle/>
          <a:p>
            <a:r>
              <a:rPr lang="en-US" sz="1400" dirty="0"/>
              <a:t>Z Resting</a:t>
            </a:r>
          </a:p>
        </p:txBody>
      </p:sp>
      <p:cxnSp>
        <p:nvCxnSpPr>
          <p:cNvPr id="77" name="Straight Arrow Connector 76">
            <a:extLst>
              <a:ext uri="{FF2B5EF4-FFF2-40B4-BE49-F238E27FC236}">
                <a16:creationId xmlns:a16="http://schemas.microsoft.com/office/drawing/2014/main" id="{3E874F18-1568-C044-A159-B311472D3A86}"/>
              </a:ext>
            </a:extLst>
          </p:cNvPr>
          <p:cNvCxnSpPr>
            <a:cxnSpLocks/>
            <a:stCxn id="76" idx="1"/>
          </p:cNvCxnSpPr>
          <p:nvPr/>
        </p:nvCxnSpPr>
        <p:spPr>
          <a:xfrm flipH="1" flipV="1">
            <a:off x="2639505" y="3959258"/>
            <a:ext cx="769332" cy="6480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08BD68E2-B5FE-0061-7AAF-B86938281F0F}"/>
              </a:ext>
            </a:extLst>
          </p:cNvPr>
          <p:cNvCxnSpPr>
            <a:cxnSpLocks/>
            <a:stCxn id="76" idx="1"/>
          </p:cNvCxnSpPr>
          <p:nvPr/>
        </p:nvCxnSpPr>
        <p:spPr>
          <a:xfrm flipH="1">
            <a:off x="1800520" y="4607293"/>
            <a:ext cx="1608317" cy="1524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BCE02919-08AC-D2AF-C1AF-656C1FA114C5}"/>
              </a:ext>
            </a:extLst>
          </p:cNvPr>
          <p:cNvSpPr txBox="1"/>
          <p:nvPr/>
        </p:nvSpPr>
        <p:spPr>
          <a:xfrm>
            <a:off x="7878713" y="4473829"/>
            <a:ext cx="941283" cy="307777"/>
          </a:xfrm>
          <a:prstGeom prst="rect">
            <a:avLst/>
          </a:prstGeom>
          <a:noFill/>
          <a:ln>
            <a:solidFill>
              <a:schemeClr val="tx1"/>
            </a:solidFill>
          </a:ln>
        </p:spPr>
        <p:txBody>
          <a:bodyPr wrap="none" rtlCol="0">
            <a:spAutoFit/>
          </a:bodyPr>
          <a:lstStyle/>
          <a:p>
            <a:r>
              <a:rPr lang="en-US" sz="1400" dirty="0"/>
              <a:t>Z Resting</a:t>
            </a:r>
          </a:p>
        </p:txBody>
      </p:sp>
      <p:cxnSp>
        <p:nvCxnSpPr>
          <p:cNvPr id="84" name="Straight Arrow Connector 83">
            <a:extLst>
              <a:ext uri="{FF2B5EF4-FFF2-40B4-BE49-F238E27FC236}">
                <a16:creationId xmlns:a16="http://schemas.microsoft.com/office/drawing/2014/main" id="{582BB4FE-2A32-E2DA-5833-F2501A2F6D71}"/>
              </a:ext>
            </a:extLst>
          </p:cNvPr>
          <p:cNvCxnSpPr>
            <a:cxnSpLocks/>
            <a:stCxn id="83" idx="3"/>
          </p:cNvCxnSpPr>
          <p:nvPr/>
        </p:nvCxnSpPr>
        <p:spPr>
          <a:xfrm flipV="1">
            <a:off x="8819996" y="4015819"/>
            <a:ext cx="823625" cy="61189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67D76B9F-FCA4-917E-43EE-D2407E7DF7ED}"/>
              </a:ext>
            </a:extLst>
          </p:cNvPr>
          <p:cNvCxnSpPr>
            <a:cxnSpLocks/>
            <a:stCxn id="83" idx="3"/>
          </p:cNvCxnSpPr>
          <p:nvPr/>
        </p:nvCxnSpPr>
        <p:spPr>
          <a:xfrm>
            <a:off x="8819996" y="4627718"/>
            <a:ext cx="1634330" cy="25536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26BE0873-2904-ADF8-7F68-00AD252700B6}"/>
              </a:ext>
            </a:extLst>
          </p:cNvPr>
          <p:cNvSpPr txBox="1"/>
          <p:nvPr/>
        </p:nvSpPr>
        <p:spPr>
          <a:xfrm>
            <a:off x="5672842" y="4011916"/>
            <a:ext cx="941283" cy="307777"/>
          </a:xfrm>
          <a:prstGeom prst="rect">
            <a:avLst/>
          </a:prstGeom>
          <a:noFill/>
          <a:ln>
            <a:solidFill>
              <a:schemeClr val="tx1"/>
            </a:solidFill>
          </a:ln>
        </p:spPr>
        <p:txBody>
          <a:bodyPr wrap="none" rtlCol="0">
            <a:spAutoFit/>
          </a:bodyPr>
          <a:lstStyle/>
          <a:p>
            <a:r>
              <a:rPr lang="en-US" sz="1400" dirty="0"/>
              <a:t>Z Resting</a:t>
            </a:r>
          </a:p>
        </p:txBody>
      </p:sp>
      <p:cxnSp>
        <p:nvCxnSpPr>
          <p:cNvPr id="91" name="Straight Arrow Connector 90">
            <a:extLst>
              <a:ext uri="{FF2B5EF4-FFF2-40B4-BE49-F238E27FC236}">
                <a16:creationId xmlns:a16="http://schemas.microsoft.com/office/drawing/2014/main" id="{B49F21BB-A6E8-3EE5-B3AD-7C819555139A}"/>
              </a:ext>
            </a:extLst>
          </p:cNvPr>
          <p:cNvCxnSpPr>
            <a:cxnSpLocks/>
            <a:stCxn id="90" idx="1"/>
          </p:cNvCxnSpPr>
          <p:nvPr/>
        </p:nvCxnSpPr>
        <p:spPr>
          <a:xfrm flipH="1" flipV="1">
            <a:off x="4883085" y="2780907"/>
            <a:ext cx="789757" cy="138489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78962936-58A1-9413-5F8A-C84BC8519EF9}"/>
              </a:ext>
            </a:extLst>
          </p:cNvPr>
          <p:cNvCxnSpPr>
            <a:cxnSpLocks/>
            <a:stCxn id="90" idx="3"/>
          </p:cNvCxnSpPr>
          <p:nvPr/>
        </p:nvCxnSpPr>
        <p:spPr>
          <a:xfrm flipV="1">
            <a:off x="6614125" y="2809188"/>
            <a:ext cx="729355" cy="135661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09721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55741-9058-05FC-AF6F-061C35F40D87}"/>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BDC6BE86-6D55-5994-4D08-A4299EA68D0F}"/>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16</a:t>
            </a:fld>
            <a:endParaRPr lang="en-GB"/>
          </a:p>
        </p:txBody>
      </p:sp>
      <p:sp>
        <p:nvSpPr>
          <p:cNvPr id="9" name="Title 4">
            <a:extLst>
              <a:ext uri="{FF2B5EF4-FFF2-40B4-BE49-F238E27FC236}">
                <a16:creationId xmlns:a16="http://schemas.microsoft.com/office/drawing/2014/main" id="{9209D440-1D3A-EEEF-033A-D9F7D98EB02A}"/>
              </a:ext>
            </a:extLst>
          </p:cNvPr>
          <p:cNvSpPr>
            <a:spLocks noGrp="1"/>
          </p:cNvSpPr>
          <p:nvPr>
            <p:ph type="title"/>
          </p:nvPr>
        </p:nvSpPr>
        <p:spPr>
          <a:xfrm>
            <a:off x="228349" y="849279"/>
            <a:ext cx="8188819" cy="423340"/>
          </a:xfrm>
        </p:spPr>
        <p:txBody>
          <a:bodyPr/>
          <a:lstStyle/>
          <a:p>
            <a:r>
              <a:rPr lang="en-US" dirty="0">
                <a:solidFill>
                  <a:schemeClr val="accent5">
                    <a:lumMod val="50000"/>
                  </a:schemeClr>
                </a:solidFill>
              </a:rPr>
              <a:t>Design Guidelines</a:t>
            </a:r>
          </a:p>
        </p:txBody>
      </p:sp>
      <p:sp>
        <p:nvSpPr>
          <p:cNvPr id="3" name="TextBox 2">
            <a:extLst>
              <a:ext uri="{FF2B5EF4-FFF2-40B4-BE49-F238E27FC236}">
                <a16:creationId xmlns:a16="http://schemas.microsoft.com/office/drawing/2014/main" id="{F2521B31-D811-E169-B9C0-D2E4B2BB437A}"/>
              </a:ext>
            </a:extLst>
          </p:cNvPr>
          <p:cNvSpPr txBox="1"/>
          <p:nvPr/>
        </p:nvSpPr>
        <p:spPr>
          <a:xfrm>
            <a:off x="378691" y="1311625"/>
            <a:ext cx="6096000" cy="369332"/>
          </a:xfrm>
          <a:prstGeom prst="rect">
            <a:avLst/>
          </a:prstGeom>
          <a:noFill/>
        </p:spPr>
        <p:txBody>
          <a:bodyPr wrap="square">
            <a:spAutoFit/>
          </a:bodyPr>
          <a:lstStyle/>
          <a:p>
            <a:r>
              <a:rPr lang="en-US" dirty="0"/>
              <a:t>Part Thickness</a:t>
            </a:r>
          </a:p>
        </p:txBody>
      </p:sp>
      <p:sp>
        <p:nvSpPr>
          <p:cNvPr id="2" name="TextBox 1">
            <a:extLst>
              <a:ext uri="{FF2B5EF4-FFF2-40B4-BE49-F238E27FC236}">
                <a16:creationId xmlns:a16="http://schemas.microsoft.com/office/drawing/2014/main" id="{48EA3DC6-5813-48A7-2E18-066DB3CB8438}"/>
              </a:ext>
            </a:extLst>
          </p:cNvPr>
          <p:cNvSpPr txBox="1"/>
          <p:nvPr/>
        </p:nvSpPr>
        <p:spPr>
          <a:xfrm>
            <a:off x="193217" y="5714702"/>
            <a:ext cx="11809462" cy="523220"/>
          </a:xfrm>
          <a:prstGeom prst="rect">
            <a:avLst/>
          </a:prstGeom>
          <a:noFill/>
        </p:spPr>
        <p:txBody>
          <a:bodyPr wrap="square">
            <a:spAutoFit/>
          </a:bodyPr>
          <a:lstStyle/>
          <a:p>
            <a:r>
              <a:rPr lang="en-US" sz="1400" dirty="0"/>
              <a:t>Part thickness of the carbon fiber : 1 mm to 1.4 mm depends on the requirement.</a:t>
            </a:r>
          </a:p>
          <a:p>
            <a:r>
              <a:rPr lang="en-US" sz="1400" dirty="0"/>
              <a:t>Flange thickness can be made to 3mm for fixing with surrounding parts.</a:t>
            </a:r>
          </a:p>
        </p:txBody>
      </p:sp>
      <p:pic>
        <p:nvPicPr>
          <p:cNvPr id="6" name="Picture 5">
            <a:extLst>
              <a:ext uri="{FF2B5EF4-FFF2-40B4-BE49-F238E27FC236}">
                <a16:creationId xmlns:a16="http://schemas.microsoft.com/office/drawing/2014/main" id="{138DD926-59C5-44B0-AE36-592BB3FBF156}"/>
              </a:ext>
            </a:extLst>
          </p:cNvPr>
          <p:cNvPicPr>
            <a:picLocks noChangeAspect="1"/>
          </p:cNvPicPr>
          <p:nvPr/>
        </p:nvPicPr>
        <p:blipFill>
          <a:blip r:embed="rId3"/>
          <a:stretch>
            <a:fillRect/>
          </a:stretch>
        </p:blipFill>
        <p:spPr>
          <a:xfrm>
            <a:off x="729435" y="1786359"/>
            <a:ext cx="6142706" cy="3630089"/>
          </a:xfrm>
          <a:prstGeom prst="rect">
            <a:avLst/>
          </a:prstGeom>
          <a:ln>
            <a:solidFill>
              <a:schemeClr val="tx1"/>
            </a:solidFill>
          </a:ln>
        </p:spPr>
      </p:pic>
      <p:pic>
        <p:nvPicPr>
          <p:cNvPr id="7" name="Picture 6">
            <a:extLst>
              <a:ext uri="{FF2B5EF4-FFF2-40B4-BE49-F238E27FC236}">
                <a16:creationId xmlns:a16="http://schemas.microsoft.com/office/drawing/2014/main" id="{3BD03756-5FE5-7529-3489-6797AF59C956}"/>
              </a:ext>
            </a:extLst>
          </p:cNvPr>
          <p:cNvPicPr>
            <a:picLocks noChangeAspect="1"/>
          </p:cNvPicPr>
          <p:nvPr/>
        </p:nvPicPr>
        <p:blipFill>
          <a:blip r:embed="rId4">
            <a:clrChange>
              <a:clrFrom>
                <a:srgbClr val="3B6680"/>
              </a:clrFrom>
              <a:clrTo>
                <a:srgbClr val="3B6680">
                  <a:alpha val="0"/>
                </a:srgbClr>
              </a:clrTo>
            </a:clrChange>
          </a:blip>
          <a:stretch>
            <a:fillRect/>
          </a:stretch>
        </p:blipFill>
        <p:spPr>
          <a:xfrm>
            <a:off x="7731915" y="1696254"/>
            <a:ext cx="4145858" cy="1605504"/>
          </a:xfrm>
          <a:prstGeom prst="rect">
            <a:avLst/>
          </a:prstGeom>
        </p:spPr>
      </p:pic>
      <p:grpSp>
        <p:nvGrpSpPr>
          <p:cNvPr id="8" name="Group 7">
            <a:extLst>
              <a:ext uri="{FF2B5EF4-FFF2-40B4-BE49-F238E27FC236}">
                <a16:creationId xmlns:a16="http://schemas.microsoft.com/office/drawing/2014/main" id="{FAFF209A-23A9-514D-E952-7F25574B521C}"/>
              </a:ext>
            </a:extLst>
          </p:cNvPr>
          <p:cNvGrpSpPr/>
          <p:nvPr/>
        </p:nvGrpSpPr>
        <p:grpSpPr>
          <a:xfrm>
            <a:off x="9426804" y="1319753"/>
            <a:ext cx="443060" cy="1502120"/>
            <a:chOff x="8748074" y="1329180"/>
            <a:chExt cx="443060" cy="1502120"/>
          </a:xfrm>
        </p:grpSpPr>
        <p:cxnSp>
          <p:nvCxnSpPr>
            <p:cNvPr id="10" name="Straight Connector 9">
              <a:extLst>
                <a:ext uri="{FF2B5EF4-FFF2-40B4-BE49-F238E27FC236}">
                  <a16:creationId xmlns:a16="http://schemas.microsoft.com/office/drawing/2014/main" id="{030BEBBB-D5E3-45E5-B67E-54AB7DE240C4}"/>
                </a:ext>
              </a:extLst>
            </p:cNvPr>
            <p:cNvCxnSpPr>
              <a:cxnSpLocks/>
            </p:cNvCxnSpPr>
            <p:nvPr/>
          </p:nvCxnSpPr>
          <p:spPr>
            <a:xfrm>
              <a:off x="9191134" y="1564849"/>
              <a:ext cx="0" cy="104637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493F66D-23E1-5B39-010D-F994DA545DF6}"/>
                </a:ext>
              </a:extLst>
            </p:cNvPr>
            <p:cNvCxnSpPr>
              <a:cxnSpLocks/>
            </p:cNvCxnSpPr>
            <p:nvPr/>
          </p:nvCxnSpPr>
          <p:spPr>
            <a:xfrm>
              <a:off x="8823489" y="1640264"/>
              <a:ext cx="348791" cy="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D070C526-B42E-61EA-983F-C3EF664DFE93}"/>
                </a:ext>
              </a:extLst>
            </p:cNvPr>
            <p:cNvCxnSpPr>
              <a:cxnSpLocks/>
            </p:cNvCxnSpPr>
            <p:nvPr/>
          </p:nvCxnSpPr>
          <p:spPr>
            <a:xfrm>
              <a:off x="8815633" y="2509101"/>
              <a:ext cx="348791" cy="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F054005-A7B5-3192-584F-E7D32DD56D73}"/>
                </a:ext>
              </a:extLst>
            </p:cNvPr>
            <p:cNvSpPr txBox="1"/>
            <p:nvPr/>
          </p:nvSpPr>
          <p:spPr>
            <a:xfrm>
              <a:off x="8748074" y="1329180"/>
              <a:ext cx="338554" cy="369332"/>
            </a:xfrm>
            <a:prstGeom prst="rect">
              <a:avLst/>
            </a:prstGeom>
            <a:noFill/>
          </p:spPr>
          <p:txBody>
            <a:bodyPr wrap="none" rtlCol="0">
              <a:spAutoFit/>
            </a:bodyPr>
            <a:lstStyle/>
            <a:p>
              <a:r>
                <a:rPr lang="en-US" dirty="0">
                  <a:solidFill>
                    <a:srgbClr val="C00000"/>
                  </a:solidFill>
                </a:rPr>
                <a:t>A</a:t>
              </a:r>
            </a:p>
          </p:txBody>
        </p:sp>
        <p:sp>
          <p:nvSpPr>
            <p:cNvPr id="14" name="TextBox 13">
              <a:extLst>
                <a:ext uri="{FF2B5EF4-FFF2-40B4-BE49-F238E27FC236}">
                  <a16:creationId xmlns:a16="http://schemas.microsoft.com/office/drawing/2014/main" id="{9F050ACD-7FC4-78CE-F9BB-624EF93CC340}"/>
                </a:ext>
              </a:extLst>
            </p:cNvPr>
            <p:cNvSpPr txBox="1"/>
            <p:nvPr/>
          </p:nvSpPr>
          <p:spPr>
            <a:xfrm>
              <a:off x="8759072" y="2461968"/>
              <a:ext cx="338554" cy="369332"/>
            </a:xfrm>
            <a:prstGeom prst="rect">
              <a:avLst/>
            </a:prstGeom>
            <a:noFill/>
          </p:spPr>
          <p:txBody>
            <a:bodyPr wrap="none" rtlCol="0">
              <a:spAutoFit/>
            </a:bodyPr>
            <a:lstStyle/>
            <a:p>
              <a:r>
                <a:rPr lang="en-US" dirty="0">
                  <a:solidFill>
                    <a:srgbClr val="C00000"/>
                  </a:solidFill>
                </a:rPr>
                <a:t>A</a:t>
              </a:r>
            </a:p>
          </p:txBody>
        </p:sp>
      </p:grpSp>
      <p:sp>
        <p:nvSpPr>
          <p:cNvPr id="15" name="TextBox 14">
            <a:extLst>
              <a:ext uri="{FF2B5EF4-FFF2-40B4-BE49-F238E27FC236}">
                <a16:creationId xmlns:a16="http://schemas.microsoft.com/office/drawing/2014/main" id="{81C0713A-7945-AD15-64A1-A1285DB448D4}"/>
              </a:ext>
            </a:extLst>
          </p:cNvPr>
          <p:cNvSpPr txBox="1"/>
          <p:nvPr/>
        </p:nvSpPr>
        <p:spPr>
          <a:xfrm>
            <a:off x="725863" y="1809946"/>
            <a:ext cx="1479892" cy="369332"/>
          </a:xfrm>
          <a:prstGeom prst="rect">
            <a:avLst/>
          </a:prstGeom>
          <a:noFill/>
        </p:spPr>
        <p:txBody>
          <a:bodyPr wrap="none" rtlCol="0">
            <a:spAutoFit/>
          </a:bodyPr>
          <a:lstStyle/>
          <a:p>
            <a:r>
              <a:rPr lang="en-US" dirty="0">
                <a:solidFill>
                  <a:srgbClr val="C00000"/>
                </a:solidFill>
                <a:highlight>
                  <a:srgbClr val="FFFF00"/>
                </a:highlight>
              </a:rPr>
              <a:t>Section A-A</a:t>
            </a:r>
          </a:p>
        </p:txBody>
      </p:sp>
    </p:spTree>
    <p:extLst>
      <p:ext uri="{BB962C8B-B14F-4D97-AF65-F5344CB8AC3E}">
        <p14:creationId xmlns:p14="http://schemas.microsoft.com/office/powerpoint/2010/main" val="171082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325C6-1024-B89D-9F25-11015EBA1C3B}"/>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085BC9D2-71A4-2055-C9F6-4403D352F1A5}"/>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17</a:t>
            </a:fld>
            <a:endParaRPr lang="en-GB"/>
          </a:p>
        </p:txBody>
      </p:sp>
      <p:sp>
        <p:nvSpPr>
          <p:cNvPr id="9" name="Title 4">
            <a:extLst>
              <a:ext uri="{FF2B5EF4-FFF2-40B4-BE49-F238E27FC236}">
                <a16:creationId xmlns:a16="http://schemas.microsoft.com/office/drawing/2014/main" id="{1DA11943-2DF6-664C-FA4C-4FE0523CAB82}"/>
              </a:ext>
            </a:extLst>
          </p:cNvPr>
          <p:cNvSpPr>
            <a:spLocks noGrp="1"/>
          </p:cNvSpPr>
          <p:nvPr>
            <p:ph type="title"/>
          </p:nvPr>
        </p:nvSpPr>
        <p:spPr>
          <a:xfrm>
            <a:off x="228349" y="849279"/>
            <a:ext cx="8188819" cy="423340"/>
          </a:xfrm>
        </p:spPr>
        <p:txBody>
          <a:bodyPr/>
          <a:lstStyle/>
          <a:p>
            <a:r>
              <a:rPr lang="en-US" dirty="0">
                <a:solidFill>
                  <a:schemeClr val="accent5">
                    <a:lumMod val="50000"/>
                  </a:schemeClr>
                </a:solidFill>
              </a:rPr>
              <a:t>Design Guidelines</a:t>
            </a:r>
          </a:p>
        </p:txBody>
      </p:sp>
      <p:sp>
        <p:nvSpPr>
          <p:cNvPr id="3" name="TextBox 2">
            <a:extLst>
              <a:ext uri="{FF2B5EF4-FFF2-40B4-BE49-F238E27FC236}">
                <a16:creationId xmlns:a16="http://schemas.microsoft.com/office/drawing/2014/main" id="{0F249578-D188-33E3-B3BF-4C12E2D397B8}"/>
              </a:ext>
            </a:extLst>
          </p:cNvPr>
          <p:cNvSpPr txBox="1"/>
          <p:nvPr/>
        </p:nvSpPr>
        <p:spPr>
          <a:xfrm>
            <a:off x="378691" y="1311625"/>
            <a:ext cx="6096000" cy="369332"/>
          </a:xfrm>
          <a:prstGeom prst="rect">
            <a:avLst/>
          </a:prstGeom>
          <a:noFill/>
        </p:spPr>
        <p:txBody>
          <a:bodyPr wrap="square">
            <a:spAutoFit/>
          </a:bodyPr>
          <a:lstStyle/>
          <a:p>
            <a:r>
              <a:rPr lang="en-US" dirty="0"/>
              <a:t>Fixing Clip distance</a:t>
            </a:r>
          </a:p>
        </p:txBody>
      </p:sp>
      <p:sp>
        <p:nvSpPr>
          <p:cNvPr id="2" name="TextBox 1">
            <a:extLst>
              <a:ext uri="{FF2B5EF4-FFF2-40B4-BE49-F238E27FC236}">
                <a16:creationId xmlns:a16="http://schemas.microsoft.com/office/drawing/2014/main" id="{FB0F9420-26F9-1A0F-03EE-43369505415B}"/>
              </a:ext>
            </a:extLst>
          </p:cNvPr>
          <p:cNvSpPr txBox="1"/>
          <p:nvPr/>
        </p:nvSpPr>
        <p:spPr>
          <a:xfrm>
            <a:off x="378691" y="5546375"/>
            <a:ext cx="6407729" cy="307777"/>
          </a:xfrm>
          <a:prstGeom prst="rect">
            <a:avLst/>
          </a:prstGeom>
          <a:noFill/>
        </p:spPr>
        <p:txBody>
          <a:bodyPr wrap="square">
            <a:spAutoFit/>
          </a:bodyPr>
          <a:lstStyle/>
          <a:p>
            <a:r>
              <a:rPr lang="en-US" sz="1400" dirty="0"/>
              <a:t>Fixing clips/positive fixing to be kept at 100-150mm apart from each other.</a:t>
            </a:r>
          </a:p>
        </p:txBody>
      </p:sp>
      <p:pic>
        <p:nvPicPr>
          <p:cNvPr id="6" name="Picture 5">
            <a:extLst>
              <a:ext uri="{FF2B5EF4-FFF2-40B4-BE49-F238E27FC236}">
                <a16:creationId xmlns:a16="http://schemas.microsoft.com/office/drawing/2014/main" id="{AD330741-5433-11D3-5982-F206DBAAA339}"/>
              </a:ext>
            </a:extLst>
          </p:cNvPr>
          <p:cNvPicPr>
            <a:picLocks noChangeAspect="1"/>
          </p:cNvPicPr>
          <p:nvPr/>
        </p:nvPicPr>
        <p:blipFill>
          <a:blip r:embed="rId3"/>
          <a:stretch>
            <a:fillRect/>
          </a:stretch>
        </p:blipFill>
        <p:spPr>
          <a:xfrm>
            <a:off x="890630" y="1958516"/>
            <a:ext cx="6528266" cy="3117286"/>
          </a:xfrm>
          <a:prstGeom prst="rect">
            <a:avLst/>
          </a:prstGeom>
          <a:ln>
            <a:solidFill>
              <a:schemeClr val="tx1"/>
            </a:solidFill>
          </a:ln>
        </p:spPr>
      </p:pic>
    </p:spTree>
    <p:extLst>
      <p:ext uri="{BB962C8B-B14F-4D97-AF65-F5344CB8AC3E}">
        <p14:creationId xmlns:p14="http://schemas.microsoft.com/office/powerpoint/2010/main" val="3566362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7C776-52FB-FD77-B916-AF6E75D9040F}"/>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6F60E42D-CB97-CC39-3641-E3CADE108C7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18</a:t>
            </a:fld>
            <a:endParaRPr lang="en-GB"/>
          </a:p>
        </p:txBody>
      </p:sp>
      <p:sp>
        <p:nvSpPr>
          <p:cNvPr id="9" name="Title 4">
            <a:extLst>
              <a:ext uri="{FF2B5EF4-FFF2-40B4-BE49-F238E27FC236}">
                <a16:creationId xmlns:a16="http://schemas.microsoft.com/office/drawing/2014/main" id="{FFF59F7A-6637-7671-8FFA-C5F0CFA88914}"/>
              </a:ext>
            </a:extLst>
          </p:cNvPr>
          <p:cNvSpPr>
            <a:spLocks noGrp="1"/>
          </p:cNvSpPr>
          <p:nvPr>
            <p:ph type="title"/>
          </p:nvPr>
        </p:nvSpPr>
        <p:spPr>
          <a:xfrm>
            <a:off x="228349" y="849279"/>
            <a:ext cx="8188819" cy="423340"/>
          </a:xfrm>
        </p:spPr>
        <p:txBody>
          <a:bodyPr/>
          <a:lstStyle/>
          <a:p>
            <a:r>
              <a:rPr lang="en-US" dirty="0">
                <a:solidFill>
                  <a:schemeClr val="accent5">
                    <a:lumMod val="50000"/>
                  </a:schemeClr>
                </a:solidFill>
              </a:rPr>
              <a:t>Design Guidelines</a:t>
            </a:r>
          </a:p>
        </p:txBody>
      </p:sp>
      <p:sp>
        <p:nvSpPr>
          <p:cNvPr id="3" name="TextBox 2">
            <a:extLst>
              <a:ext uri="{FF2B5EF4-FFF2-40B4-BE49-F238E27FC236}">
                <a16:creationId xmlns:a16="http://schemas.microsoft.com/office/drawing/2014/main" id="{09D813C0-7AB9-4552-E45D-940AD76EF477}"/>
              </a:ext>
            </a:extLst>
          </p:cNvPr>
          <p:cNvSpPr txBox="1"/>
          <p:nvPr/>
        </p:nvSpPr>
        <p:spPr>
          <a:xfrm>
            <a:off x="378691" y="1311625"/>
            <a:ext cx="1170709" cy="369332"/>
          </a:xfrm>
          <a:prstGeom prst="rect">
            <a:avLst/>
          </a:prstGeom>
          <a:noFill/>
        </p:spPr>
        <p:txBody>
          <a:bodyPr wrap="square">
            <a:spAutoFit/>
          </a:bodyPr>
          <a:lstStyle/>
          <a:p>
            <a:r>
              <a:rPr lang="en-US" dirty="0"/>
              <a:t>Z resting</a:t>
            </a:r>
          </a:p>
        </p:txBody>
      </p:sp>
      <p:sp>
        <p:nvSpPr>
          <p:cNvPr id="2" name="TextBox 1">
            <a:extLst>
              <a:ext uri="{FF2B5EF4-FFF2-40B4-BE49-F238E27FC236}">
                <a16:creationId xmlns:a16="http://schemas.microsoft.com/office/drawing/2014/main" id="{AFE45460-A168-6CCF-B961-02991F23C550}"/>
              </a:ext>
            </a:extLst>
          </p:cNvPr>
          <p:cNvSpPr txBox="1"/>
          <p:nvPr/>
        </p:nvSpPr>
        <p:spPr>
          <a:xfrm>
            <a:off x="378691" y="5546375"/>
            <a:ext cx="5006109" cy="307777"/>
          </a:xfrm>
          <a:prstGeom prst="rect">
            <a:avLst/>
          </a:prstGeom>
          <a:noFill/>
        </p:spPr>
        <p:txBody>
          <a:bodyPr wrap="square">
            <a:spAutoFit/>
          </a:bodyPr>
          <a:lstStyle/>
          <a:p>
            <a:r>
              <a:rPr lang="en-US" sz="1400" dirty="0"/>
              <a:t>Z resting of the part to be provided as per 3-2-1 principle.</a:t>
            </a:r>
          </a:p>
        </p:txBody>
      </p:sp>
      <p:pic>
        <p:nvPicPr>
          <p:cNvPr id="8" name="Picture 7">
            <a:extLst>
              <a:ext uri="{FF2B5EF4-FFF2-40B4-BE49-F238E27FC236}">
                <a16:creationId xmlns:a16="http://schemas.microsoft.com/office/drawing/2014/main" id="{D75333EB-908F-FFF8-4B89-A34986A6895B}"/>
              </a:ext>
            </a:extLst>
          </p:cNvPr>
          <p:cNvPicPr>
            <a:picLocks noChangeAspect="1"/>
          </p:cNvPicPr>
          <p:nvPr/>
        </p:nvPicPr>
        <p:blipFill>
          <a:blip r:embed="rId3"/>
          <a:stretch>
            <a:fillRect/>
          </a:stretch>
        </p:blipFill>
        <p:spPr>
          <a:xfrm>
            <a:off x="5623196" y="1102936"/>
            <a:ext cx="3893832" cy="4110586"/>
          </a:xfrm>
          <a:prstGeom prst="rect">
            <a:avLst/>
          </a:prstGeom>
          <a:ln>
            <a:solidFill>
              <a:schemeClr val="tx1"/>
            </a:solidFill>
          </a:ln>
        </p:spPr>
      </p:pic>
      <p:sp>
        <p:nvSpPr>
          <p:cNvPr id="10" name="TextBox 9">
            <a:extLst>
              <a:ext uri="{FF2B5EF4-FFF2-40B4-BE49-F238E27FC236}">
                <a16:creationId xmlns:a16="http://schemas.microsoft.com/office/drawing/2014/main" id="{3BAED023-42EE-4595-3ABE-391783A81D7F}"/>
              </a:ext>
            </a:extLst>
          </p:cNvPr>
          <p:cNvSpPr txBox="1"/>
          <p:nvPr/>
        </p:nvSpPr>
        <p:spPr>
          <a:xfrm>
            <a:off x="3553905" y="3921550"/>
            <a:ext cx="1806905" cy="307777"/>
          </a:xfrm>
          <a:prstGeom prst="rect">
            <a:avLst/>
          </a:prstGeom>
          <a:noFill/>
        </p:spPr>
        <p:txBody>
          <a:bodyPr wrap="none" rtlCol="0">
            <a:spAutoFit/>
          </a:bodyPr>
          <a:lstStyle/>
          <a:p>
            <a:r>
              <a:rPr lang="en-US" sz="1400" dirty="0"/>
              <a:t>Touching Condition</a:t>
            </a:r>
          </a:p>
        </p:txBody>
      </p:sp>
      <p:cxnSp>
        <p:nvCxnSpPr>
          <p:cNvPr id="12" name="Straight Arrow Connector 11">
            <a:extLst>
              <a:ext uri="{FF2B5EF4-FFF2-40B4-BE49-F238E27FC236}">
                <a16:creationId xmlns:a16="http://schemas.microsoft.com/office/drawing/2014/main" id="{CE131B61-0611-6CD1-FB78-508DC736249A}"/>
              </a:ext>
            </a:extLst>
          </p:cNvPr>
          <p:cNvCxnSpPr>
            <a:cxnSpLocks/>
            <a:stCxn id="10" idx="3"/>
          </p:cNvCxnSpPr>
          <p:nvPr/>
        </p:nvCxnSpPr>
        <p:spPr>
          <a:xfrm flipV="1">
            <a:off x="5360810" y="3478491"/>
            <a:ext cx="2359743" cy="596948"/>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1FD01343-FD56-A20D-98F6-436B52721144}"/>
              </a:ext>
            </a:extLst>
          </p:cNvPr>
          <p:cNvSpPr txBox="1"/>
          <p:nvPr/>
        </p:nvSpPr>
        <p:spPr>
          <a:xfrm>
            <a:off x="3678024" y="4441595"/>
            <a:ext cx="1523174" cy="307777"/>
          </a:xfrm>
          <a:prstGeom prst="rect">
            <a:avLst/>
          </a:prstGeom>
          <a:noFill/>
        </p:spPr>
        <p:txBody>
          <a:bodyPr wrap="none" rtlCol="0">
            <a:spAutoFit/>
          </a:bodyPr>
          <a:lstStyle/>
          <a:p>
            <a:r>
              <a:rPr lang="en-US" sz="1400" dirty="0"/>
              <a:t>Plastic Interface</a:t>
            </a:r>
          </a:p>
        </p:txBody>
      </p:sp>
      <p:cxnSp>
        <p:nvCxnSpPr>
          <p:cNvPr id="17" name="Straight Arrow Connector 16">
            <a:extLst>
              <a:ext uri="{FF2B5EF4-FFF2-40B4-BE49-F238E27FC236}">
                <a16:creationId xmlns:a16="http://schemas.microsoft.com/office/drawing/2014/main" id="{4CBB817F-68C5-7EA9-01AD-39EF9BF620DD}"/>
              </a:ext>
            </a:extLst>
          </p:cNvPr>
          <p:cNvCxnSpPr>
            <a:cxnSpLocks/>
            <a:stCxn id="15" idx="3"/>
          </p:cNvCxnSpPr>
          <p:nvPr/>
        </p:nvCxnSpPr>
        <p:spPr>
          <a:xfrm flipV="1">
            <a:off x="5201198" y="4204355"/>
            <a:ext cx="1784064" cy="391129"/>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EC330CD-47B4-9E0F-58A8-05FF221DEE38}"/>
              </a:ext>
            </a:extLst>
          </p:cNvPr>
          <p:cNvSpPr txBox="1"/>
          <p:nvPr/>
        </p:nvSpPr>
        <p:spPr>
          <a:xfrm>
            <a:off x="3508342" y="2725917"/>
            <a:ext cx="1266693" cy="307777"/>
          </a:xfrm>
          <a:prstGeom prst="rect">
            <a:avLst/>
          </a:prstGeom>
          <a:noFill/>
        </p:spPr>
        <p:txBody>
          <a:bodyPr wrap="none" rtlCol="0">
            <a:spAutoFit/>
          </a:bodyPr>
          <a:lstStyle/>
          <a:p>
            <a:r>
              <a:rPr lang="en-US" sz="1400" dirty="0"/>
              <a:t>Carbon Fiber</a:t>
            </a:r>
          </a:p>
        </p:txBody>
      </p:sp>
      <p:cxnSp>
        <p:nvCxnSpPr>
          <p:cNvPr id="21" name="Straight Arrow Connector 20">
            <a:extLst>
              <a:ext uri="{FF2B5EF4-FFF2-40B4-BE49-F238E27FC236}">
                <a16:creationId xmlns:a16="http://schemas.microsoft.com/office/drawing/2014/main" id="{4F239F61-B694-CCB4-D91E-882C4F8EB4D0}"/>
              </a:ext>
            </a:extLst>
          </p:cNvPr>
          <p:cNvCxnSpPr>
            <a:cxnSpLocks/>
            <a:stCxn id="20" idx="3"/>
          </p:cNvCxnSpPr>
          <p:nvPr/>
        </p:nvCxnSpPr>
        <p:spPr>
          <a:xfrm>
            <a:off x="4775035" y="2879806"/>
            <a:ext cx="1503217" cy="363015"/>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6289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ACA7E-F3E1-1687-773D-C6908D495A93}"/>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699F0A81-8010-19A2-FB16-EEF367F6EC06}"/>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19</a:t>
            </a:fld>
            <a:endParaRPr lang="en-GB"/>
          </a:p>
        </p:txBody>
      </p:sp>
      <p:sp>
        <p:nvSpPr>
          <p:cNvPr id="9" name="Title 4">
            <a:extLst>
              <a:ext uri="{FF2B5EF4-FFF2-40B4-BE49-F238E27FC236}">
                <a16:creationId xmlns:a16="http://schemas.microsoft.com/office/drawing/2014/main" id="{4D9A1590-6A80-6841-A6A3-4318B43B718B}"/>
              </a:ext>
            </a:extLst>
          </p:cNvPr>
          <p:cNvSpPr>
            <a:spLocks noGrp="1"/>
          </p:cNvSpPr>
          <p:nvPr>
            <p:ph type="title"/>
          </p:nvPr>
        </p:nvSpPr>
        <p:spPr>
          <a:xfrm>
            <a:off x="169626" y="648621"/>
            <a:ext cx="8188819" cy="423340"/>
          </a:xfrm>
        </p:spPr>
        <p:txBody>
          <a:bodyPr/>
          <a:lstStyle/>
          <a:p>
            <a:r>
              <a:rPr lang="en-US" dirty="0">
                <a:solidFill>
                  <a:schemeClr val="accent5">
                    <a:lumMod val="50000"/>
                  </a:schemeClr>
                </a:solidFill>
              </a:rPr>
              <a:t>Design Guidelines</a:t>
            </a:r>
          </a:p>
        </p:txBody>
      </p:sp>
      <p:sp>
        <p:nvSpPr>
          <p:cNvPr id="3" name="TextBox 2">
            <a:extLst>
              <a:ext uri="{FF2B5EF4-FFF2-40B4-BE49-F238E27FC236}">
                <a16:creationId xmlns:a16="http://schemas.microsoft.com/office/drawing/2014/main" id="{E35C23C3-6226-3836-69D2-20712C6B4D3E}"/>
              </a:ext>
            </a:extLst>
          </p:cNvPr>
          <p:cNvSpPr txBox="1"/>
          <p:nvPr/>
        </p:nvSpPr>
        <p:spPr>
          <a:xfrm>
            <a:off x="245653" y="1144514"/>
            <a:ext cx="1170709" cy="369332"/>
          </a:xfrm>
          <a:prstGeom prst="rect">
            <a:avLst/>
          </a:prstGeom>
          <a:noFill/>
        </p:spPr>
        <p:txBody>
          <a:bodyPr wrap="square">
            <a:spAutoFit/>
          </a:bodyPr>
          <a:lstStyle/>
          <a:p>
            <a:r>
              <a:rPr lang="en-US" dirty="0"/>
              <a:t>X resting</a:t>
            </a:r>
          </a:p>
        </p:txBody>
      </p:sp>
      <p:sp>
        <p:nvSpPr>
          <p:cNvPr id="2" name="TextBox 1">
            <a:extLst>
              <a:ext uri="{FF2B5EF4-FFF2-40B4-BE49-F238E27FC236}">
                <a16:creationId xmlns:a16="http://schemas.microsoft.com/office/drawing/2014/main" id="{84F6820F-D628-B7C9-D9FE-6BF7230BDA86}"/>
              </a:ext>
            </a:extLst>
          </p:cNvPr>
          <p:cNvSpPr txBox="1"/>
          <p:nvPr/>
        </p:nvSpPr>
        <p:spPr>
          <a:xfrm>
            <a:off x="378691" y="5439046"/>
            <a:ext cx="11483109" cy="954107"/>
          </a:xfrm>
          <a:prstGeom prst="rect">
            <a:avLst/>
          </a:prstGeom>
          <a:noFill/>
        </p:spPr>
        <p:txBody>
          <a:bodyPr wrap="square">
            <a:spAutoFit/>
          </a:bodyPr>
          <a:lstStyle/>
          <a:p>
            <a:pPr marL="285750" indent="-285750">
              <a:buFont typeface="Arial" panose="020B0604020202020204" pitchFamily="34" charset="0"/>
              <a:buChar char="•"/>
            </a:pPr>
            <a:r>
              <a:rPr lang="en-US" sz="1400" dirty="0"/>
              <a:t>X resting of the part to be provided as per 3-2-1 principle. </a:t>
            </a:r>
          </a:p>
          <a:p>
            <a:endParaRPr lang="en-US" sz="1400" dirty="0"/>
          </a:p>
          <a:p>
            <a:r>
              <a:rPr lang="en-US" sz="1400" b="1" dirty="0"/>
              <a:t>** Supplier Requirement</a:t>
            </a:r>
            <a:r>
              <a:rPr lang="en-US" sz="1400" dirty="0"/>
              <a:t>: For Carbon fiber parts X support does not rest on the C channel face as the carbon fiber material is stiff it might result the clips to not engage during fixing hence need to keep a gap of </a:t>
            </a:r>
            <a:r>
              <a:rPr lang="en-US" sz="1400" b="1" dirty="0"/>
              <a:t>0.5mm</a:t>
            </a:r>
            <a:r>
              <a:rPr lang="en-US" sz="1400" dirty="0"/>
              <a:t> instead of resting.</a:t>
            </a:r>
          </a:p>
        </p:txBody>
      </p:sp>
      <p:pic>
        <p:nvPicPr>
          <p:cNvPr id="8" name="Picture 7">
            <a:extLst>
              <a:ext uri="{FF2B5EF4-FFF2-40B4-BE49-F238E27FC236}">
                <a16:creationId xmlns:a16="http://schemas.microsoft.com/office/drawing/2014/main" id="{7013855B-3878-37EA-BF82-226998664577}"/>
              </a:ext>
            </a:extLst>
          </p:cNvPr>
          <p:cNvPicPr>
            <a:picLocks noChangeAspect="1"/>
          </p:cNvPicPr>
          <p:nvPr/>
        </p:nvPicPr>
        <p:blipFill>
          <a:blip r:embed="rId3"/>
          <a:stretch>
            <a:fillRect/>
          </a:stretch>
        </p:blipFill>
        <p:spPr>
          <a:xfrm>
            <a:off x="3503785" y="1069609"/>
            <a:ext cx="3630058" cy="4279280"/>
          </a:xfrm>
          <a:prstGeom prst="rect">
            <a:avLst/>
          </a:prstGeom>
          <a:ln>
            <a:solidFill>
              <a:schemeClr val="tx1"/>
            </a:solidFill>
          </a:ln>
        </p:spPr>
      </p:pic>
      <p:pic>
        <p:nvPicPr>
          <p:cNvPr id="11" name="Picture 10">
            <a:extLst>
              <a:ext uri="{FF2B5EF4-FFF2-40B4-BE49-F238E27FC236}">
                <a16:creationId xmlns:a16="http://schemas.microsoft.com/office/drawing/2014/main" id="{3C1E7955-73DB-7F23-C6B5-8BC88BFA0DFF}"/>
              </a:ext>
            </a:extLst>
          </p:cNvPr>
          <p:cNvPicPr>
            <a:picLocks noChangeAspect="1"/>
          </p:cNvPicPr>
          <p:nvPr/>
        </p:nvPicPr>
        <p:blipFill>
          <a:blip r:embed="rId4">
            <a:clrChange>
              <a:clrFrom>
                <a:srgbClr val="3B6680"/>
              </a:clrFrom>
              <a:clrTo>
                <a:srgbClr val="3B6680">
                  <a:alpha val="0"/>
                </a:srgbClr>
              </a:clrTo>
            </a:clrChange>
          </a:blip>
          <a:stretch>
            <a:fillRect/>
          </a:stretch>
        </p:blipFill>
        <p:spPr>
          <a:xfrm>
            <a:off x="7513801" y="1782092"/>
            <a:ext cx="4145858" cy="1605504"/>
          </a:xfrm>
          <a:prstGeom prst="rect">
            <a:avLst/>
          </a:prstGeom>
        </p:spPr>
      </p:pic>
      <p:grpSp>
        <p:nvGrpSpPr>
          <p:cNvPr id="23" name="Group 22">
            <a:extLst>
              <a:ext uri="{FF2B5EF4-FFF2-40B4-BE49-F238E27FC236}">
                <a16:creationId xmlns:a16="http://schemas.microsoft.com/office/drawing/2014/main" id="{35D08A68-DBBD-E0AF-6A5F-3F0B012E9AA9}"/>
              </a:ext>
            </a:extLst>
          </p:cNvPr>
          <p:cNvGrpSpPr/>
          <p:nvPr/>
        </p:nvGrpSpPr>
        <p:grpSpPr>
          <a:xfrm>
            <a:off x="8529960" y="1415018"/>
            <a:ext cx="443060" cy="1502120"/>
            <a:chOff x="8748074" y="1329180"/>
            <a:chExt cx="443060" cy="1502120"/>
          </a:xfrm>
        </p:grpSpPr>
        <p:cxnSp>
          <p:nvCxnSpPr>
            <p:cNvPr id="13" name="Straight Connector 12">
              <a:extLst>
                <a:ext uri="{FF2B5EF4-FFF2-40B4-BE49-F238E27FC236}">
                  <a16:creationId xmlns:a16="http://schemas.microsoft.com/office/drawing/2014/main" id="{379C25CF-EA79-8280-7969-C9888790BA75}"/>
                </a:ext>
              </a:extLst>
            </p:cNvPr>
            <p:cNvCxnSpPr>
              <a:cxnSpLocks/>
            </p:cNvCxnSpPr>
            <p:nvPr/>
          </p:nvCxnSpPr>
          <p:spPr>
            <a:xfrm>
              <a:off x="9191134" y="1564849"/>
              <a:ext cx="0" cy="1046375"/>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83A63AA-95ED-32DE-452B-64DDF7DF2889}"/>
                </a:ext>
              </a:extLst>
            </p:cNvPr>
            <p:cNvCxnSpPr>
              <a:cxnSpLocks/>
            </p:cNvCxnSpPr>
            <p:nvPr/>
          </p:nvCxnSpPr>
          <p:spPr>
            <a:xfrm>
              <a:off x="8823489" y="1640264"/>
              <a:ext cx="348791" cy="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62C91CE-2161-2CE2-2AC5-B490E5CAE329}"/>
                </a:ext>
              </a:extLst>
            </p:cNvPr>
            <p:cNvCxnSpPr>
              <a:cxnSpLocks/>
            </p:cNvCxnSpPr>
            <p:nvPr/>
          </p:nvCxnSpPr>
          <p:spPr>
            <a:xfrm>
              <a:off x="8815633" y="2509101"/>
              <a:ext cx="348791" cy="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1C615CD-E7EE-2F5F-B06A-3C560AEBA97E}"/>
                </a:ext>
              </a:extLst>
            </p:cNvPr>
            <p:cNvSpPr txBox="1"/>
            <p:nvPr/>
          </p:nvSpPr>
          <p:spPr>
            <a:xfrm>
              <a:off x="8748074" y="1329180"/>
              <a:ext cx="338554" cy="369332"/>
            </a:xfrm>
            <a:prstGeom prst="rect">
              <a:avLst/>
            </a:prstGeom>
            <a:noFill/>
          </p:spPr>
          <p:txBody>
            <a:bodyPr wrap="none" rtlCol="0">
              <a:spAutoFit/>
            </a:bodyPr>
            <a:lstStyle/>
            <a:p>
              <a:r>
                <a:rPr lang="en-US" dirty="0">
                  <a:solidFill>
                    <a:srgbClr val="C00000"/>
                  </a:solidFill>
                </a:rPr>
                <a:t>A</a:t>
              </a:r>
            </a:p>
          </p:txBody>
        </p:sp>
        <p:sp>
          <p:nvSpPr>
            <p:cNvPr id="21" name="TextBox 20">
              <a:extLst>
                <a:ext uri="{FF2B5EF4-FFF2-40B4-BE49-F238E27FC236}">
                  <a16:creationId xmlns:a16="http://schemas.microsoft.com/office/drawing/2014/main" id="{486D0292-BA88-2CA1-2728-879E3D23C406}"/>
                </a:ext>
              </a:extLst>
            </p:cNvPr>
            <p:cNvSpPr txBox="1"/>
            <p:nvPr/>
          </p:nvSpPr>
          <p:spPr>
            <a:xfrm>
              <a:off x="8759072" y="2461968"/>
              <a:ext cx="338554" cy="369332"/>
            </a:xfrm>
            <a:prstGeom prst="rect">
              <a:avLst/>
            </a:prstGeom>
            <a:noFill/>
          </p:spPr>
          <p:txBody>
            <a:bodyPr wrap="none" rtlCol="0">
              <a:spAutoFit/>
            </a:bodyPr>
            <a:lstStyle/>
            <a:p>
              <a:r>
                <a:rPr lang="en-US" dirty="0">
                  <a:solidFill>
                    <a:srgbClr val="C00000"/>
                  </a:solidFill>
                </a:rPr>
                <a:t>A</a:t>
              </a:r>
            </a:p>
          </p:txBody>
        </p:sp>
      </p:grpSp>
      <p:sp>
        <p:nvSpPr>
          <p:cNvPr id="22" name="TextBox 21">
            <a:extLst>
              <a:ext uri="{FF2B5EF4-FFF2-40B4-BE49-F238E27FC236}">
                <a16:creationId xmlns:a16="http://schemas.microsoft.com/office/drawing/2014/main" id="{61A5EB13-7CE7-4E7F-8377-334A12C27B9B}"/>
              </a:ext>
            </a:extLst>
          </p:cNvPr>
          <p:cNvSpPr txBox="1"/>
          <p:nvPr/>
        </p:nvSpPr>
        <p:spPr>
          <a:xfrm>
            <a:off x="4824274" y="1045686"/>
            <a:ext cx="1479892" cy="369332"/>
          </a:xfrm>
          <a:prstGeom prst="rect">
            <a:avLst/>
          </a:prstGeom>
          <a:noFill/>
        </p:spPr>
        <p:txBody>
          <a:bodyPr wrap="none" rtlCol="0">
            <a:spAutoFit/>
          </a:bodyPr>
          <a:lstStyle/>
          <a:p>
            <a:r>
              <a:rPr lang="en-US" dirty="0">
                <a:solidFill>
                  <a:srgbClr val="C00000"/>
                </a:solidFill>
                <a:highlight>
                  <a:srgbClr val="FFFF00"/>
                </a:highlight>
              </a:rPr>
              <a:t>Section A-A</a:t>
            </a:r>
          </a:p>
        </p:txBody>
      </p:sp>
    </p:spTree>
    <p:extLst>
      <p:ext uri="{BB962C8B-B14F-4D97-AF65-F5344CB8AC3E}">
        <p14:creationId xmlns:p14="http://schemas.microsoft.com/office/powerpoint/2010/main" val="15866895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20</a:t>
            </a:fld>
            <a:endParaRPr lang="en-GB"/>
          </a:p>
        </p:txBody>
      </p:sp>
      <p:sp>
        <p:nvSpPr>
          <p:cNvPr id="9" name="Title 4">
            <a:extLst>
              <a:ext uri="{FF2B5EF4-FFF2-40B4-BE49-F238E27FC236}">
                <a16:creationId xmlns:a16="http://schemas.microsoft.com/office/drawing/2014/main" id="{C39D7084-87F8-5246-A98C-03B2FD187E0F}"/>
              </a:ext>
            </a:extLst>
          </p:cNvPr>
          <p:cNvSpPr>
            <a:spLocks noGrp="1"/>
          </p:cNvSpPr>
          <p:nvPr>
            <p:ph type="title"/>
          </p:nvPr>
        </p:nvSpPr>
        <p:spPr>
          <a:xfrm>
            <a:off x="228349" y="849279"/>
            <a:ext cx="8188819" cy="423340"/>
          </a:xfrm>
        </p:spPr>
        <p:txBody>
          <a:bodyPr/>
          <a:lstStyle/>
          <a:p>
            <a:r>
              <a:rPr lang="en-US" dirty="0">
                <a:solidFill>
                  <a:schemeClr val="accent5">
                    <a:lumMod val="50000"/>
                  </a:schemeClr>
                </a:solidFill>
              </a:rPr>
              <a:t>Design Guidelines</a:t>
            </a:r>
          </a:p>
        </p:txBody>
      </p:sp>
      <p:sp>
        <p:nvSpPr>
          <p:cNvPr id="3" name="TextBox 2">
            <a:extLst>
              <a:ext uri="{FF2B5EF4-FFF2-40B4-BE49-F238E27FC236}">
                <a16:creationId xmlns:a16="http://schemas.microsoft.com/office/drawing/2014/main" id="{1BBFC2B9-3F8F-51D6-D849-2F232ED9554F}"/>
              </a:ext>
            </a:extLst>
          </p:cNvPr>
          <p:cNvSpPr txBox="1"/>
          <p:nvPr/>
        </p:nvSpPr>
        <p:spPr>
          <a:xfrm>
            <a:off x="378691" y="1311625"/>
            <a:ext cx="6096000" cy="369332"/>
          </a:xfrm>
          <a:prstGeom prst="rect">
            <a:avLst/>
          </a:prstGeom>
          <a:noFill/>
        </p:spPr>
        <p:txBody>
          <a:bodyPr wrap="square">
            <a:spAutoFit/>
          </a:bodyPr>
          <a:lstStyle/>
          <a:p>
            <a:r>
              <a:rPr lang="en-US" dirty="0"/>
              <a:t>MINIMUM RADII</a:t>
            </a:r>
          </a:p>
        </p:txBody>
      </p:sp>
      <p:sp>
        <p:nvSpPr>
          <p:cNvPr id="7" name="TextBox 6">
            <a:extLst>
              <a:ext uri="{FF2B5EF4-FFF2-40B4-BE49-F238E27FC236}">
                <a16:creationId xmlns:a16="http://schemas.microsoft.com/office/drawing/2014/main" id="{2B6C90CC-BD90-1653-8B34-E26D502D040C}"/>
              </a:ext>
            </a:extLst>
          </p:cNvPr>
          <p:cNvSpPr txBox="1"/>
          <p:nvPr/>
        </p:nvSpPr>
        <p:spPr>
          <a:xfrm>
            <a:off x="665017" y="1681264"/>
            <a:ext cx="11037455" cy="646331"/>
          </a:xfrm>
          <a:prstGeom prst="rect">
            <a:avLst/>
          </a:prstGeom>
          <a:noFill/>
        </p:spPr>
        <p:txBody>
          <a:bodyPr wrap="square">
            <a:spAutoFit/>
          </a:bodyPr>
          <a:lstStyle/>
          <a:p>
            <a:r>
              <a:rPr lang="en-US" dirty="0"/>
              <a:t>The minimum radii allowed are 1mm. Lower values may be used only if appropriate DFM has been carried out with the supplier of the component.</a:t>
            </a:r>
          </a:p>
        </p:txBody>
      </p:sp>
      <p:pic>
        <p:nvPicPr>
          <p:cNvPr id="10" name="Picture 9">
            <a:extLst>
              <a:ext uri="{FF2B5EF4-FFF2-40B4-BE49-F238E27FC236}">
                <a16:creationId xmlns:a16="http://schemas.microsoft.com/office/drawing/2014/main" id="{614BA345-9668-98CB-4728-B133F45B2BE9}"/>
              </a:ext>
            </a:extLst>
          </p:cNvPr>
          <p:cNvPicPr>
            <a:picLocks noChangeAspect="1"/>
          </p:cNvPicPr>
          <p:nvPr/>
        </p:nvPicPr>
        <p:blipFill>
          <a:blip r:embed="rId3"/>
          <a:stretch>
            <a:fillRect/>
          </a:stretch>
        </p:blipFill>
        <p:spPr>
          <a:xfrm>
            <a:off x="3926117" y="2618485"/>
            <a:ext cx="4369471" cy="3413803"/>
          </a:xfrm>
          <a:prstGeom prst="rect">
            <a:avLst/>
          </a:prstGeom>
          <a:ln>
            <a:solidFill>
              <a:schemeClr val="tx1"/>
            </a:solidFill>
          </a:ln>
        </p:spPr>
      </p:pic>
    </p:spTree>
    <p:extLst>
      <p:ext uri="{BB962C8B-B14F-4D97-AF65-F5344CB8AC3E}">
        <p14:creationId xmlns:p14="http://schemas.microsoft.com/office/powerpoint/2010/main" val="25798996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21</a:t>
            </a:fld>
            <a:endParaRPr lang="en-GB"/>
          </a:p>
        </p:txBody>
      </p:sp>
      <p:sp>
        <p:nvSpPr>
          <p:cNvPr id="9" name="Title 4">
            <a:extLst>
              <a:ext uri="{FF2B5EF4-FFF2-40B4-BE49-F238E27FC236}">
                <a16:creationId xmlns:a16="http://schemas.microsoft.com/office/drawing/2014/main" id="{C39D7084-87F8-5246-A98C-03B2FD187E0F}"/>
              </a:ext>
            </a:extLst>
          </p:cNvPr>
          <p:cNvSpPr>
            <a:spLocks noGrp="1"/>
          </p:cNvSpPr>
          <p:nvPr>
            <p:ph type="title"/>
          </p:nvPr>
        </p:nvSpPr>
        <p:spPr>
          <a:xfrm>
            <a:off x="228349" y="849279"/>
            <a:ext cx="8188819" cy="423340"/>
          </a:xfrm>
        </p:spPr>
        <p:txBody>
          <a:bodyPr/>
          <a:lstStyle/>
          <a:p>
            <a:r>
              <a:rPr lang="en-US" dirty="0">
                <a:solidFill>
                  <a:schemeClr val="accent5">
                    <a:lumMod val="50000"/>
                  </a:schemeClr>
                </a:solidFill>
              </a:rPr>
              <a:t>Design Guidelines</a:t>
            </a:r>
          </a:p>
        </p:txBody>
      </p:sp>
      <p:sp>
        <p:nvSpPr>
          <p:cNvPr id="3" name="TextBox 2">
            <a:extLst>
              <a:ext uri="{FF2B5EF4-FFF2-40B4-BE49-F238E27FC236}">
                <a16:creationId xmlns:a16="http://schemas.microsoft.com/office/drawing/2014/main" id="{1BBFC2B9-3F8F-51D6-D849-2F232ED9554F}"/>
              </a:ext>
            </a:extLst>
          </p:cNvPr>
          <p:cNvSpPr txBox="1"/>
          <p:nvPr/>
        </p:nvSpPr>
        <p:spPr>
          <a:xfrm>
            <a:off x="378691" y="1311625"/>
            <a:ext cx="6096000" cy="369332"/>
          </a:xfrm>
          <a:prstGeom prst="rect">
            <a:avLst/>
          </a:prstGeom>
          <a:noFill/>
        </p:spPr>
        <p:txBody>
          <a:bodyPr wrap="square">
            <a:spAutoFit/>
          </a:bodyPr>
          <a:lstStyle/>
          <a:p>
            <a:r>
              <a:rPr lang="en-US" dirty="0"/>
              <a:t>EDGE CONDITION</a:t>
            </a:r>
          </a:p>
        </p:txBody>
      </p:sp>
      <p:sp>
        <p:nvSpPr>
          <p:cNvPr id="7" name="TextBox 6">
            <a:extLst>
              <a:ext uri="{FF2B5EF4-FFF2-40B4-BE49-F238E27FC236}">
                <a16:creationId xmlns:a16="http://schemas.microsoft.com/office/drawing/2014/main" id="{2B6C90CC-BD90-1653-8B34-E26D502D040C}"/>
              </a:ext>
            </a:extLst>
          </p:cNvPr>
          <p:cNvSpPr txBox="1"/>
          <p:nvPr/>
        </p:nvSpPr>
        <p:spPr>
          <a:xfrm>
            <a:off x="665017" y="1681264"/>
            <a:ext cx="11037455" cy="646331"/>
          </a:xfrm>
          <a:prstGeom prst="rect">
            <a:avLst/>
          </a:prstGeom>
          <a:noFill/>
        </p:spPr>
        <p:txBody>
          <a:bodyPr wrap="square">
            <a:spAutoFit/>
          </a:bodyPr>
          <a:lstStyle/>
          <a:p>
            <a:r>
              <a:rPr lang="en-US" dirty="0"/>
              <a:t>The minimum distance allowed are 3mm. Lower values may be used only if appropriate DFM has been carried out with the supplier of the component.</a:t>
            </a:r>
          </a:p>
        </p:txBody>
      </p:sp>
      <p:pic>
        <p:nvPicPr>
          <p:cNvPr id="4" name="Picture 3">
            <a:extLst>
              <a:ext uri="{FF2B5EF4-FFF2-40B4-BE49-F238E27FC236}">
                <a16:creationId xmlns:a16="http://schemas.microsoft.com/office/drawing/2014/main" id="{F877999A-D678-88A2-486B-3E5833B72658}"/>
              </a:ext>
            </a:extLst>
          </p:cNvPr>
          <p:cNvPicPr>
            <a:picLocks noChangeAspect="1"/>
          </p:cNvPicPr>
          <p:nvPr/>
        </p:nvPicPr>
        <p:blipFill>
          <a:blip r:embed="rId3"/>
          <a:stretch>
            <a:fillRect/>
          </a:stretch>
        </p:blipFill>
        <p:spPr>
          <a:xfrm>
            <a:off x="174073" y="2769850"/>
            <a:ext cx="5423463" cy="1884749"/>
          </a:xfrm>
          <a:prstGeom prst="rect">
            <a:avLst/>
          </a:prstGeom>
        </p:spPr>
      </p:pic>
      <p:pic>
        <p:nvPicPr>
          <p:cNvPr id="6" name="Picture 5">
            <a:extLst>
              <a:ext uri="{FF2B5EF4-FFF2-40B4-BE49-F238E27FC236}">
                <a16:creationId xmlns:a16="http://schemas.microsoft.com/office/drawing/2014/main" id="{9E6510C5-5AEC-2FD1-A1F9-BDDDB06E4C8D}"/>
              </a:ext>
            </a:extLst>
          </p:cNvPr>
          <p:cNvPicPr>
            <a:picLocks noChangeAspect="1"/>
          </p:cNvPicPr>
          <p:nvPr/>
        </p:nvPicPr>
        <p:blipFill>
          <a:blip r:embed="rId4"/>
          <a:stretch>
            <a:fillRect/>
          </a:stretch>
        </p:blipFill>
        <p:spPr>
          <a:xfrm>
            <a:off x="5778438" y="2562991"/>
            <a:ext cx="5277459" cy="2719957"/>
          </a:xfrm>
          <a:prstGeom prst="rect">
            <a:avLst/>
          </a:prstGeom>
          <a:ln>
            <a:solidFill>
              <a:schemeClr val="tx1"/>
            </a:solidFill>
          </a:ln>
        </p:spPr>
      </p:pic>
      <p:sp>
        <p:nvSpPr>
          <p:cNvPr id="8" name="TextBox 7">
            <a:extLst>
              <a:ext uri="{FF2B5EF4-FFF2-40B4-BE49-F238E27FC236}">
                <a16:creationId xmlns:a16="http://schemas.microsoft.com/office/drawing/2014/main" id="{7B1F9062-59D3-4955-DB96-09D2C4000C11}"/>
              </a:ext>
            </a:extLst>
          </p:cNvPr>
          <p:cNvSpPr txBox="1"/>
          <p:nvPr/>
        </p:nvSpPr>
        <p:spPr>
          <a:xfrm>
            <a:off x="378691" y="5743717"/>
            <a:ext cx="11416230" cy="646331"/>
          </a:xfrm>
          <a:prstGeom prst="rect">
            <a:avLst/>
          </a:prstGeom>
          <a:noFill/>
        </p:spPr>
        <p:txBody>
          <a:bodyPr wrap="square">
            <a:spAutoFit/>
          </a:bodyPr>
          <a:lstStyle/>
          <a:p>
            <a:pPr marL="285750" indent="-285750">
              <a:buFont typeface="Arial" panose="020B0604020202020204" pitchFamily="34" charset="0"/>
              <a:buChar char="•"/>
            </a:pPr>
            <a:r>
              <a:rPr lang="en-US" b="1" dirty="0"/>
              <a:t>For plastic parts also any hole, slot or similar feature should maintain a minimum edge distance of 3mm.</a:t>
            </a:r>
          </a:p>
        </p:txBody>
      </p:sp>
    </p:spTree>
    <p:extLst>
      <p:ext uri="{BB962C8B-B14F-4D97-AF65-F5344CB8AC3E}">
        <p14:creationId xmlns:p14="http://schemas.microsoft.com/office/powerpoint/2010/main" val="36888913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22</a:t>
            </a:fld>
            <a:endParaRPr lang="en-GB"/>
          </a:p>
        </p:txBody>
      </p:sp>
      <p:sp>
        <p:nvSpPr>
          <p:cNvPr id="9" name="Title 4">
            <a:extLst>
              <a:ext uri="{FF2B5EF4-FFF2-40B4-BE49-F238E27FC236}">
                <a16:creationId xmlns:a16="http://schemas.microsoft.com/office/drawing/2014/main" id="{C39D7084-87F8-5246-A98C-03B2FD187E0F}"/>
              </a:ext>
            </a:extLst>
          </p:cNvPr>
          <p:cNvSpPr>
            <a:spLocks noGrp="1"/>
          </p:cNvSpPr>
          <p:nvPr>
            <p:ph type="title"/>
          </p:nvPr>
        </p:nvSpPr>
        <p:spPr>
          <a:xfrm>
            <a:off x="228349" y="849279"/>
            <a:ext cx="8188819" cy="423340"/>
          </a:xfrm>
        </p:spPr>
        <p:txBody>
          <a:bodyPr/>
          <a:lstStyle/>
          <a:p>
            <a:r>
              <a:rPr lang="en-US" dirty="0">
                <a:solidFill>
                  <a:schemeClr val="accent5">
                    <a:lumMod val="50000"/>
                  </a:schemeClr>
                </a:solidFill>
              </a:rPr>
              <a:t>Design Guidelines</a:t>
            </a:r>
          </a:p>
        </p:txBody>
      </p:sp>
      <p:sp>
        <p:nvSpPr>
          <p:cNvPr id="3" name="TextBox 2">
            <a:extLst>
              <a:ext uri="{FF2B5EF4-FFF2-40B4-BE49-F238E27FC236}">
                <a16:creationId xmlns:a16="http://schemas.microsoft.com/office/drawing/2014/main" id="{1BBFC2B9-3F8F-51D6-D849-2F232ED9554F}"/>
              </a:ext>
            </a:extLst>
          </p:cNvPr>
          <p:cNvSpPr txBox="1"/>
          <p:nvPr/>
        </p:nvSpPr>
        <p:spPr>
          <a:xfrm>
            <a:off x="378691" y="1311625"/>
            <a:ext cx="6096000" cy="369332"/>
          </a:xfrm>
          <a:prstGeom prst="rect">
            <a:avLst/>
          </a:prstGeom>
          <a:noFill/>
        </p:spPr>
        <p:txBody>
          <a:bodyPr wrap="square">
            <a:spAutoFit/>
          </a:bodyPr>
          <a:lstStyle/>
          <a:p>
            <a:r>
              <a:rPr lang="en-US" dirty="0"/>
              <a:t>Abruption In Filleting</a:t>
            </a:r>
          </a:p>
        </p:txBody>
      </p:sp>
      <p:pic>
        <p:nvPicPr>
          <p:cNvPr id="4" name="Picture 3">
            <a:extLst>
              <a:ext uri="{FF2B5EF4-FFF2-40B4-BE49-F238E27FC236}">
                <a16:creationId xmlns:a16="http://schemas.microsoft.com/office/drawing/2014/main" id="{53B77D18-777B-1ABC-D677-2F58BD54072A}"/>
              </a:ext>
            </a:extLst>
          </p:cNvPr>
          <p:cNvPicPr>
            <a:picLocks noChangeAspect="1"/>
          </p:cNvPicPr>
          <p:nvPr/>
        </p:nvPicPr>
        <p:blipFill>
          <a:blip r:embed="rId3"/>
          <a:stretch>
            <a:fillRect/>
          </a:stretch>
        </p:blipFill>
        <p:spPr>
          <a:xfrm>
            <a:off x="7281347" y="430651"/>
            <a:ext cx="3172268" cy="1924319"/>
          </a:xfrm>
          <a:prstGeom prst="rect">
            <a:avLst/>
          </a:prstGeom>
        </p:spPr>
      </p:pic>
      <p:pic>
        <p:nvPicPr>
          <p:cNvPr id="7" name="Picture 6">
            <a:extLst>
              <a:ext uri="{FF2B5EF4-FFF2-40B4-BE49-F238E27FC236}">
                <a16:creationId xmlns:a16="http://schemas.microsoft.com/office/drawing/2014/main" id="{BAA8F670-3765-B55E-7521-EC18C0B45323}"/>
              </a:ext>
            </a:extLst>
          </p:cNvPr>
          <p:cNvPicPr>
            <a:picLocks noChangeAspect="1"/>
          </p:cNvPicPr>
          <p:nvPr/>
        </p:nvPicPr>
        <p:blipFill>
          <a:blip r:embed="rId4"/>
          <a:stretch>
            <a:fillRect/>
          </a:stretch>
        </p:blipFill>
        <p:spPr>
          <a:xfrm>
            <a:off x="7041098" y="2888459"/>
            <a:ext cx="4048690" cy="2419688"/>
          </a:xfrm>
          <a:prstGeom prst="rect">
            <a:avLst/>
          </a:prstGeom>
        </p:spPr>
      </p:pic>
      <p:pic>
        <p:nvPicPr>
          <p:cNvPr id="8" name="Picture 7">
            <a:extLst>
              <a:ext uri="{FF2B5EF4-FFF2-40B4-BE49-F238E27FC236}">
                <a16:creationId xmlns:a16="http://schemas.microsoft.com/office/drawing/2014/main" id="{A71DFDCC-DA61-F1EA-A049-C490C3B6226A}"/>
              </a:ext>
            </a:extLst>
          </p:cNvPr>
          <p:cNvPicPr>
            <a:picLocks noChangeAspect="1"/>
          </p:cNvPicPr>
          <p:nvPr/>
        </p:nvPicPr>
        <p:blipFill>
          <a:blip r:embed="rId5"/>
          <a:stretch>
            <a:fillRect/>
          </a:stretch>
        </p:blipFill>
        <p:spPr>
          <a:xfrm>
            <a:off x="10699459" y="1056698"/>
            <a:ext cx="774259" cy="877900"/>
          </a:xfrm>
          <a:prstGeom prst="rect">
            <a:avLst/>
          </a:prstGeom>
        </p:spPr>
      </p:pic>
      <p:pic>
        <p:nvPicPr>
          <p:cNvPr id="10" name="Picture 9">
            <a:extLst>
              <a:ext uri="{FF2B5EF4-FFF2-40B4-BE49-F238E27FC236}">
                <a16:creationId xmlns:a16="http://schemas.microsoft.com/office/drawing/2014/main" id="{D0DDF84A-231B-7A7F-42E6-83AF4F0777C3}"/>
              </a:ext>
            </a:extLst>
          </p:cNvPr>
          <p:cNvPicPr>
            <a:picLocks noChangeAspect="1"/>
          </p:cNvPicPr>
          <p:nvPr/>
        </p:nvPicPr>
        <p:blipFill>
          <a:blip r:embed="rId6"/>
          <a:stretch>
            <a:fillRect/>
          </a:stretch>
        </p:blipFill>
        <p:spPr>
          <a:xfrm>
            <a:off x="11230805" y="3859035"/>
            <a:ext cx="682811" cy="853514"/>
          </a:xfrm>
          <a:prstGeom prst="rect">
            <a:avLst/>
          </a:prstGeom>
        </p:spPr>
      </p:pic>
      <p:pic>
        <p:nvPicPr>
          <p:cNvPr id="12" name="Picture 11">
            <a:extLst>
              <a:ext uri="{FF2B5EF4-FFF2-40B4-BE49-F238E27FC236}">
                <a16:creationId xmlns:a16="http://schemas.microsoft.com/office/drawing/2014/main" id="{F5D6DB1D-8E6A-591C-60D8-8F401D1363F5}"/>
              </a:ext>
            </a:extLst>
          </p:cNvPr>
          <p:cNvPicPr>
            <a:picLocks noChangeAspect="1"/>
          </p:cNvPicPr>
          <p:nvPr/>
        </p:nvPicPr>
        <p:blipFill>
          <a:blip r:embed="rId7"/>
          <a:stretch>
            <a:fillRect/>
          </a:stretch>
        </p:blipFill>
        <p:spPr>
          <a:xfrm>
            <a:off x="849067" y="2144225"/>
            <a:ext cx="4686954" cy="3229426"/>
          </a:xfrm>
          <a:prstGeom prst="rect">
            <a:avLst/>
          </a:prstGeom>
        </p:spPr>
      </p:pic>
      <p:sp>
        <p:nvSpPr>
          <p:cNvPr id="13" name="TextBox 12">
            <a:extLst>
              <a:ext uri="{FF2B5EF4-FFF2-40B4-BE49-F238E27FC236}">
                <a16:creationId xmlns:a16="http://schemas.microsoft.com/office/drawing/2014/main" id="{389877F1-223F-3017-982F-CC2F9F10D5A6}"/>
              </a:ext>
            </a:extLst>
          </p:cNvPr>
          <p:cNvSpPr txBox="1"/>
          <p:nvPr/>
        </p:nvSpPr>
        <p:spPr>
          <a:xfrm>
            <a:off x="933253" y="5373278"/>
            <a:ext cx="4395755" cy="307777"/>
          </a:xfrm>
          <a:prstGeom prst="rect">
            <a:avLst/>
          </a:prstGeom>
          <a:noFill/>
          <a:ln>
            <a:solidFill>
              <a:schemeClr val="tx1"/>
            </a:solidFill>
          </a:ln>
        </p:spPr>
        <p:txBody>
          <a:bodyPr wrap="none" rtlCol="0">
            <a:spAutoFit/>
          </a:bodyPr>
          <a:lstStyle/>
          <a:p>
            <a:r>
              <a:rPr lang="en-US" sz="1400" dirty="0"/>
              <a:t>Yellow highlighted surface has abrupted in filleting </a:t>
            </a:r>
          </a:p>
        </p:txBody>
      </p:sp>
    </p:spTree>
    <p:extLst>
      <p:ext uri="{BB962C8B-B14F-4D97-AF65-F5344CB8AC3E}">
        <p14:creationId xmlns:p14="http://schemas.microsoft.com/office/powerpoint/2010/main" val="37476950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4AE8C-C006-09F7-F8FA-764D95FE4016}"/>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EDD7C354-52DB-82B3-72AF-F83EDC49D848}"/>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23</a:t>
            </a:fld>
            <a:endParaRPr lang="en-GB"/>
          </a:p>
        </p:txBody>
      </p:sp>
      <p:sp>
        <p:nvSpPr>
          <p:cNvPr id="9" name="Title 4">
            <a:extLst>
              <a:ext uri="{FF2B5EF4-FFF2-40B4-BE49-F238E27FC236}">
                <a16:creationId xmlns:a16="http://schemas.microsoft.com/office/drawing/2014/main" id="{F698F9AA-3D51-6646-E509-EDF2705D0D22}"/>
              </a:ext>
            </a:extLst>
          </p:cNvPr>
          <p:cNvSpPr>
            <a:spLocks noGrp="1"/>
          </p:cNvSpPr>
          <p:nvPr>
            <p:ph type="title"/>
          </p:nvPr>
        </p:nvSpPr>
        <p:spPr>
          <a:xfrm>
            <a:off x="228349" y="849279"/>
            <a:ext cx="8188819" cy="423340"/>
          </a:xfrm>
        </p:spPr>
        <p:txBody>
          <a:bodyPr/>
          <a:lstStyle/>
          <a:p>
            <a:r>
              <a:rPr lang="en-US" dirty="0">
                <a:solidFill>
                  <a:schemeClr val="accent5">
                    <a:lumMod val="50000"/>
                  </a:schemeClr>
                </a:solidFill>
              </a:rPr>
              <a:t>Design Guidelines</a:t>
            </a:r>
          </a:p>
        </p:txBody>
      </p:sp>
      <p:sp>
        <p:nvSpPr>
          <p:cNvPr id="3" name="TextBox 2">
            <a:extLst>
              <a:ext uri="{FF2B5EF4-FFF2-40B4-BE49-F238E27FC236}">
                <a16:creationId xmlns:a16="http://schemas.microsoft.com/office/drawing/2014/main" id="{FF8762A6-1966-1920-0C22-327D37C1D5B4}"/>
              </a:ext>
            </a:extLst>
          </p:cNvPr>
          <p:cNvSpPr txBox="1"/>
          <p:nvPr/>
        </p:nvSpPr>
        <p:spPr>
          <a:xfrm>
            <a:off x="378691" y="1311625"/>
            <a:ext cx="6096000" cy="369332"/>
          </a:xfrm>
          <a:prstGeom prst="rect">
            <a:avLst/>
          </a:prstGeom>
          <a:noFill/>
        </p:spPr>
        <p:txBody>
          <a:bodyPr wrap="square">
            <a:spAutoFit/>
          </a:bodyPr>
          <a:lstStyle/>
          <a:p>
            <a:r>
              <a:rPr lang="en-US" dirty="0"/>
              <a:t>Undercut in Tool</a:t>
            </a:r>
          </a:p>
        </p:txBody>
      </p:sp>
      <p:pic>
        <p:nvPicPr>
          <p:cNvPr id="4" name="Picture 3">
            <a:extLst>
              <a:ext uri="{FF2B5EF4-FFF2-40B4-BE49-F238E27FC236}">
                <a16:creationId xmlns:a16="http://schemas.microsoft.com/office/drawing/2014/main" id="{BF796987-EAD1-0901-82FF-F0C56B935F3F}"/>
              </a:ext>
            </a:extLst>
          </p:cNvPr>
          <p:cNvPicPr>
            <a:picLocks noChangeAspect="1"/>
          </p:cNvPicPr>
          <p:nvPr/>
        </p:nvPicPr>
        <p:blipFill>
          <a:blip r:embed="rId3"/>
          <a:stretch>
            <a:fillRect/>
          </a:stretch>
        </p:blipFill>
        <p:spPr>
          <a:xfrm>
            <a:off x="1105056" y="2721690"/>
            <a:ext cx="4164528" cy="1928968"/>
          </a:xfrm>
          <a:prstGeom prst="rect">
            <a:avLst/>
          </a:prstGeom>
        </p:spPr>
      </p:pic>
      <p:sp>
        <p:nvSpPr>
          <p:cNvPr id="10" name="TextBox 9">
            <a:extLst>
              <a:ext uri="{FF2B5EF4-FFF2-40B4-BE49-F238E27FC236}">
                <a16:creationId xmlns:a16="http://schemas.microsoft.com/office/drawing/2014/main" id="{F33FEA72-EC61-AF21-D722-808E2E35533A}"/>
              </a:ext>
            </a:extLst>
          </p:cNvPr>
          <p:cNvSpPr txBox="1"/>
          <p:nvPr/>
        </p:nvSpPr>
        <p:spPr>
          <a:xfrm>
            <a:off x="963890" y="1655744"/>
            <a:ext cx="9490435" cy="738664"/>
          </a:xfrm>
          <a:prstGeom prst="rect">
            <a:avLst/>
          </a:prstGeom>
          <a:noFill/>
        </p:spPr>
        <p:txBody>
          <a:bodyPr wrap="square">
            <a:spAutoFit/>
          </a:bodyPr>
          <a:lstStyle/>
          <a:p>
            <a:r>
              <a:rPr lang="en-US" sz="1400" dirty="0"/>
              <a:t>In areas where the molded surface is required to extend beyond the constraints of being visible in the tooling direction to create an undercut or lower molded return surface, additional tooling is required Any Undercut in Main tooling need Separate tool</a:t>
            </a:r>
          </a:p>
        </p:txBody>
      </p:sp>
      <p:pic>
        <p:nvPicPr>
          <p:cNvPr id="12" name="Picture 11">
            <a:extLst>
              <a:ext uri="{FF2B5EF4-FFF2-40B4-BE49-F238E27FC236}">
                <a16:creationId xmlns:a16="http://schemas.microsoft.com/office/drawing/2014/main" id="{AE49F57C-688F-F982-2BAA-D4A95FB36332}"/>
              </a:ext>
            </a:extLst>
          </p:cNvPr>
          <p:cNvPicPr>
            <a:picLocks noChangeAspect="1"/>
          </p:cNvPicPr>
          <p:nvPr/>
        </p:nvPicPr>
        <p:blipFill>
          <a:blip r:embed="rId4"/>
          <a:stretch>
            <a:fillRect/>
          </a:stretch>
        </p:blipFill>
        <p:spPr>
          <a:xfrm>
            <a:off x="6373061" y="2563853"/>
            <a:ext cx="4929677" cy="3607285"/>
          </a:xfrm>
          <a:prstGeom prst="rect">
            <a:avLst/>
          </a:prstGeom>
        </p:spPr>
      </p:pic>
      <p:sp>
        <p:nvSpPr>
          <p:cNvPr id="14" name="TextBox 13">
            <a:extLst>
              <a:ext uri="{FF2B5EF4-FFF2-40B4-BE49-F238E27FC236}">
                <a16:creationId xmlns:a16="http://schemas.microsoft.com/office/drawing/2014/main" id="{C46EE1C6-2302-221A-6F37-109DA014497E}"/>
              </a:ext>
            </a:extLst>
          </p:cNvPr>
          <p:cNvSpPr txBox="1"/>
          <p:nvPr/>
        </p:nvSpPr>
        <p:spPr>
          <a:xfrm>
            <a:off x="1124146" y="4990648"/>
            <a:ext cx="4324547" cy="307777"/>
          </a:xfrm>
          <a:prstGeom prst="rect">
            <a:avLst/>
          </a:prstGeom>
          <a:noFill/>
        </p:spPr>
        <p:txBody>
          <a:bodyPr wrap="square">
            <a:spAutoFit/>
          </a:bodyPr>
          <a:lstStyle/>
          <a:p>
            <a:r>
              <a:rPr lang="en-US" sz="1400" dirty="0"/>
              <a:t>Provide sufficient draft for Side tool if it is needed</a:t>
            </a:r>
          </a:p>
        </p:txBody>
      </p:sp>
    </p:spTree>
    <p:extLst>
      <p:ext uri="{BB962C8B-B14F-4D97-AF65-F5344CB8AC3E}">
        <p14:creationId xmlns:p14="http://schemas.microsoft.com/office/powerpoint/2010/main" val="38749992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C4598-1A5F-9101-F59F-5EAAD6E7A946}"/>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55276C65-5717-E77A-8DE2-35495899F00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24</a:t>
            </a:fld>
            <a:endParaRPr lang="en-GB"/>
          </a:p>
        </p:txBody>
      </p:sp>
      <p:sp>
        <p:nvSpPr>
          <p:cNvPr id="9" name="Title 4">
            <a:extLst>
              <a:ext uri="{FF2B5EF4-FFF2-40B4-BE49-F238E27FC236}">
                <a16:creationId xmlns:a16="http://schemas.microsoft.com/office/drawing/2014/main" id="{15547000-0FFB-0DC4-7BF9-6F44BCB2651C}"/>
              </a:ext>
            </a:extLst>
          </p:cNvPr>
          <p:cNvSpPr>
            <a:spLocks noGrp="1"/>
          </p:cNvSpPr>
          <p:nvPr>
            <p:ph type="title"/>
          </p:nvPr>
        </p:nvSpPr>
        <p:spPr>
          <a:xfrm>
            <a:off x="228349" y="849279"/>
            <a:ext cx="8188819" cy="423340"/>
          </a:xfrm>
        </p:spPr>
        <p:txBody>
          <a:bodyPr/>
          <a:lstStyle/>
          <a:p>
            <a:r>
              <a:rPr lang="en-US" dirty="0">
                <a:solidFill>
                  <a:schemeClr val="accent5">
                    <a:lumMod val="50000"/>
                  </a:schemeClr>
                </a:solidFill>
              </a:rPr>
              <a:t>Design Guidelines</a:t>
            </a:r>
          </a:p>
        </p:txBody>
      </p:sp>
      <p:sp>
        <p:nvSpPr>
          <p:cNvPr id="3" name="TextBox 2">
            <a:extLst>
              <a:ext uri="{FF2B5EF4-FFF2-40B4-BE49-F238E27FC236}">
                <a16:creationId xmlns:a16="http://schemas.microsoft.com/office/drawing/2014/main" id="{44568282-5159-5C5A-17A4-24471290005A}"/>
              </a:ext>
            </a:extLst>
          </p:cNvPr>
          <p:cNvSpPr txBox="1"/>
          <p:nvPr/>
        </p:nvSpPr>
        <p:spPr>
          <a:xfrm>
            <a:off x="378691" y="1311625"/>
            <a:ext cx="6096000" cy="369332"/>
          </a:xfrm>
          <a:prstGeom prst="rect">
            <a:avLst/>
          </a:prstGeom>
          <a:noFill/>
        </p:spPr>
        <p:txBody>
          <a:bodyPr wrap="square">
            <a:spAutoFit/>
          </a:bodyPr>
          <a:lstStyle/>
          <a:p>
            <a:r>
              <a:rPr lang="en-US" dirty="0"/>
              <a:t>Draft Angle</a:t>
            </a:r>
          </a:p>
        </p:txBody>
      </p:sp>
      <p:pic>
        <p:nvPicPr>
          <p:cNvPr id="4" name="Picture 3">
            <a:extLst>
              <a:ext uri="{FF2B5EF4-FFF2-40B4-BE49-F238E27FC236}">
                <a16:creationId xmlns:a16="http://schemas.microsoft.com/office/drawing/2014/main" id="{18D62E8E-45DB-0B58-455F-F58F8675844C}"/>
              </a:ext>
            </a:extLst>
          </p:cNvPr>
          <p:cNvPicPr>
            <a:picLocks noChangeAspect="1"/>
          </p:cNvPicPr>
          <p:nvPr/>
        </p:nvPicPr>
        <p:blipFill>
          <a:blip r:embed="rId3"/>
          <a:stretch>
            <a:fillRect/>
          </a:stretch>
        </p:blipFill>
        <p:spPr>
          <a:xfrm>
            <a:off x="366793" y="2022587"/>
            <a:ext cx="5076470" cy="3011326"/>
          </a:xfrm>
          <a:prstGeom prst="rect">
            <a:avLst/>
          </a:prstGeom>
        </p:spPr>
      </p:pic>
      <p:pic>
        <p:nvPicPr>
          <p:cNvPr id="7" name="Picture 6">
            <a:extLst>
              <a:ext uri="{FF2B5EF4-FFF2-40B4-BE49-F238E27FC236}">
                <a16:creationId xmlns:a16="http://schemas.microsoft.com/office/drawing/2014/main" id="{CB5AA7FD-8946-DE52-08EE-FCB8F001BEA8}"/>
              </a:ext>
            </a:extLst>
          </p:cNvPr>
          <p:cNvPicPr>
            <a:picLocks noChangeAspect="1"/>
          </p:cNvPicPr>
          <p:nvPr/>
        </p:nvPicPr>
        <p:blipFill>
          <a:blip r:embed="rId4"/>
          <a:stretch>
            <a:fillRect/>
          </a:stretch>
        </p:blipFill>
        <p:spPr>
          <a:xfrm>
            <a:off x="5970965" y="2339863"/>
            <a:ext cx="5698090" cy="2373538"/>
          </a:xfrm>
          <a:prstGeom prst="rect">
            <a:avLst/>
          </a:prstGeom>
        </p:spPr>
      </p:pic>
    </p:spTree>
    <p:extLst>
      <p:ext uri="{BB962C8B-B14F-4D97-AF65-F5344CB8AC3E}">
        <p14:creationId xmlns:p14="http://schemas.microsoft.com/office/powerpoint/2010/main" val="8288629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25</a:t>
            </a:fld>
            <a:endParaRPr lang="en-GB"/>
          </a:p>
        </p:txBody>
      </p:sp>
      <p:sp>
        <p:nvSpPr>
          <p:cNvPr id="9" name="Title 4">
            <a:extLst>
              <a:ext uri="{FF2B5EF4-FFF2-40B4-BE49-F238E27FC236}">
                <a16:creationId xmlns:a16="http://schemas.microsoft.com/office/drawing/2014/main" id="{C39D7084-87F8-5246-A98C-03B2FD187E0F}"/>
              </a:ext>
            </a:extLst>
          </p:cNvPr>
          <p:cNvSpPr>
            <a:spLocks noGrp="1"/>
          </p:cNvSpPr>
          <p:nvPr>
            <p:ph type="title"/>
          </p:nvPr>
        </p:nvSpPr>
        <p:spPr>
          <a:xfrm>
            <a:off x="228349" y="849279"/>
            <a:ext cx="8188819" cy="423340"/>
          </a:xfrm>
        </p:spPr>
        <p:txBody>
          <a:bodyPr/>
          <a:lstStyle/>
          <a:p>
            <a:r>
              <a:rPr lang="en-US" dirty="0">
                <a:solidFill>
                  <a:schemeClr val="accent5">
                    <a:lumMod val="50000"/>
                  </a:schemeClr>
                </a:solidFill>
              </a:rPr>
              <a:t>Design Guidelines</a:t>
            </a:r>
          </a:p>
        </p:txBody>
      </p:sp>
      <p:sp>
        <p:nvSpPr>
          <p:cNvPr id="3" name="TextBox 2">
            <a:extLst>
              <a:ext uri="{FF2B5EF4-FFF2-40B4-BE49-F238E27FC236}">
                <a16:creationId xmlns:a16="http://schemas.microsoft.com/office/drawing/2014/main" id="{1BBFC2B9-3F8F-51D6-D849-2F232ED9554F}"/>
              </a:ext>
            </a:extLst>
          </p:cNvPr>
          <p:cNvSpPr txBox="1"/>
          <p:nvPr/>
        </p:nvSpPr>
        <p:spPr>
          <a:xfrm>
            <a:off x="378691" y="1311625"/>
            <a:ext cx="6096000" cy="369332"/>
          </a:xfrm>
          <a:prstGeom prst="rect">
            <a:avLst/>
          </a:prstGeom>
          <a:noFill/>
        </p:spPr>
        <p:txBody>
          <a:bodyPr wrap="square">
            <a:spAutoFit/>
          </a:bodyPr>
          <a:lstStyle/>
          <a:p>
            <a:r>
              <a:rPr lang="en-US" dirty="0"/>
              <a:t>Sharpe Condition</a:t>
            </a:r>
          </a:p>
        </p:txBody>
      </p:sp>
      <p:pic>
        <p:nvPicPr>
          <p:cNvPr id="4" name="Picture 3">
            <a:extLst>
              <a:ext uri="{FF2B5EF4-FFF2-40B4-BE49-F238E27FC236}">
                <a16:creationId xmlns:a16="http://schemas.microsoft.com/office/drawing/2014/main" id="{CE8664E1-54D2-C481-E58F-7BB1F4F66E5F}"/>
              </a:ext>
            </a:extLst>
          </p:cNvPr>
          <p:cNvPicPr>
            <a:picLocks noChangeAspect="1"/>
          </p:cNvPicPr>
          <p:nvPr/>
        </p:nvPicPr>
        <p:blipFill>
          <a:blip r:embed="rId3"/>
          <a:stretch>
            <a:fillRect/>
          </a:stretch>
        </p:blipFill>
        <p:spPr>
          <a:xfrm>
            <a:off x="343183" y="2011253"/>
            <a:ext cx="5457253" cy="3163385"/>
          </a:xfrm>
          <a:prstGeom prst="rect">
            <a:avLst/>
          </a:prstGeom>
        </p:spPr>
      </p:pic>
      <p:pic>
        <p:nvPicPr>
          <p:cNvPr id="7" name="Picture 6">
            <a:extLst>
              <a:ext uri="{FF2B5EF4-FFF2-40B4-BE49-F238E27FC236}">
                <a16:creationId xmlns:a16="http://schemas.microsoft.com/office/drawing/2014/main" id="{14ED94E1-35F3-68E9-5EF5-87E91D035F62}"/>
              </a:ext>
            </a:extLst>
          </p:cNvPr>
          <p:cNvPicPr>
            <a:picLocks noChangeAspect="1"/>
          </p:cNvPicPr>
          <p:nvPr/>
        </p:nvPicPr>
        <p:blipFill>
          <a:blip r:embed="rId4"/>
          <a:stretch>
            <a:fillRect/>
          </a:stretch>
        </p:blipFill>
        <p:spPr>
          <a:xfrm>
            <a:off x="6320978" y="846553"/>
            <a:ext cx="3774368" cy="4720033"/>
          </a:xfrm>
          <a:prstGeom prst="rect">
            <a:avLst/>
          </a:prstGeom>
        </p:spPr>
      </p:pic>
      <p:pic>
        <p:nvPicPr>
          <p:cNvPr id="8" name="Picture 7">
            <a:extLst>
              <a:ext uri="{FF2B5EF4-FFF2-40B4-BE49-F238E27FC236}">
                <a16:creationId xmlns:a16="http://schemas.microsoft.com/office/drawing/2014/main" id="{F33AE4B7-0892-D78F-06F2-4BDA88A26519}"/>
              </a:ext>
            </a:extLst>
          </p:cNvPr>
          <p:cNvPicPr>
            <a:picLocks noChangeAspect="1"/>
          </p:cNvPicPr>
          <p:nvPr/>
        </p:nvPicPr>
        <p:blipFill>
          <a:blip r:embed="rId5"/>
          <a:stretch>
            <a:fillRect/>
          </a:stretch>
        </p:blipFill>
        <p:spPr>
          <a:xfrm>
            <a:off x="10096143" y="745613"/>
            <a:ext cx="774259" cy="877900"/>
          </a:xfrm>
          <a:prstGeom prst="rect">
            <a:avLst/>
          </a:prstGeom>
        </p:spPr>
      </p:pic>
      <p:pic>
        <p:nvPicPr>
          <p:cNvPr id="10" name="Picture 9">
            <a:extLst>
              <a:ext uri="{FF2B5EF4-FFF2-40B4-BE49-F238E27FC236}">
                <a16:creationId xmlns:a16="http://schemas.microsoft.com/office/drawing/2014/main" id="{15EF6E01-192F-CD6C-7A5F-971F2225C9A6}"/>
              </a:ext>
            </a:extLst>
          </p:cNvPr>
          <p:cNvPicPr>
            <a:picLocks noChangeAspect="1"/>
          </p:cNvPicPr>
          <p:nvPr/>
        </p:nvPicPr>
        <p:blipFill>
          <a:blip r:embed="rId6"/>
          <a:stretch>
            <a:fillRect/>
          </a:stretch>
        </p:blipFill>
        <p:spPr>
          <a:xfrm>
            <a:off x="10363539" y="3510243"/>
            <a:ext cx="682811" cy="853514"/>
          </a:xfrm>
          <a:prstGeom prst="rect">
            <a:avLst/>
          </a:prstGeom>
        </p:spPr>
      </p:pic>
    </p:spTree>
    <p:extLst>
      <p:ext uri="{BB962C8B-B14F-4D97-AF65-F5344CB8AC3E}">
        <p14:creationId xmlns:p14="http://schemas.microsoft.com/office/powerpoint/2010/main" val="34650746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FE0DDC2-2A43-EDAC-8FF5-3944A24C3F05}"/>
              </a:ext>
            </a:extLst>
          </p:cNvPr>
          <p:cNvPicPr>
            <a:picLocks noChangeAspect="1"/>
          </p:cNvPicPr>
          <p:nvPr/>
        </p:nvPicPr>
        <p:blipFill>
          <a:blip r:embed="rId3"/>
          <a:stretch>
            <a:fillRect/>
          </a:stretch>
        </p:blipFill>
        <p:spPr>
          <a:xfrm>
            <a:off x="6267053" y="1099126"/>
            <a:ext cx="3022870" cy="4443063"/>
          </a:xfrm>
          <a:prstGeom prst="rect">
            <a:avLst/>
          </a:prstGeom>
        </p:spPr>
      </p:pic>
      <p:sp>
        <p:nvSpPr>
          <p:cNvPr id="5" name="Slide Number Placeholder 2">
            <a:extLst>
              <a:ext uri="{FF2B5EF4-FFF2-40B4-BE49-F238E27FC236}">
                <a16:creationId xmlns:a16="http://schemas.microsoft.com/office/drawing/2014/main" id="{C3DE5A77-287F-8017-41E5-58224AE6B443}"/>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26</a:t>
            </a:fld>
            <a:endParaRPr lang="en-GB"/>
          </a:p>
        </p:txBody>
      </p:sp>
      <p:sp>
        <p:nvSpPr>
          <p:cNvPr id="9" name="Title 4">
            <a:extLst>
              <a:ext uri="{FF2B5EF4-FFF2-40B4-BE49-F238E27FC236}">
                <a16:creationId xmlns:a16="http://schemas.microsoft.com/office/drawing/2014/main" id="{C39D7084-87F8-5246-A98C-03B2FD187E0F}"/>
              </a:ext>
            </a:extLst>
          </p:cNvPr>
          <p:cNvSpPr>
            <a:spLocks noGrp="1"/>
          </p:cNvSpPr>
          <p:nvPr>
            <p:ph type="title"/>
          </p:nvPr>
        </p:nvSpPr>
        <p:spPr>
          <a:xfrm>
            <a:off x="228349" y="849279"/>
            <a:ext cx="8188819" cy="423340"/>
          </a:xfrm>
        </p:spPr>
        <p:txBody>
          <a:bodyPr/>
          <a:lstStyle/>
          <a:p>
            <a:r>
              <a:rPr lang="en-US" dirty="0">
                <a:solidFill>
                  <a:schemeClr val="accent5">
                    <a:lumMod val="50000"/>
                  </a:schemeClr>
                </a:solidFill>
              </a:rPr>
              <a:t>Design Guidelines</a:t>
            </a:r>
          </a:p>
        </p:txBody>
      </p:sp>
      <p:sp>
        <p:nvSpPr>
          <p:cNvPr id="3" name="TextBox 2">
            <a:extLst>
              <a:ext uri="{FF2B5EF4-FFF2-40B4-BE49-F238E27FC236}">
                <a16:creationId xmlns:a16="http://schemas.microsoft.com/office/drawing/2014/main" id="{1BBFC2B9-3F8F-51D6-D849-2F232ED9554F}"/>
              </a:ext>
            </a:extLst>
          </p:cNvPr>
          <p:cNvSpPr txBox="1"/>
          <p:nvPr/>
        </p:nvSpPr>
        <p:spPr>
          <a:xfrm>
            <a:off x="378691" y="1311625"/>
            <a:ext cx="6096000" cy="369332"/>
          </a:xfrm>
          <a:prstGeom prst="rect">
            <a:avLst/>
          </a:prstGeom>
          <a:noFill/>
        </p:spPr>
        <p:txBody>
          <a:bodyPr wrap="square">
            <a:spAutoFit/>
          </a:bodyPr>
          <a:lstStyle/>
          <a:p>
            <a:r>
              <a:rPr lang="en-US" dirty="0"/>
              <a:t>Uneven Edge</a:t>
            </a:r>
          </a:p>
        </p:txBody>
      </p:sp>
      <p:pic>
        <p:nvPicPr>
          <p:cNvPr id="8" name="Picture 7">
            <a:extLst>
              <a:ext uri="{FF2B5EF4-FFF2-40B4-BE49-F238E27FC236}">
                <a16:creationId xmlns:a16="http://schemas.microsoft.com/office/drawing/2014/main" id="{F33AE4B7-0892-D78F-06F2-4BDA88A26519}"/>
              </a:ext>
            </a:extLst>
          </p:cNvPr>
          <p:cNvPicPr>
            <a:picLocks noChangeAspect="1"/>
          </p:cNvPicPr>
          <p:nvPr/>
        </p:nvPicPr>
        <p:blipFill>
          <a:blip r:embed="rId4"/>
          <a:stretch>
            <a:fillRect/>
          </a:stretch>
        </p:blipFill>
        <p:spPr>
          <a:xfrm>
            <a:off x="8867706" y="1466049"/>
            <a:ext cx="774259" cy="877900"/>
          </a:xfrm>
          <a:prstGeom prst="rect">
            <a:avLst/>
          </a:prstGeom>
        </p:spPr>
      </p:pic>
      <p:pic>
        <p:nvPicPr>
          <p:cNvPr id="10" name="Picture 9">
            <a:extLst>
              <a:ext uri="{FF2B5EF4-FFF2-40B4-BE49-F238E27FC236}">
                <a16:creationId xmlns:a16="http://schemas.microsoft.com/office/drawing/2014/main" id="{15EF6E01-192F-CD6C-7A5F-971F2225C9A6}"/>
              </a:ext>
            </a:extLst>
          </p:cNvPr>
          <p:cNvPicPr>
            <a:picLocks noChangeAspect="1"/>
          </p:cNvPicPr>
          <p:nvPr/>
        </p:nvPicPr>
        <p:blipFill>
          <a:blip r:embed="rId5"/>
          <a:stretch>
            <a:fillRect/>
          </a:stretch>
        </p:blipFill>
        <p:spPr>
          <a:xfrm>
            <a:off x="9282885" y="3556424"/>
            <a:ext cx="682811" cy="853514"/>
          </a:xfrm>
          <a:prstGeom prst="rect">
            <a:avLst/>
          </a:prstGeom>
        </p:spPr>
      </p:pic>
      <p:pic>
        <p:nvPicPr>
          <p:cNvPr id="6" name="Picture 5">
            <a:extLst>
              <a:ext uri="{FF2B5EF4-FFF2-40B4-BE49-F238E27FC236}">
                <a16:creationId xmlns:a16="http://schemas.microsoft.com/office/drawing/2014/main" id="{84AC4452-1413-E344-7FDB-142A5B5CC789}"/>
              </a:ext>
            </a:extLst>
          </p:cNvPr>
          <p:cNvPicPr>
            <a:picLocks noChangeAspect="1"/>
          </p:cNvPicPr>
          <p:nvPr/>
        </p:nvPicPr>
        <p:blipFill>
          <a:blip r:embed="rId6"/>
          <a:stretch>
            <a:fillRect/>
          </a:stretch>
        </p:blipFill>
        <p:spPr>
          <a:xfrm>
            <a:off x="471054" y="1956841"/>
            <a:ext cx="5291165" cy="2385612"/>
          </a:xfrm>
          <a:prstGeom prst="rect">
            <a:avLst/>
          </a:prstGeom>
        </p:spPr>
      </p:pic>
    </p:spTree>
    <p:extLst>
      <p:ext uri="{BB962C8B-B14F-4D97-AF65-F5344CB8AC3E}">
        <p14:creationId xmlns:p14="http://schemas.microsoft.com/office/powerpoint/2010/main" val="2737531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DD3B0-9EB8-E621-6441-B888CD49DE85}"/>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D8195AE5-6743-C82F-875C-568ABDA9AE18}"/>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27</a:t>
            </a:fld>
            <a:endParaRPr lang="en-GB"/>
          </a:p>
        </p:txBody>
      </p:sp>
      <p:sp>
        <p:nvSpPr>
          <p:cNvPr id="9" name="Title 4">
            <a:extLst>
              <a:ext uri="{FF2B5EF4-FFF2-40B4-BE49-F238E27FC236}">
                <a16:creationId xmlns:a16="http://schemas.microsoft.com/office/drawing/2014/main" id="{51C2BE9C-B8B6-47C6-29D7-04A0BF5D8923}"/>
              </a:ext>
            </a:extLst>
          </p:cNvPr>
          <p:cNvSpPr>
            <a:spLocks noGrp="1"/>
          </p:cNvSpPr>
          <p:nvPr>
            <p:ph type="title"/>
          </p:nvPr>
        </p:nvSpPr>
        <p:spPr>
          <a:xfrm>
            <a:off x="228349" y="849279"/>
            <a:ext cx="4597651" cy="423340"/>
          </a:xfrm>
        </p:spPr>
        <p:txBody>
          <a:bodyPr/>
          <a:lstStyle/>
          <a:p>
            <a:r>
              <a:rPr lang="en-US" dirty="0">
                <a:solidFill>
                  <a:schemeClr val="accent5">
                    <a:lumMod val="50000"/>
                  </a:schemeClr>
                </a:solidFill>
              </a:rPr>
              <a:t>Assembly of Carbon Fiber</a:t>
            </a:r>
          </a:p>
        </p:txBody>
      </p:sp>
      <p:sp>
        <p:nvSpPr>
          <p:cNvPr id="3" name="TextBox 2">
            <a:extLst>
              <a:ext uri="{FF2B5EF4-FFF2-40B4-BE49-F238E27FC236}">
                <a16:creationId xmlns:a16="http://schemas.microsoft.com/office/drawing/2014/main" id="{2DE24052-BEC7-C0B4-F3BA-B7D696AB4BA9}"/>
              </a:ext>
            </a:extLst>
          </p:cNvPr>
          <p:cNvSpPr txBox="1"/>
          <p:nvPr/>
        </p:nvSpPr>
        <p:spPr>
          <a:xfrm>
            <a:off x="378691" y="1311625"/>
            <a:ext cx="1424709" cy="369332"/>
          </a:xfrm>
          <a:prstGeom prst="rect">
            <a:avLst/>
          </a:prstGeom>
          <a:noFill/>
        </p:spPr>
        <p:txBody>
          <a:bodyPr wrap="square">
            <a:spAutoFit/>
          </a:bodyPr>
          <a:lstStyle/>
          <a:p>
            <a:r>
              <a:rPr lang="en-US" dirty="0"/>
              <a:t>Fixing type</a:t>
            </a:r>
          </a:p>
        </p:txBody>
      </p:sp>
      <p:pic>
        <p:nvPicPr>
          <p:cNvPr id="4" name="Picture 3">
            <a:extLst>
              <a:ext uri="{FF2B5EF4-FFF2-40B4-BE49-F238E27FC236}">
                <a16:creationId xmlns:a16="http://schemas.microsoft.com/office/drawing/2014/main" id="{326EC4DB-E525-D001-D15C-960065C52B3C}"/>
              </a:ext>
            </a:extLst>
          </p:cNvPr>
          <p:cNvPicPr>
            <a:picLocks noChangeAspect="1"/>
          </p:cNvPicPr>
          <p:nvPr/>
        </p:nvPicPr>
        <p:blipFill>
          <a:blip r:embed="rId3">
            <a:clrChange>
              <a:clrFrom>
                <a:srgbClr val="3B6680"/>
              </a:clrFrom>
              <a:clrTo>
                <a:srgbClr val="3B6680">
                  <a:alpha val="0"/>
                </a:srgbClr>
              </a:clrTo>
            </a:clrChange>
          </a:blip>
          <a:stretch>
            <a:fillRect/>
          </a:stretch>
        </p:blipFill>
        <p:spPr>
          <a:xfrm>
            <a:off x="1085024" y="1038774"/>
            <a:ext cx="10142301" cy="3277496"/>
          </a:xfrm>
          <a:prstGeom prst="rect">
            <a:avLst/>
          </a:prstGeom>
        </p:spPr>
      </p:pic>
      <p:pic>
        <p:nvPicPr>
          <p:cNvPr id="7" name="Picture 6">
            <a:extLst>
              <a:ext uri="{FF2B5EF4-FFF2-40B4-BE49-F238E27FC236}">
                <a16:creationId xmlns:a16="http://schemas.microsoft.com/office/drawing/2014/main" id="{9596FDE0-6526-C649-4674-7074F17DFAD1}"/>
              </a:ext>
            </a:extLst>
          </p:cNvPr>
          <p:cNvPicPr>
            <a:picLocks noChangeAspect="1"/>
          </p:cNvPicPr>
          <p:nvPr/>
        </p:nvPicPr>
        <p:blipFill>
          <a:blip r:embed="rId4">
            <a:clrChange>
              <a:clrFrom>
                <a:srgbClr val="3B6680"/>
              </a:clrFrom>
              <a:clrTo>
                <a:srgbClr val="3B6680">
                  <a:alpha val="0"/>
                </a:srgbClr>
              </a:clrTo>
            </a:clrChange>
          </a:blip>
          <a:stretch>
            <a:fillRect/>
          </a:stretch>
        </p:blipFill>
        <p:spPr>
          <a:xfrm>
            <a:off x="899585" y="3951485"/>
            <a:ext cx="1287434" cy="1764148"/>
          </a:xfrm>
          <a:prstGeom prst="rect">
            <a:avLst/>
          </a:prstGeom>
        </p:spPr>
      </p:pic>
      <p:pic>
        <p:nvPicPr>
          <p:cNvPr id="10" name="Picture 9">
            <a:extLst>
              <a:ext uri="{FF2B5EF4-FFF2-40B4-BE49-F238E27FC236}">
                <a16:creationId xmlns:a16="http://schemas.microsoft.com/office/drawing/2014/main" id="{144159B8-3E35-93C0-3DBC-1E8C872C2824}"/>
              </a:ext>
            </a:extLst>
          </p:cNvPr>
          <p:cNvPicPr>
            <a:picLocks noChangeAspect="1"/>
          </p:cNvPicPr>
          <p:nvPr/>
        </p:nvPicPr>
        <p:blipFill>
          <a:blip r:embed="rId5">
            <a:clrChange>
              <a:clrFrom>
                <a:srgbClr val="3B6680"/>
              </a:clrFrom>
              <a:clrTo>
                <a:srgbClr val="3B6680">
                  <a:alpha val="0"/>
                </a:srgbClr>
              </a:clrTo>
            </a:clrChange>
          </a:blip>
          <a:stretch>
            <a:fillRect/>
          </a:stretch>
        </p:blipFill>
        <p:spPr>
          <a:xfrm>
            <a:off x="3487689" y="3797703"/>
            <a:ext cx="1640491" cy="1936965"/>
          </a:xfrm>
          <a:prstGeom prst="rect">
            <a:avLst/>
          </a:prstGeom>
        </p:spPr>
      </p:pic>
      <p:pic>
        <p:nvPicPr>
          <p:cNvPr id="12" name="Picture 11">
            <a:extLst>
              <a:ext uri="{FF2B5EF4-FFF2-40B4-BE49-F238E27FC236}">
                <a16:creationId xmlns:a16="http://schemas.microsoft.com/office/drawing/2014/main" id="{11565378-60EA-7358-D4A1-F08F5AB2A61E}"/>
              </a:ext>
            </a:extLst>
          </p:cNvPr>
          <p:cNvPicPr>
            <a:picLocks noChangeAspect="1"/>
          </p:cNvPicPr>
          <p:nvPr/>
        </p:nvPicPr>
        <p:blipFill>
          <a:blip r:embed="rId6">
            <a:clrChange>
              <a:clrFrom>
                <a:srgbClr val="3B6680"/>
              </a:clrFrom>
              <a:clrTo>
                <a:srgbClr val="3B6680">
                  <a:alpha val="0"/>
                </a:srgbClr>
              </a:clrTo>
            </a:clrChange>
          </a:blip>
          <a:stretch>
            <a:fillRect/>
          </a:stretch>
        </p:blipFill>
        <p:spPr>
          <a:xfrm>
            <a:off x="7002596" y="4046647"/>
            <a:ext cx="4620654" cy="1879233"/>
          </a:xfrm>
          <a:prstGeom prst="rect">
            <a:avLst/>
          </a:prstGeom>
        </p:spPr>
      </p:pic>
      <p:sp>
        <p:nvSpPr>
          <p:cNvPr id="13" name="TextBox 12">
            <a:extLst>
              <a:ext uri="{FF2B5EF4-FFF2-40B4-BE49-F238E27FC236}">
                <a16:creationId xmlns:a16="http://schemas.microsoft.com/office/drawing/2014/main" id="{05B02B6A-870F-696F-36DD-7C09B460E523}"/>
              </a:ext>
            </a:extLst>
          </p:cNvPr>
          <p:cNvSpPr txBox="1"/>
          <p:nvPr/>
        </p:nvSpPr>
        <p:spPr>
          <a:xfrm>
            <a:off x="641022" y="5769206"/>
            <a:ext cx="1861407" cy="276999"/>
          </a:xfrm>
          <a:prstGeom prst="rect">
            <a:avLst/>
          </a:prstGeom>
          <a:noFill/>
          <a:ln>
            <a:solidFill>
              <a:schemeClr val="tx1"/>
            </a:solidFill>
          </a:ln>
        </p:spPr>
        <p:txBody>
          <a:bodyPr wrap="none" rtlCol="0">
            <a:spAutoFit/>
          </a:bodyPr>
          <a:lstStyle/>
          <a:p>
            <a:r>
              <a:rPr lang="en-US" sz="1200" dirty="0"/>
              <a:t>BOLT M6X14 HF HITEMP</a:t>
            </a:r>
          </a:p>
        </p:txBody>
      </p:sp>
      <p:sp>
        <p:nvSpPr>
          <p:cNvPr id="15" name="TextBox 14">
            <a:extLst>
              <a:ext uri="{FF2B5EF4-FFF2-40B4-BE49-F238E27FC236}">
                <a16:creationId xmlns:a16="http://schemas.microsoft.com/office/drawing/2014/main" id="{DC7DE8F2-FD80-8226-B2B8-8F822236A578}"/>
              </a:ext>
            </a:extLst>
          </p:cNvPr>
          <p:cNvSpPr txBox="1"/>
          <p:nvPr/>
        </p:nvSpPr>
        <p:spPr>
          <a:xfrm>
            <a:off x="3299381" y="5716512"/>
            <a:ext cx="2677213" cy="276999"/>
          </a:xfrm>
          <a:prstGeom prst="rect">
            <a:avLst/>
          </a:prstGeom>
          <a:noFill/>
          <a:ln>
            <a:solidFill>
              <a:schemeClr val="tx1"/>
            </a:solidFill>
          </a:ln>
        </p:spPr>
        <p:txBody>
          <a:bodyPr wrap="square">
            <a:spAutoFit/>
          </a:bodyPr>
          <a:lstStyle/>
          <a:p>
            <a:r>
              <a:rPr lang="en-US" sz="1200" dirty="0"/>
              <a:t>BOLT M6X18 TRUSS SLOT PIL 8</a:t>
            </a:r>
          </a:p>
        </p:txBody>
      </p:sp>
      <p:sp>
        <p:nvSpPr>
          <p:cNvPr id="16" name="TextBox 15">
            <a:extLst>
              <a:ext uri="{FF2B5EF4-FFF2-40B4-BE49-F238E27FC236}">
                <a16:creationId xmlns:a16="http://schemas.microsoft.com/office/drawing/2014/main" id="{CEFC725E-8B24-5B10-8E60-1B2753D74F8A}"/>
              </a:ext>
            </a:extLst>
          </p:cNvPr>
          <p:cNvSpPr txBox="1"/>
          <p:nvPr/>
        </p:nvSpPr>
        <p:spPr>
          <a:xfrm>
            <a:off x="8752002" y="5614388"/>
            <a:ext cx="929325" cy="276999"/>
          </a:xfrm>
          <a:prstGeom prst="rect">
            <a:avLst/>
          </a:prstGeom>
          <a:noFill/>
          <a:ln>
            <a:solidFill>
              <a:schemeClr val="tx1"/>
            </a:solidFill>
          </a:ln>
        </p:spPr>
        <p:txBody>
          <a:bodyPr wrap="square">
            <a:spAutoFit/>
          </a:bodyPr>
          <a:lstStyle/>
          <a:p>
            <a:r>
              <a:rPr lang="en-US" sz="1200" dirty="0"/>
              <a:t>3M TAPES</a:t>
            </a:r>
          </a:p>
        </p:txBody>
      </p:sp>
      <p:sp>
        <p:nvSpPr>
          <p:cNvPr id="17" name="Oval 16">
            <a:extLst>
              <a:ext uri="{FF2B5EF4-FFF2-40B4-BE49-F238E27FC236}">
                <a16:creationId xmlns:a16="http://schemas.microsoft.com/office/drawing/2014/main" id="{C8E0E5C6-5685-BD71-EF25-B15731294A18}"/>
              </a:ext>
            </a:extLst>
          </p:cNvPr>
          <p:cNvSpPr/>
          <p:nvPr/>
        </p:nvSpPr>
        <p:spPr>
          <a:xfrm>
            <a:off x="1809946" y="2658358"/>
            <a:ext cx="461914" cy="433633"/>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B30BB306-39A9-79B6-89EE-77CE55A2F6BF}"/>
              </a:ext>
            </a:extLst>
          </p:cNvPr>
          <p:cNvSpPr/>
          <p:nvPr/>
        </p:nvSpPr>
        <p:spPr>
          <a:xfrm>
            <a:off x="2876746" y="3121843"/>
            <a:ext cx="461914" cy="433633"/>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AE14A9AE-6853-EB87-0BEF-A4FC5CAEBFBA}"/>
              </a:ext>
            </a:extLst>
          </p:cNvPr>
          <p:cNvSpPr/>
          <p:nvPr/>
        </p:nvSpPr>
        <p:spPr>
          <a:xfrm>
            <a:off x="4905081" y="1841369"/>
            <a:ext cx="461914" cy="433633"/>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B3BA1D9-0B21-56D7-6746-9AEDE500FAE3}"/>
              </a:ext>
            </a:extLst>
          </p:cNvPr>
          <p:cNvSpPr/>
          <p:nvPr/>
        </p:nvSpPr>
        <p:spPr>
          <a:xfrm>
            <a:off x="7253927" y="1899501"/>
            <a:ext cx="461914" cy="433633"/>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2A77046A-701A-112C-7820-D9C793DAB66E}"/>
              </a:ext>
            </a:extLst>
          </p:cNvPr>
          <p:cNvSpPr/>
          <p:nvPr/>
        </p:nvSpPr>
        <p:spPr>
          <a:xfrm>
            <a:off x="8924043" y="3277386"/>
            <a:ext cx="461914" cy="433633"/>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FE4951D-F68F-3E85-6DE7-1F3C2612C21E}"/>
              </a:ext>
            </a:extLst>
          </p:cNvPr>
          <p:cNvSpPr/>
          <p:nvPr/>
        </p:nvSpPr>
        <p:spPr>
          <a:xfrm>
            <a:off x="10187234" y="2843752"/>
            <a:ext cx="461914" cy="433633"/>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EF8941A-BB0B-C675-3E12-5C6D8E2F498C}"/>
              </a:ext>
            </a:extLst>
          </p:cNvPr>
          <p:cNvSpPr/>
          <p:nvPr/>
        </p:nvSpPr>
        <p:spPr>
          <a:xfrm>
            <a:off x="9376529" y="2824898"/>
            <a:ext cx="461914" cy="433633"/>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3603F8B-597A-3C37-55BE-DF0F873C2404}"/>
              </a:ext>
            </a:extLst>
          </p:cNvPr>
          <p:cNvSpPr/>
          <p:nvPr/>
        </p:nvSpPr>
        <p:spPr>
          <a:xfrm>
            <a:off x="10103964" y="3344944"/>
            <a:ext cx="461914" cy="433633"/>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Oval 24">
            <a:extLst>
              <a:ext uri="{FF2B5EF4-FFF2-40B4-BE49-F238E27FC236}">
                <a16:creationId xmlns:a16="http://schemas.microsoft.com/office/drawing/2014/main" id="{28B496CF-C2F6-0182-FD95-0BC35CBCDCD4}"/>
              </a:ext>
            </a:extLst>
          </p:cNvPr>
          <p:cNvSpPr/>
          <p:nvPr/>
        </p:nvSpPr>
        <p:spPr>
          <a:xfrm>
            <a:off x="2601799" y="2667785"/>
            <a:ext cx="461914" cy="433633"/>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Oval 25">
            <a:extLst>
              <a:ext uri="{FF2B5EF4-FFF2-40B4-BE49-F238E27FC236}">
                <a16:creationId xmlns:a16="http://schemas.microsoft.com/office/drawing/2014/main" id="{DA2AE44B-DCBC-F706-9D51-BE96A52A9C75}"/>
              </a:ext>
            </a:extLst>
          </p:cNvPr>
          <p:cNvSpPr/>
          <p:nvPr/>
        </p:nvSpPr>
        <p:spPr>
          <a:xfrm>
            <a:off x="1717250" y="3150123"/>
            <a:ext cx="461914" cy="433633"/>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EC07501E-F0F6-DC6C-7B52-00C86C918A47}"/>
              </a:ext>
            </a:extLst>
          </p:cNvPr>
          <p:cNvSpPr/>
          <p:nvPr/>
        </p:nvSpPr>
        <p:spPr>
          <a:xfrm>
            <a:off x="2886175" y="5740924"/>
            <a:ext cx="347220" cy="282804"/>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48161E5F-125F-E647-6CB0-ECEB383C080D}"/>
              </a:ext>
            </a:extLst>
          </p:cNvPr>
          <p:cNvSpPr/>
          <p:nvPr/>
        </p:nvSpPr>
        <p:spPr>
          <a:xfrm>
            <a:off x="229385" y="5725212"/>
            <a:ext cx="326796" cy="364503"/>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E3A24446-4A08-F8E0-D4C6-F22DD6FB7F52}"/>
              </a:ext>
            </a:extLst>
          </p:cNvPr>
          <p:cNvCxnSpPr>
            <a:cxnSpLocks/>
          </p:cNvCxnSpPr>
          <p:nvPr/>
        </p:nvCxnSpPr>
        <p:spPr>
          <a:xfrm flipH="1" flipV="1">
            <a:off x="6146276" y="2507530"/>
            <a:ext cx="1357460" cy="1970202"/>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55511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BF6D9-5281-792D-9C46-C4C04423184B}"/>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E8BD1FB7-2011-C795-EE66-8DDF4D354CD9}"/>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28</a:t>
            </a:fld>
            <a:endParaRPr lang="en-GB"/>
          </a:p>
        </p:txBody>
      </p:sp>
      <p:sp>
        <p:nvSpPr>
          <p:cNvPr id="9" name="Title 4">
            <a:extLst>
              <a:ext uri="{FF2B5EF4-FFF2-40B4-BE49-F238E27FC236}">
                <a16:creationId xmlns:a16="http://schemas.microsoft.com/office/drawing/2014/main" id="{DFDC3122-79CB-C5FD-73FA-3208F74FFA3D}"/>
              </a:ext>
            </a:extLst>
          </p:cNvPr>
          <p:cNvSpPr>
            <a:spLocks noGrp="1"/>
          </p:cNvSpPr>
          <p:nvPr>
            <p:ph type="title"/>
          </p:nvPr>
        </p:nvSpPr>
        <p:spPr>
          <a:xfrm>
            <a:off x="228349" y="849279"/>
            <a:ext cx="4597651" cy="423340"/>
          </a:xfrm>
        </p:spPr>
        <p:txBody>
          <a:bodyPr/>
          <a:lstStyle/>
          <a:p>
            <a:r>
              <a:rPr lang="en-US" dirty="0">
                <a:solidFill>
                  <a:schemeClr val="accent5">
                    <a:lumMod val="50000"/>
                  </a:schemeClr>
                </a:solidFill>
              </a:rPr>
              <a:t>Assembly of Carbon Fiber</a:t>
            </a:r>
          </a:p>
        </p:txBody>
      </p:sp>
      <p:sp>
        <p:nvSpPr>
          <p:cNvPr id="3" name="TextBox 2">
            <a:extLst>
              <a:ext uri="{FF2B5EF4-FFF2-40B4-BE49-F238E27FC236}">
                <a16:creationId xmlns:a16="http://schemas.microsoft.com/office/drawing/2014/main" id="{AF2FD636-D8C6-211C-6A80-9F41C42D114D}"/>
              </a:ext>
            </a:extLst>
          </p:cNvPr>
          <p:cNvSpPr txBox="1"/>
          <p:nvPr/>
        </p:nvSpPr>
        <p:spPr>
          <a:xfrm>
            <a:off x="378691" y="1311625"/>
            <a:ext cx="2053424" cy="369332"/>
          </a:xfrm>
          <a:prstGeom prst="rect">
            <a:avLst/>
          </a:prstGeom>
          <a:noFill/>
        </p:spPr>
        <p:txBody>
          <a:bodyPr wrap="square">
            <a:spAutoFit/>
          </a:bodyPr>
          <a:lstStyle/>
          <a:p>
            <a:r>
              <a:rPr lang="en-US" dirty="0"/>
              <a:t>Assembly  Path</a:t>
            </a:r>
          </a:p>
        </p:txBody>
      </p:sp>
      <p:pic>
        <p:nvPicPr>
          <p:cNvPr id="4" name="Picture 3">
            <a:extLst>
              <a:ext uri="{FF2B5EF4-FFF2-40B4-BE49-F238E27FC236}">
                <a16:creationId xmlns:a16="http://schemas.microsoft.com/office/drawing/2014/main" id="{432401AA-4227-4AF1-892A-94388826D526}"/>
              </a:ext>
            </a:extLst>
          </p:cNvPr>
          <p:cNvPicPr>
            <a:picLocks noChangeAspect="1"/>
          </p:cNvPicPr>
          <p:nvPr/>
        </p:nvPicPr>
        <p:blipFill>
          <a:blip r:embed="rId3">
            <a:clrChange>
              <a:clrFrom>
                <a:srgbClr val="3B6680"/>
              </a:clrFrom>
              <a:clrTo>
                <a:srgbClr val="3B6680">
                  <a:alpha val="0"/>
                </a:srgbClr>
              </a:clrTo>
            </a:clrChange>
          </a:blip>
          <a:stretch>
            <a:fillRect/>
          </a:stretch>
        </p:blipFill>
        <p:spPr>
          <a:xfrm>
            <a:off x="1247312" y="3843538"/>
            <a:ext cx="5043735" cy="2557262"/>
          </a:xfrm>
          <a:prstGeom prst="rect">
            <a:avLst/>
          </a:prstGeom>
        </p:spPr>
      </p:pic>
      <p:pic>
        <p:nvPicPr>
          <p:cNvPr id="7" name="Picture 6">
            <a:extLst>
              <a:ext uri="{FF2B5EF4-FFF2-40B4-BE49-F238E27FC236}">
                <a16:creationId xmlns:a16="http://schemas.microsoft.com/office/drawing/2014/main" id="{D15FDA41-41B3-15B4-E6E6-16DAE963087A}"/>
              </a:ext>
            </a:extLst>
          </p:cNvPr>
          <p:cNvPicPr>
            <a:picLocks noChangeAspect="1"/>
          </p:cNvPicPr>
          <p:nvPr/>
        </p:nvPicPr>
        <p:blipFill>
          <a:blip r:embed="rId4">
            <a:clrChange>
              <a:clrFrom>
                <a:srgbClr val="3B6680"/>
              </a:clrFrom>
              <a:clrTo>
                <a:srgbClr val="3B6680">
                  <a:alpha val="0"/>
                </a:srgbClr>
              </a:clrTo>
            </a:clrChange>
          </a:blip>
          <a:stretch>
            <a:fillRect/>
          </a:stretch>
        </p:blipFill>
        <p:spPr>
          <a:xfrm>
            <a:off x="-49305" y="4642853"/>
            <a:ext cx="3565506" cy="1986068"/>
          </a:xfrm>
          <a:prstGeom prst="rect">
            <a:avLst/>
          </a:prstGeom>
        </p:spPr>
      </p:pic>
      <p:pic>
        <p:nvPicPr>
          <p:cNvPr id="10" name="Picture 9">
            <a:extLst>
              <a:ext uri="{FF2B5EF4-FFF2-40B4-BE49-F238E27FC236}">
                <a16:creationId xmlns:a16="http://schemas.microsoft.com/office/drawing/2014/main" id="{5C3EDE01-2B8D-11B9-F3C4-D2FAB6245371}"/>
              </a:ext>
            </a:extLst>
          </p:cNvPr>
          <p:cNvPicPr>
            <a:picLocks noChangeAspect="1"/>
          </p:cNvPicPr>
          <p:nvPr/>
        </p:nvPicPr>
        <p:blipFill>
          <a:blip r:embed="rId5">
            <a:clrChange>
              <a:clrFrom>
                <a:srgbClr val="3B6680"/>
              </a:clrFrom>
              <a:clrTo>
                <a:srgbClr val="3B6680">
                  <a:alpha val="0"/>
                </a:srgbClr>
              </a:clrTo>
            </a:clrChange>
          </a:blip>
          <a:stretch>
            <a:fillRect/>
          </a:stretch>
        </p:blipFill>
        <p:spPr>
          <a:xfrm>
            <a:off x="4253440" y="1553828"/>
            <a:ext cx="4174123" cy="3648492"/>
          </a:xfrm>
          <a:prstGeom prst="rect">
            <a:avLst/>
          </a:prstGeom>
        </p:spPr>
      </p:pic>
      <p:pic>
        <p:nvPicPr>
          <p:cNvPr id="12" name="Picture 11">
            <a:extLst>
              <a:ext uri="{FF2B5EF4-FFF2-40B4-BE49-F238E27FC236}">
                <a16:creationId xmlns:a16="http://schemas.microsoft.com/office/drawing/2014/main" id="{57878378-F9BF-256D-3943-9AE5BE0310B4}"/>
              </a:ext>
            </a:extLst>
          </p:cNvPr>
          <p:cNvPicPr>
            <a:picLocks noChangeAspect="1"/>
          </p:cNvPicPr>
          <p:nvPr/>
        </p:nvPicPr>
        <p:blipFill>
          <a:blip r:embed="rId6">
            <a:clrChange>
              <a:clrFrom>
                <a:srgbClr val="3B6680"/>
              </a:clrFrom>
              <a:clrTo>
                <a:srgbClr val="3B6680">
                  <a:alpha val="0"/>
                </a:srgbClr>
              </a:clrTo>
            </a:clrChange>
          </a:blip>
          <a:stretch>
            <a:fillRect/>
          </a:stretch>
        </p:blipFill>
        <p:spPr>
          <a:xfrm>
            <a:off x="7429047" y="867265"/>
            <a:ext cx="4842147" cy="2477177"/>
          </a:xfrm>
          <a:prstGeom prst="rect">
            <a:avLst/>
          </a:prstGeom>
        </p:spPr>
      </p:pic>
      <p:sp>
        <p:nvSpPr>
          <p:cNvPr id="13" name="Arrow: Right 12">
            <a:extLst>
              <a:ext uri="{FF2B5EF4-FFF2-40B4-BE49-F238E27FC236}">
                <a16:creationId xmlns:a16="http://schemas.microsoft.com/office/drawing/2014/main" id="{FFFC221E-396D-A10F-F877-C9A6396AA8A5}"/>
              </a:ext>
            </a:extLst>
          </p:cNvPr>
          <p:cNvSpPr/>
          <p:nvPr/>
        </p:nvSpPr>
        <p:spPr>
          <a:xfrm rot="20217187">
            <a:off x="2894715" y="4978031"/>
            <a:ext cx="801838" cy="372643"/>
          </a:xfrm>
          <a:prstGeom prst="rightArrow">
            <a:avLst/>
          </a:prstGeom>
          <a:solidFill>
            <a:srgbClr val="FFEC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85A6B0B1-BF73-767B-461C-BD2EBAC6B878}"/>
              </a:ext>
            </a:extLst>
          </p:cNvPr>
          <p:cNvSpPr/>
          <p:nvPr/>
        </p:nvSpPr>
        <p:spPr>
          <a:xfrm rot="20217187">
            <a:off x="5300123" y="4197177"/>
            <a:ext cx="801838" cy="372643"/>
          </a:xfrm>
          <a:prstGeom prst="rightArrow">
            <a:avLst/>
          </a:prstGeom>
          <a:solidFill>
            <a:srgbClr val="FFEC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80181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79E51-1373-B056-7641-43C022C7B47B}"/>
            </a:ext>
          </a:extLst>
        </p:cNvPr>
        <p:cNvGrpSpPr/>
        <p:nvPr/>
      </p:nvGrpSpPr>
      <p:grpSpPr>
        <a:xfrm>
          <a:off x="0" y="0"/>
          <a:ext cx="0" cy="0"/>
          <a:chOff x="0" y="0"/>
          <a:chExt cx="0" cy="0"/>
        </a:xfrm>
      </p:grpSpPr>
      <p:sp>
        <p:nvSpPr>
          <p:cNvPr id="5" name="Slide Number Placeholder 2">
            <a:extLst>
              <a:ext uri="{FF2B5EF4-FFF2-40B4-BE49-F238E27FC236}">
                <a16:creationId xmlns:a16="http://schemas.microsoft.com/office/drawing/2014/main" id="{C02A45D0-C225-156E-3719-226C6CBF7958}"/>
              </a:ext>
            </a:extLst>
          </p:cNvPr>
          <p:cNvSpPr>
            <a:spLocks noGrp="1"/>
          </p:cNvSpPr>
          <p:nvPr>
            <p:ph type="sldNum" sz="quarter" idx="10"/>
          </p:nvPr>
        </p:nvSpPr>
        <p:spPr>
          <a:xfrm>
            <a:off x="3" y="6356352"/>
            <a:ext cx="491300" cy="365125"/>
          </a:xfrm>
        </p:spPr>
        <p:txBody>
          <a:bodyPr/>
          <a:lstStyle/>
          <a:p>
            <a:fld id="{C4B1DB5C-CBD1-46F1-83D6-F5AA23577CB7}" type="slidenum">
              <a:rPr lang="en-GB" smtClean="0"/>
              <a:pPr/>
              <a:t>29</a:t>
            </a:fld>
            <a:endParaRPr lang="en-GB"/>
          </a:p>
        </p:txBody>
      </p:sp>
      <p:sp>
        <p:nvSpPr>
          <p:cNvPr id="9" name="Title 4">
            <a:extLst>
              <a:ext uri="{FF2B5EF4-FFF2-40B4-BE49-F238E27FC236}">
                <a16:creationId xmlns:a16="http://schemas.microsoft.com/office/drawing/2014/main" id="{1CD5282F-710E-9884-9C73-6499A45449DA}"/>
              </a:ext>
            </a:extLst>
          </p:cNvPr>
          <p:cNvSpPr>
            <a:spLocks noGrp="1"/>
          </p:cNvSpPr>
          <p:nvPr>
            <p:ph type="title"/>
          </p:nvPr>
        </p:nvSpPr>
        <p:spPr>
          <a:xfrm>
            <a:off x="228349" y="849279"/>
            <a:ext cx="4597651" cy="423340"/>
          </a:xfrm>
        </p:spPr>
        <p:txBody>
          <a:bodyPr/>
          <a:lstStyle/>
          <a:p>
            <a:r>
              <a:rPr lang="en-US" dirty="0">
                <a:solidFill>
                  <a:schemeClr val="accent5">
                    <a:lumMod val="50000"/>
                  </a:schemeClr>
                </a:solidFill>
              </a:rPr>
              <a:t>Assembly of Carbon Fiber</a:t>
            </a:r>
          </a:p>
        </p:txBody>
      </p:sp>
      <p:sp>
        <p:nvSpPr>
          <p:cNvPr id="3" name="TextBox 2">
            <a:extLst>
              <a:ext uri="{FF2B5EF4-FFF2-40B4-BE49-F238E27FC236}">
                <a16:creationId xmlns:a16="http://schemas.microsoft.com/office/drawing/2014/main" id="{4E4D2043-09B0-1878-4D3D-3A8474EA3C27}"/>
              </a:ext>
            </a:extLst>
          </p:cNvPr>
          <p:cNvSpPr txBox="1"/>
          <p:nvPr/>
        </p:nvSpPr>
        <p:spPr>
          <a:xfrm>
            <a:off x="378691" y="1311625"/>
            <a:ext cx="1323109" cy="369332"/>
          </a:xfrm>
          <a:prstGeom prst="rect">
            <a:avLst/>
          </a:prstGeom>
          <a:noFill/>
        </p:spPr>
        <p:txBody>
          <a:bodyPr wrap="square">
            <a:spAutoFit/>
          </a:bodyPr>
          <a:lstStyle/>
          <a:p>
            <a:r>
              <a:rPr lang="en-US" dirty="0"/>
              <a:t>Y0 section</a:t>
            </a:r>
          </a:p>
        </p:txBody>
      </p:sp>
      <p:pic>
        <p:nvPicPr>
          <p:cNvPr id="4" name="Picture 3">
            <a:extLst>
              <a:ext uri="{FF2B5EF4-FFF2-40B4-BE49-F238E27FC236}">
                <a16:creationId xmlns:a16="http://schemas.microsoft.com/office/drawing/2014/main" id="{A7692655-064C-7B79-E8E2-59945E1720AD}"/>
              </a:ext>
            </a:extLst>
          </p:cNvPr>
          <p:cNvPicPr>
            <a:picLocks noChangeAspect="1"/>
          </p:cNvPicPr>
          <p:nvPr/>
        </p:nvPicPr>
        <p:blipFill>
          <a:blip r:embed="rId3"/>
          <a:stretch>
            <a:fillRect/>
          </a:stretch>
        </p:blipFill>
        <p:spPr>
          <a:xfrm>
            <a:off x="5893359" y="927880"/>
            <a:ext cx="3806823" cy="5336230"/>
          </a:xfrm>
          <a:prstGeom prst="rect">
            <a:avLst/>
          </a:prstGeom>
        </p:spPr>
      </p:pic>
      <p:sp>
        <p:nvSpPr>
          <p:cNvPr id="6" name="TextBox 5">
            <a:extLst>
              <a:ext uri="{FF2B5EF4-FFF2-40B4-BE49-F238E27FC236}">
                <a16:creationId xmlns:a16="http://schemas.microsoft.com/office/drawing/2014/main" id="{58330F86-E0E1-EDEF-0862-245D3BC7A41E}"/>
              </a:ext>
            </a:extLst>
          </p:cNvPr>
          <p:cNvSpPr txBox="1"/>
          <p:nvPr/>
        </p:nvSpPr>
        <p:spPr>
          <a:xfrm>
            <a:off x="8125905" y="5637229"/>
            <a:ext cx="1305165" cy="261610"/>
          </a:xfrm>
          <a:prstGeom prst="rect">
            <a:avLst/>
          </a:prstGeom>
          <a:noFill/>
          <a:ln>
            <a:solidFill>
              <a:srgbClr val="C00000"/>
            </a:solidFill>
          </a:ln>
        </p:spPr>
        <p:txBody>
          <a:bodyPr wrap="none" rtlCol="0">
            <a:spAutoFit/>
          </a:bodyPr>
          <a:lstStyle/>
          <a:p>
            <a:r>
              <a:rPr lang="en-US" sz="1050" dirty="0"/>
              <a:t>Lower Splitter CF</a:t>
            </a:r>
          </a:p>
        </p:txBody>
      </p:sp>
      <p:cxnSp>
        <p:nvCxnSpPr>
          <p:cNvPr id="8" name="Straight Arrow Connector 7">
            <a:extLst>
              <a:ext uri="{FF2B5EF4-FFF2-40B4-BE49-F238E27FC236}">
                <a16:creationId xmlns:a16="http://schemas.microsoft.com/office/drawing/2014/main" id="{5F663352-6B50-C43E-C685-8E241900FE06}"/>
              </a:ext>
            </a:extLst>
          </p:cNvPr>
          <p:cNvCxnSpPr>
            <a:cxnSpLocks/>
            <a:stCxn id="6" idx="0"/>
          </p:cNvCxnSpPr>
          <p:nvPr/>
        </p:nvCxnSpPr>
        <p:spPr>
          <a:xfrm flipH="1" flipV="1">
            <a:off x="8474697" y="5269584"/>
            <a:ext cx="303791" cy="36764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8DA6A6F-55F7-3CFD-4CD8-BCDAFB2A664B}"/>
              </a:ext>
            </a:extLst>
          </p:cNvPr>
          <p:cNvSpPr txBox="1"/>
          <p:nvPr/>
        </p:nvSpPr>
        <p:spPr>
          <a:xfrm>
            <a:off x="8542255" y="4281340"/>
            <a:ext cx="1095172" cy="253916"/>
          </a:xfrm>
          <a:prstGeom prst="rect">
            <a:avLst/>
          </a:prstGeom>
          <a:noFill/>
          <a:ln>
            <a:solidFill>
              <a:srgbClr val="C00000"/>
            </a:solidFill>
          </a:ln>
        </p:spPr>
        <p:txBody>
          <a:bodyPr wrap="none" rtlCol="0">
            <a:spAutoFit/>
          </a:bodyPr>
          <a:lstStyle/>
          <a:p>
            <a:r>
              <a:rPr lang="en-US" sz="1050" dirty="0"/>
              <a:t>Upper Splitter </a:t>
            </a:r>
          </a:p>
        </p:txBody>
      </p:sp>
      <p:cxnSp>
        <p:nvCxnSpPr>
          <p:cNvPr id="13" name="Straight Arrow Connector 12">
            <a:extLst>
              <a:ext uri="{FF2B5EF4-FFF2-40B4-BE49-F238E27FC236}">
                <a16:creationId xmlns:a16="http://schemas.microsoft.com/office/drawing/2014/main" id="{B048B634-534F-8D28-877E-2B6AAE39B802}"/>
              </a:ext>
            </a:extLst>
          </p:cNvPr>
          <p:cNvCxnSpPr>
            <a:cxnSpLocks/>
            <a:stCxn id="12" idx="1"/>
          </p:cNvCxnSpPr>
          <p:nvPr/>
        </p:nvCxnSpPr>
        <p:spPr>
          <a:xfrm flipH="1">
            <a:off x="8107052" y="4408298"/>
            <a:ext cx="435203" cy="36166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0DADF71-6DB5-AAE3-E49D-6A502BD45EE7}"/>
              </a:ext>
            </a:extLst>
          </p:cNvPr>
          <p:cNvSpPr txBox="1"/>
          <p:nvPr/>
        </p:nvSpPr>
        <p:spPr>
          <a:xfrm>
            <a:off x="8920898" y="3293097"/>
            <a:ext cx="506870" cy="253916"/>
          </a:xfrm>
          <a:prstGeom prst="rect">
            <a:avLst/>
          </a:prstGeom>
          <a:noFill/>
          <a:ln>
            <a:solidFill>
              <a:srgbClr val="C00000"/>
            </a:solidFill>
          </a:ln>
        </p:spPr>
        <p:txBody>
          <a:bodyPr wrap="none" rtlCol="0">
            <a:spAutoFit/>
          </a:bodyPr>
          <a:lstStyle/>
          <a:p>
            <a:r>
              <a:rPr lang="en-US" sz="1050" dirty="0"/>
              <a:t>Grille</a:t>
            </a:r>
          </a:p>
        </p:txBody>
      </p:sp>
      <p:cxnSp>
        <p:nvCxnSpPr>
          <p:cNvPr id="18" name="Straight Arrow Connector 17">
            <a:extLst>
              <a:ext uri="{FF2B5EF4-FFF2-40B4-BE49-F238E27FC236}">
                <a16:creationId xmlns:a16="http://schemas.microsoft.com/office/drawing/2014/main" id="{19FEDC61-9CC4-A05E-CCC0-52D61229E391}"/>
              </a:ext>
            </a:extLst>
          </p:cNvPr>
          <p:cNvCxnSpPr>
            <a:cxnSpLocks/>
            <a:stCxn id="17" idx="1"/>
          </p:cNvCxnSpPr>
          <p:nvPr/>
        </p:nvCxnSpPr>
        <p:spPr>
          <a:xfrm flipH="1">
            <a:off x="7984503" y="3420055"/>
            <a:ext cx="936395" cy="237545"/>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551EA4A-1C8B-158C-EC8D-D65597A9164C}"/>
              </a:ext>
            </a:extLst>
          </p:cNvPr>
          <p:cNvSpPr txBox="1"/>
          <p:nvPr/>
        </p:nvSpPr>
        <p:spPr>
          <a:xfrm>
            <a:off x="8722935" y="1737674"/>
            <a:ext cx="673582" cy="253916"/>
          </a:xfrm>
          <a:prstGeom prst="rect">
            <a:avLst/>
          </a:prstGeom>
          <a:noFill/>
          <a:ln>
            <a:solidFill>
              <a:srgbClr val="C00000"/>
            </a:solidFill>
          </a:ln>
        </p:spPr>
        <p:txBody>
          <a:bodyPr wrap="none" rtlCol="0">
            <a:spAutoFit/>
          </a:bodyPr>
          <a:lstStyle/>
          <a:p>
            <a:r>
              <a:rPr lang="en-US" sz="1050" dirty="0"/>
              <a:t>Bumper</a:t>
            </a:r>
          </a:p>
        </p:txBody>
      </p:sp>
      <p:cxnSp>
        <p:nvCxnSpPr>
          <p:cNvPr id="23" name="Straight Arrow Connector 22">
            <a:extLst>
              <a:ext uri="{FF2B5EF4-FFF2-40B4-BE49-F238E27FC236}">
                <a16:creationId xmlns:a16="http://schemas.microsoft.com/office/drawing/2014/main" id="{10483154-5F86-D564-B7F2-FB7F6DE1ED20}"/>
              </a:ext>
            </a:extLst>
          </p:cNvPr>
          <p:cNvCxnSpPr>
            <a:cxnSpLocks/>
            <a:stCxn id="22" idx="1"/>
          </p:cNvCxnSpPr>
          <p:nvPr/>
        </p:nvCxnSpPr>
        <p:spPr>
          <a:xfrm flipH="1">
            <a:off x="8201320" y="1864632"/>
            <a:ext cx="521615" cy="35066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10070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44964336"/>
      </p:ext>
    </p:extLst>
  </p:cSld>
  <p:clrMapOvr>
    <a:masterClrMapping/>
  </p:clrMapOvr>
</p:sld>
</file>

<file path=ppt/theme/theme1.xml><?xml version="1.0" encoding="utf-8"?>
<a:theme xmlns:a="http://schemas.openxmlformats.org/drawingml/2006/main" name="Safety Paus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rporate PPT Template_2024_HUMANBRAND_16X9.pptx" id="{29AF131F-2D84-4A28-B59C-65FF74175595}" vid="{6F5B0BD8-14DB-4E52-A941-44CB783C8D9A}"/>
    </a:ext>
  </a:extLst>
</a:theme>
</file>

<file path=ppt/theme/theme2.xml><?xml version="1.0" encoding="utf-8"?>
<a:theme xmlns:a="http://schemas.openxmlformats.org/drawingml/2006/main" name="Content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rporate PPT Template_2024_HUMANBRAND_16X9.pptx" id="{29AF131F-2D84-4A28-B59C-65FF74175595}" vid="{4888F930-41F1-403F-AE96-ED1E5587D6DC}"/>
    </a:ext>
  </a:extLst>
</a:theme>
</file>

<file path=ppt/theme/theme3.xml><?xml version="1.0" encoding="utf-8"?>
<a:theme xmlns:a="http://schemas.openxmlformats.org/drawingml/2006/main" name="Process flo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rporate PPT Template_2024_HUMANBRAND_16X9.pptx" id="{29AF131F-2D84-4A28-B59C-65FF74175595}" vid="{7374F235-E224-4ACB-BBE3-02CCF987276D}"/>
    </a:ext>
  </a:extLst>
</a:theme>
</file>

<file path=ppt/theme/theme4.xml><?xml version="1.0" encoding="utf-8"?>
<a:theme xmlns:a="http://schemas.openxmlformats.org/drawingml/2006/main" name=" TATA Automotive">
  <a:themeElements>
    <a:clrScheme name="Custom 22">
      <a:dk1>
        <a:srgbClr val="000000"/>
      </a:dk1>
      <a:lt1>
        <a:srgbClr val="FFFFFF"/>
      </a:lt1>
      <a:dk2>
        <a:srgbClr val="002B37"/>
      </a:dk2>
      <a:lt2>
        <a:srgbClr val="5FEC70"/>
      </a:lt2>
      <a:accent1>
        <a:srgbClr val="12C6B3"/>
      </a:accent1>
      <a:accent2>
        <a:srgbClr val="0000B3"/>
      </a:accent2>
      <a:accent3>
        <a:srgbClr val="41E3E6"/>
      </a:accent3>
      <a:accent4>
        <a:srgbClr val="370634"/>
      </a:accent4>
      <a:accent5>
        <a:srgbClr val="FF9C00"/>
      </a:accent5>
      <a:accent6>
        <a:srgbClr val="0F1F71"/>
      </a:accent6>
      <a:hlink>
        <a:srgbClr val="FFFFFF"/>
      </a:hlink>
      <a:folHlink>
        <a:srgbClr val="12C6B3"/>
      </a:folHlink>
    </a:clrScheme>
    <a:fontScheme name="TATA">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rporate PPT Template_2024_HUMANBRAND_16X9.pptx" id="{29AF131F-2D84-4A28-B59C-65FF74175595}" vid="{90C3DEB7-108F-4450-A0FA-44C09F211139}"/>
    </a:ext>
  </a:extLst>
</a:theme>
</file>

<file path=ppt/theme/theme5.xml><?xml version="1.0" encoding="utf-8"?>
<a:theme xmlns:a="http://schemas.openxmlformats.org/drawingml/2006/main" name="TATA Aerospace">
  <a:themeElements>
    <a:clrScheme name="Custom 24">
      <a:dk1>
        <a:srgbClr val="000000"/>
      </a:dk1>
      <a:lt1>
        <a:srgbClr val="FFFFFF"/>
      </a:lt1>
      <a:dk2>
        <a:srgbClr val="370634"/>
      </a:dk2>
      <a:lt2>
        <a:srgbClr val="41E3E6"/>
      </a:lt2>
      <a:accent1>
        <a:srgbClr val="12C6B3"/>
      </a:accent1>
      <a:accent2>
        <a:srgbClr val="0000B3"/>
      </a:accent2>
      <a:accent3>
        <a:srgbClr val="5FEC70"/>
      </a:accent3>
      <a:accent4>
        <a:srgbClr val="002B37"/>
      </a:accent4>
      <a:accent5>
        <a:srgbClr val="FF9C00"/>
      </a:accent5>
      <a:accent6>
        <a:srgbClr val="0F1F71"/>
      </a:accent6>
      <a:hlink>
        <a:srgbClr val="FFFFFF"/>
      </a:hlink>
      <a:folHlink>
        <a:srgbClr val="12C6B3"/>
      </a:folHlink>
    </a:clrScheme>
    <a:fontScheme name="TATA">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rporate PPT Template_2024_HUMANBRAND_16X9.pptx" id="{29AF131F-2D84-4A28-B59C-65FF74175595}" vid="{0ADBD24B-FD14-4897-967B-770A06E79905}"/>
    </a:ext>
  </a:extLst>
</a:theme>
</file>

<file path=ppt/theme/theme6.xml><?xml version="1.0" encoding="utf-8"?>
<a:theme xmlns:a="http://schemas.openxmlformats.org/drawingml/2006/main" name="TATA Industrial heavy machinery">
  <a:themeElements>
    <a:clrScheme name="Custom 26">
      <a:dk1>
        <a:srgbClr val="000000"/>
      </a:dk1>
      <a:lt1>
        <a:srgbClr val="FFFFFF"/>
      </a:lt1>
      <a:dk2>
        <a:srgbClr val="0F1F71"/>
      </a:dk2>
      <a:lt2>
        <a:srgbClr val="FF9C00"/>
      </a:lt2>
      <a:accent1>
        <a:srgbClr val="12C6B3"/>
      </a:accent1>
      <a:accent2>
        <a:srgbClr val="0000B3"/>
      </a:accent2>
      <a:accent3>
        <a:srgbClr val="5FEC70"/>
      </a:accent3>
      <a:accent4>
        <a:srgbClr val="002B37"/>
      </a:accent4>
      <a:accent5>
        <a:srgbClr val="41E3E6"/>
      </a:accent5>
      <a:accent6>
        <a:srgbClr val="370634"/>
      </a:accent6>
      <a:hlink>
        <a:srgbClr val="FFFFFF"/>
      </a:hlink>
      <a:folHlink>
        <a:srgbClr val="12C6B3"/>
      </a:folHlink>
    </a:clrScheme>
    <a:fontScheme name="TATA">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rporate PPT Template_2024_HUMANBRAND_16X9.pptx" id="{29AF131F-2D84-4A28-B59C-65FF74175595}" vid="{D46BB354-50D1-4AD5-8FAD-D767893A8EBF}"/>
    </a:ext>
  </a:extLst>
</a:theme>
</file>

<file path=ppt/theme/theme7.xml><?xml version="1.0" encoding="utf-8"?>
<a:theme xmlns:a="http://schemas.openxmlformats.org/drawingml/2006/main" name="TATA Engineering R&amp;D">
  <a:themeElements>
    <a:clrScheme name="Custom 27">
      <a:dk1>
        <a:srgbClr val="000000"/>
      </a:dk1>
      <a:lt1>
        <a:srgbClr val="FFFFFF"/>
      </a:lt1>
      <a:dk2>
        <a:srgbClr val="001B5B"/>
      </a:dk2>
      <a:lt2>
        <a:srgbClr val="E7550F"/>
      </a:lt2>
      <a:accent1>
        <a:srgbClr val="12C6B3"/>
      </a:accent1>
      <a:accent2>
        <a:srgbClr val="0000B3"/>
      </a:accent2>
      <a:accent3>
        <a:srgbClr val="5FEC70"/>
      </a:accent3>
      <a:accent4>
        <a:srgbClr val="002B37"/>
      </a:accent4>
      <a:accent5>
        <a:srgbClr val="41E3E6"/>
      </a:accent5>
      <a:accent6>
        <a:srgbClr val="370634"/>
      </a:accent6>
      <a:hlink>
        <a:srgbClr val="FFFFFF"/>
      </a:hlink>
      <a:folHlink>
        <a:srgbClr val="12C6B3"/>
      </a:folHlink>
    </a:clrScheme>
    <a:fontScheme name="TATA">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rporate PPT Template_2024_HUMANBRAND_16X9.pptx" id="{29AF131F-2D84-4A28-B59C-65FF74175595}" vid="{C5EE585B-075D-490D-8F9D-CAC9DE505392}"/>
    </a:ext>
  </a:extLst>
</a:theme>
</file>

<file path=ppt/theme/theme8.xml><?xml version="1.0" encoding="utf-8"?>
<a:theme xmlns:a="http://schemas.openxmlformats.org/drawingml/2006/main" name="TATA Digital enterprise systems">
  <a:themeElements>
    <a:clrScheme name="Custom 28">
      <a:dk1>
        <a:srgbClr val="000000"/>
      </a:dk1>
      <a:lt1>
        <a:srgbClr val="FFFFFF"/>
      </a:lt1>
      <a:dk2>
        <a:srgbClr val="001B5B"/>
      </a:dk2>
      <a:lt2>
        <a:srgbClr val="618BFF"/>
      </a:lt2>
      <a:accent1>
        <a:srgbClr val="12C6B3"/>
      </a:accent1>
      <a:accent2>
        <a:srgbClr val="0000B3"/>
      </a:accent2>
      <a:accent3>
        <a:srgbClr val="5FEC70"/>
      </a:accent3>
      <a:accent4>
        <a:srgbClr val="002B37"/>
      </a:accent4>
      <a:accent5>
        <a:srgbClr val="41E3E6"/>
      </a:accent5>
      <a:accent6>
        <a:srgbClr val="370634"/>
      </a:accent6>
      <a:hlink>
        <a:srgbClr val="FFFFFF"/>
      </a:hlink>
      <a:folHlink>
        <a:srgbClr val="12C6B3"/>
      </a:folHlink>
    </a:clrScheme>
    <a:fontScheme name="TATA">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rporate PPT Template_2024_HUMANBRAND_16X9.pptx" id="{29AF131F-2D84-4A28-B59C-65FF74175595}" vid="{8C87AA3D-5216-4E52-AE00-D8F0114F08B7}"/>
    </a:ext>
  </a:extLst>
</a:theme>
</file>

<file path=ppt/theme/theme9.xml><?xml version="1.0" encoding="utf-8"?>
<a:theme xmlns:a="http://schemas.openxmlformats.org/drawingml/2006/main" name="TATA Education">
  <a:themeElements>
    <a:clrScheme name="Custom 29">
      <a:dk1>
        <a:srgbClr val="000000"/>
      </a:dk1>
      <a:lt1>
        <a:srgbClr val="FFFFFF"/>
      </a:lt1>
      <a:dk2>
        <a:srgbClr val="001B5B"/>
      </a:dk2>
      <a:lt2>
        <a:srgbClr val="FFEC00"/>
      </a:lt2>
      <a:accent1>
        <a:srgbClr val="12C6B3"/>
      </a:accent1>
      <a:accent2>
        <a:srgbClr val="0000B3"/>
      </a:accent2>
      <a:accent3>
        <a:srgbClr val="5FEC70"/>
      </a:accent3>
      <a:accent4>
        <a:srgbClr val="002B37"/>
      </a:accent4>
      <a:accent5>
        <a:srgbClr val="41E3E6"/>
      </a:accent5>
      <a:accent6>
        <a:srgbClr val="370634"/>
      </a:accent6>
      <a:hlink>
        <a:srgbClr val="FFFFFF"/>
      </a:hlink>
      <a:folHlink>
        <a:srgbClr val="12C6B3"/>
      </a:folHlink>
    </a:clrScheme>
    <a:fontScheme name="TATA">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rporate PPT Template_2024_HUMANBRAND_16X9.pptx" id="{29AF131F-2D84-4A28-B59C-65FF74175595}" vid="{9B94A9A9-DBA5-4FC7-88E8-593EB8022C9D}"/>
    </a:ext>
  </a:extLst>
</a:theme>
</file>

<file path=ppt/theme/theme10.xml><?xml version="1.0" encoding="utf-8"?>
<a:theme xmlns:a="http://schemas.openxmlformats.org/drawingml/2006/main" name="1_TATA Software Products">
  <a:themeElements>
    <a:clrScheme name="Custom 29">
      <a:dk1>
        <a:srgbClr val="000000"/>
      </a:dk1>
      <a:lt1>
        <a:srgbClr val="FFFFFF"/>
      </a:lt1>
      <a:dk2>
        <a:srgbClr val="001B5B"/>
      </a:dk2>
      <a:lt2>
        <a:srgbClr val="FFEC00"/>
      </a:lt2>
      <a:accent1>
        <a:srgbClr val="12C6B3"/>
      </a:accent1>
      <a:accent2>
        <a:srgbClr val="0000B3"/>
      </a:accent2>
      <a:accent3>
        <a:srgbClr val="5FEC70"/>
      </a:accent3>
      <a:accent4>
        <a:srgbClr val="002B37"/>
      </a:accent4>
      <a:accent5>
        <a:srgbClr val="41E3E6"/>
      </a:accent5>
      <a:accent6>
        <a:srgbClr val="370634"/>
      </a:accent6>
      <a:hlink>
        <a:srgbClr val="FFFFFF"/>
      </a:hlink>
      <a:folHlink>
        <a:srgbClr val="12C6B3"/>
      </a:folHlink>
    </a:clrScheme>
    <a:fontScheme name="TATA">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rporate PPT Template_2024_HUMANBRAND_16X9.pptx" id="{29AF131F-2D84-4A28-B59C-65FF74175595}" vid="{AFF5BEF3-EBF8-48B0-83E4-8EFAB43D8D91}"/>
    </a:ext>
  </a:extLst>
</a:theme>
</file>

<file path=ppt/theme/theme11.xml><?xml version="1.0" encoding="utf-8"?>
<a:theme xmlns:a="http://schemas.openxmlformats.org/drawingml/2006/main" name="TATA Careers">
  <a:themeElements>
    <a:clrScheme name="Custom 30">
      <a:dk1>
        <a:srgbClr val="000000"/>
      </a:dk1>
      <a:lt1>
        <a:srgbClr val="FFFFFF"/>
      </a:lt1>
      <a:dk2>
        <a:srgbClr val="340FA2"/>
      </a:dk2>
      <a:lt2>
        <a:srgbClr val="FF1F36"/>
      </a:lt2>
      <a:accent1>
        <a:srgbClr val="12C6B3"/>
      </a:accent1>
      <a:accent2>
        <a:srgbClr val="0000B3"/>
      </a:accent2>
      <a:accent3>
        <a:srgbClr val="5FEC70"/>
      </a:accent3>
      <a:accent4>
        <a:srgbClr val="002B37"/>
      </a:accent4>
      <a:accent5>
        <a:srgbClr val="41E3E6"/>
      </a:accent5>
      <a:accent6>
        <a:srgbClr val="370634"/>
      </a:accent6>
      <a:hlink>
        <a:srgbClr val="FFFFFF"/>
      </a:hlink>
      <a:folHlink>
        <a:srgbClr val="12C6B3"/>
      </a:folHlink>
    </a:clrScheme>
    <a:fontScheme name="TATA">
      <a:majorFont>
        <a:latin typeface="DM Sans"/>
        <a:ea typeface=""/>
        <a:cs typeface=""/>
      </a:majorFont>
      <a:minorFont>
        <a:latin typeface="DM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rporate PPT Template_2024_HUMANBRAND_16X9.pptx" id="{29AF131F-2D84-4A28-B59C-65FF74175595}" vid="{E35CCD39-A088-43DB-8BF5-7FDEE68F5547}"/>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TATA template">
    <a:dk1>
      <a:srgbClr val="000000"/>
    </a:dk1>
    <a:lt1>
      <a:srgbClr val="FFFFFF"/>
    </a:lt1>
    <a:dk2>
      <a:srgbClr val="0000B3"/>
    </a:dk2>
    <a:lt2>
      <a:srgbClr val="12C6B3"/>
    </a:lt2>
    <a:accent1>
      <a:srgbClr val="5FEC70"/>
    </a:accent1>
    <a:accent2>
      <a:srgbClr val="002B37"/>
    </a:accent2>
    <a:accent3>
      <a:srgbClr val="41E3E6"/>
    </a:accent3>
    <a:accent4>
      <a:srgbClr val="370634"/>
    </a:accent4>
    <a:accent5>
      <a:srgbClr val="FF9C00"/>
    </a:accent5>
    <a:accent6>
      <a:srgbClr val="0F1F71"/>
    </a:accent6>
    <a:hlink>
      <a:srgbClr val="FFFFFF"/>
    </a:hlink>
    <a:folHlink>
      <a:srgbClr val="12C6B3"/>
    </a:folHlink>
  </a:clrScheme>
</a:themeOverride>
</file>

<file path=ppt/theme/themeOverride2.xml><?xml version="1.0" encoding="utf-8"?>
<a:themeOverride xmlns:a="http://schemas.openxmlformats.org/drawingml/2006/main">
  <a:clrScheme name="Custom 29">
    <a:dk1>
      <a:srgbClr val="000000"/>
    </a:dk1>
    <a:lt1>
      <a:srgbClr val="FFFFFF"/>
    </a:lt1>
    <a:dk2>
      <a:srgbClr val="001B5B"/>
    </a:dk2>
    <a:lt2>
      <a:srgbClr val="FFEC00"/>
    </a:lt2>
    <a:accent1>
      <a:srgbClr val="12C6B3"/>
    </a:accent1>
    <a:accent2>
      <a:srgbClr val="0000B3"/>
    </a:accent2>
    <a:accent3>
      <a:srgbClr val="5FEC70"/>
    </a:accent3>
    <a:accent4>
      <a:srgbClr val="002B37"/>
    </a:accent4>
    <a:accent5>
      <a:srgbClr val="41E3E6"/>
    </a:accent5>
    <a:accent6>
      <a:srgbClr val="370634"/>
    </a:accent6>
    <a:hlink>
      <a:srgbClr val="FFFFFF"/>
    </a:hlink>
    <a:folHlink>
      <a:srgbClr val="12C6B3"/>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titus xmlns="http://schemas.titus.com/TitusProperties/">
  <TitusGUID xmlns="">8a865c91-3f25-4062-9aee-c99bde4979ab</TitusGUID>
  <TitusMetadata xmlns="">eyJucyI6Imh0dHA6XC9cL3d3dy50aXR1cy5jb21cL25zXC9UVExUSVRVUyIsInByb3BzIjpbeyJuIjoiQ2xhc3NpZmljYXRpb24iLCJ2YWxzIjpbeyJ2YWx1ZSI6IkludGVybmFsIn1dfV19</TitusMetadata>
</titus>
</file>

<file path=customXml/item2.xml><?xml version="1.0" encoding="utf-8"?>
<ct:contentTypeSchema xmlns:ct="http://schemas.microsoft.com/office/2006/metadata/contentType" xmlns:ma="http://schemas.microsoft.com/office/2006/metadata/properties/metaAttributes" ct:_="" ma:_="" ma:contentTypeName="Document" ma:contentTypeID="0x0101003BDD8CF34A770347AE8EAE4A29C2847B" ma:contentTypeVersion="11" ma:contentTypeDescription="Create a new document." ma:contentTypeScope="" ma:versionID="33890d08b77cd0837e193fbe2a2fd285">
  <xsd:schema xmlns:xsd="http://www.w3.org/2001/XMLSchema" xmlns:xs="http://www.w3.org/2001/XMLSchema" xmlns:p="http://schemas.microsoft.com/office/2006/metadata/properties" xmlns:ns2="fcf13d84-3384-403b-99eb-3fb4a100b81c" xmlns:ns3="4220ea3a-ae5d-4c2d-a740-8066a1e3f119" targetNamespace="http://schemas.microsoft.com/office/2006/metadata/properties" ma:root="true" ma:fieldsID="6c4986187ecf65430ba276a9b4e4a877" ns2:_="" ns3:_="">
    <xsd:import namespace="fcf13d84-3384-403b-99eb-3fb4a100b81c"/>
    <xsd:import namespace="4220ea3a-ae5d-4c2d-a740-8066a1e3f11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f13d84-3384-403b-99eb-3fb4a100b81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11f8b2a-cd79-47dd-889c-3fa2f186233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220ea3a-ae5d-4c2d-a740-8066a1e3f11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23a84a62-0663-4be7-9ffd-62a4213cf290}" ma:internalName="TaxCatchAll" ma:showField="CatchAllData" ma:web="4220ea3a-ae5d-4c2d-a740-8066a1e3f11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lcf76f155ced4ddcb4097134ff3c332f xmlns="fcf13d84-3384-403b-99eb-3fb4a100b81c">
      <Terms xmlns="http://schemas.microsoft.com/office/infopath/2007/PartnerControls"/>
    </lcf76f155ced4ddcb4097134ff3c332f>
    <TaxCatchAll xmlns="4220ea3a-ae5d-4c2d-a740-8066a1e3f119" xsi:nil="true"/>
  </documentManagement>
</p:properties>
</file>

<file path=customXml/itemProps1.xml><?xml version="1.0" encoding="utf-8"?>
<ds:datastoreItem xmlns:ds="http://schemas.openxmlformats.org/officeDocument/2006/customXml" ds:itemID="{3FE94C73-ECBC-418F-AF97-2C2912CBA8E7}">
  <ds:schemaRefs>
    <ds:schemaRef ds:uri=""/>
    <ds:schemaRef ds:uri="http://schemas.titus.com/TitusProperties/"/>
  </ds:schemaRefs>
</ds:datastoreItem>
</file>

<file path=customXml/itemProps2.xml><?xml version="1.0" encoding="utf-8"?>
<ds:datastoreItem xmlns:ds="http://schemas.openxmlformats.org/officeDocument/2006/customXml" ds:itemID="{2FFEEBC1-AB06-44ED-8B24-11A3158A09AC}"/>
</file>

<file path=customXml/itemProps3.xml><?xml version="1.0" encoding="utf-8"?>
<ds:datastoreItem xmlns:ds="http://schemas.openxmlformats.org/officeDocument/2006/customXml" ds:itemID="{0AD42F58-2ED8-4423-AE77-33FE924710A7}">
  <ds:schemaRefs>
    <ds:schemaRef ds:uri="http://schemas.microsoft.com/sharepoint/v3/contenttype/forms"/>
  </ds:schemaRefs>
</ds:datastoreItem>
</file>

<file path=customXml/itemProps4.xml><?xml version="1.0" encoding="utf-8"?>
<ds:datastoreItem xmlns:ds="http://schemas.openxmlformats.org/officeDocument/2006/customXml" ds:itemID="{963A5344-646E-4A79-A2C0-FCF1F3839B17}">
  <ds:schemaRefs>
    <ds:schemaRef ds:uri="528d5f9b-6f10-408e-af69-1eda0f9d07ae"/>
    <ds:schemaRef ds:uri="http://schemas.microsoft.com/office/2006/metadata/properties"/>
    <ds:schemaRef ds:uri="http://purl.org/dc/elements/1.1/"/>
    <ds:schemaRef ds:uri="http://purl.org/dc/terms/"/>
    <ds:schemaRef ds:uri="c5221432-07db-4625-9fb8-a1ca75f81d69"/>
    <ds:schemaRef ds:uri="http://schemas.microsoft.com/office/infopath/2007/PartnerControls"/>
    <ds:schemaRef ds:uri="http://purl.org/dc/dcmitype/"/>
    <ds:schemaRef ds:uri="http://schemas.openxmlformats.org/package/2006/metadata/core-properties"/>
    <ds:schemaRef ds:uri="http://schemas.microsoft.com/office/2006/documentManagement/types"/>
    <ds:schemaRef ds:uri="http://www.w3.org/XML/1998/namespace"/>
    <ds:schemaRef ds:uri="fcf13d84-3384-403b-99eb-3fb4a100b81c"/>
    <ds:schemaRef ds:uri="4220ea3a-ae5d-4c2d-a740-8066a1e3f119"/>
  </ds:schemaRefs>
</ds:datastoreItem>
</file>

<file path=docProps/app.xml><?xml version="1.0" encoding="utf-8"?>
<Properties xmlns="http://schemas.openxmlformats.org/officeDocument/2006/extended-properties" xmlns:vt="http://schemas.openxmlformats.org/officeDocument/2006/docPropsVTypes">
  <Template>Corporate PPT Template_2024_HUMANBRAND_16X9</Template>
  <TotalTime>15983</TotalTime>
  <Words>1847</Words>
  <Application>Microsoft Office PowerPoint</Application>
  <PresentationFormat>Widescreen</PresentationFormat>
  <Paragraphs>261</Paragraphs>
  <Slides>30</Slides>
  <Notes>28</Notes>
  <HiddenSlides>0</HiddenSlides>
  <MMClips>0</MMClips>
  <ScaleCrop>false</ScaleCrop>
  <HeadingPairs>
    <vt:vector size="4" baseType="variant">
      <vt:variant>
        <vt:lpstr>Theme</vt:lpstr>
      </vt:variant>
      <vt:variant>
        <vt:i4>11</vt:i4>
      </vt:variant>
      <vt:variant>
        <vt:lpstr>Slide Titles</vt:lpstr>
      </vt:variant>
      <vt:variant>
        <vt:i4>30</vt:i4>
      </vt:variant>
    </vt:vector>
  </HeadingPairs>
  <TitlesOfParts>
    <vt:vector size="41" baseType="lpstr">
      <vt:lpstr>Safety Pause</vt:lpstr>
      <vt:lpstr>Contents</vt:lpstr>
      <vt:lpstr>Process flow</vt:lpstr>
      <vt:lpstr> TATA Automotive</vt:lpstr>
      <vt:lpstr>TATA Aerospace</vt:lpstr>
      <vt:lpstr>TATA Industrial heavy machinery</vt:lpstr>
      <vt:lpstr>TATA Engineering R&amp;D</vt:lpstr>
      <vt:lpstr>TATA Digital enterprise systems</vt:lpstr>
      <vt:lpstr>TATA Education</vt:lpstr>
      <vt:lpstr>1_TATA Software Products</vt:lpstr>
      <vt:lpstr>TATA Careers</vt:lpstr>
      <vt:lpstr>Carbon Fiber</vt:lpstr>
      <vt:lpstr>Change history</vt:lpstr>
      <vt:lpstr>INDEX</vt:lpstr>
      <vt:lpstr>Carbon Fiber - Introduction</vt:lpstr>
      <vt:lpstr>Carbon Fiber - History</vt:lpstr>
      <vt:lpstr>Carbon Fiber - Uses in Automotive Industry</vt:lpstr>
      <vt:lpstr>Why Carbon Fiber is Used in Cars?</vt:lpstr>
      <vt:lpstr>Carbon Fiber Manufacturing Process</vt:lpstr>
      <vt:lpstr>Carbon Fiber Fabric styles</vt:lpstr>
      <vt:lpstr>Three Methods for Creating Carbon Fiber Parts</vt:lpstr>
      <vt:lpstr>Three Methods for Creating Carbon Fiber Parts</vt:lpstr>
      <vt:lpstr>Three Methods for Creating Carbon Fiber Parts</vt:lpstr>
      <vt:lpstr>Three Methods for Creating Carbon Fiber Parts</vt:lpstr>
      <vt:lpstr>Carbon Fiber 3D Printing</vt:lpstr>
      <vt:lpstr>LOCATOR AND FIXING STRATEGY</vt:lpstr>
      <vt:lpstr>Design Guidelines</vt:lpstr>
      <vt:lpstr>Design Guidelines</vt:lpstr>
      <vt:lpstr>Design Guidelines</vt:lpstr>
      <vt:lpstr>Design Guidelines</vt:lpstr>
      <vt:lpstr>Design Guidelines</vt:lpstr>
      <vt:lpstr>Design Guidelines</vt:lpstr>
      <vt:lpstr>Design Guidelines</vt:lpstr>
      <vt:lpstr>Design Guidelines</vt:lpstr>
      <vt:lpstr>Design Guidelines</vt:lpstr>
      <vt:lpstr>Design Guidelines</vt:lpstr>
      <vt:lpstr>Design Guidelines</vt:lpstr>
      <vt:lpstr>Assembly of Carbon Fiber</vt:lpstr>
      <vt:lpstr>Assembly of Carbon Fiber</vt:lpstr>
      <vt:lpstr>Assembly of Carbon Fiber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ENGINEERING FEATURES</dc:title>
  <dc:creator>Gavale, Durgesh</dc:creator>
  <cp:lastModifiedBy>Kale, Tulin</cp:lastModifiedBy>
  <cp:revision>7</cp:revision>
  <dcterms:created xsi:type="dcterms:W3CDTF">2024-11-28T09:54:49Z</dcterms:created>
  <dcterms:modified xsi:type="dcterms:W3CDTF">2026-01-19T04:53:33Z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roup">
    <vt:lpwstr>CN=L1.2 &amp; above with TTL Asset_M365 E3,OU=Contract,OU=Mumbai,OU=APAC,OU=All Users,DC=tatatechnologies,DC=com;CN=Vinfastsharefolder,OU=Security Groups,OU=APAC,OU=All Groups,DC=tatatechnologies,DC=com;CN=Vinfast_Project_13TeamFolder,OU=Filer_Groups,DC=tatatechnologies,DC=com;CN=Vinfast_Project_03Exterior,OU=Filer_Groups,DC=tatatechnologies,DC=com;CN=AzureAD_CA_2FA_Prod,OU=Security Groups,OU=APAC,OU=All Groups,DC=tatatechnologies,DC=com;CN=AzureAD_SSPR_Prod,OU=Security Groups,OU=APAC,OU=All Groups,DC=tatatechnologies,DC=com;CN=AzureAD_CA_Limited_Access,OU=Security Groups,OU=APAC,OU=All Groups,DC=tatatechnologies,DC=com;CN=GP_Exclusion_China,OU=APAC Groups,OU=APAC,OU=PERMANENT,DC=tatatechnologies,DC=com;CN=Block Internet Mail Users,OU=Distribution Groups,OU=APAC,OU=All Groups,DC=tatatechnologies,DC=com;CN=AzureAD_MAM_Production,OU=Security Groups,OU=APAC,OU=All Groups,DC=tatatechnologies,DC=com;CN=VINFAST,OU=Security Groups,OU=APAC,OU=All Groups,DC=tatatechnologies,DC=com;CN=Permanent,OU=Security Groups,OU=NA,OU=All Groups,DC=tatatechnologies,DC=com;CN=TATA TECHNOLOGIES ERC Pimpri,OU=Security Groups,OU=APAC,OU=All Groups,DC=tatatechnologies,DC=com;CN=VPN EU NETWORK ACCESS,OU=Security Groups,OU=APAC,OU=All Groups,DC=tatatechnologies,DC=com</vt:lpwstr>
  </property>
  <property fmtid="{D5CDD505-2E9C-101B-9397-08002B2CF9AE}" pid="3" name="OriginalClassifier">
    <vt:lpwstr>tkk915959</vt:lpwstr>
  </property>
  <property fmtid="{D5CDD505-2E9C-101B-9397-08002B2CF9AE}" pid="4" name="Classification">
    <vt:lpwstr>Internal</vt:lpwstr>
  </property>
  <property fmtid="{D5CDD505-2E9C-101B-9397-08002B2CF9AE}" pid="5" name="Distribution">
    <vt:lpwstr>Internal</vt:lpwstr>
  </property>
  <property fmtid="{D5CDD505-2E9C-101B-9397-08002B2CF9AE}" pid="6" name="TitusGUID">
    <vt:lpwstr>8a865c91-3f25-4062-9aee-c99bde4979ab</vt:lpwstr>
  </property>
  <property fmtid="{D5CDD505-2E9C-101B-9397-08002B2CF9AE}" pid="7" name="ContentTypeId">
    <vt:lpwstr>0x0101003BDD8CF34A770347AE8EAE4A29C2847B</vt:lpwstr>
  </property>
  <property fmtid="{D5CDD505-2E9C-101B-9397-08002B2CF9AE}" pid="8" name="Audience">
    <vt:lpwstr>37;#OK to Share Externally|5ab5c593-923d-4ecc-9737-8ac78d623249</vt:lpwstr>
  </property>
  <property fmtid="{D5CDD505-2E9C-101B-9397-08002B2CF9AE}" pid="9" name="_dlc_DocIdItemGuid">
    <vt:lpwstr>9c4d7611-846c-44f9-ae26-aa8e09d74088</vt:lpwstr>
  </property>
  <property fmtid="{D5CDD505-2E9C-101B-9397-08002B2CF9AE}" pid="10" name="Geography">
    <vt:lpwstr>14;#All|4ffb0be0-9032-40be-a5ac-35d9b213aeb2</vt:lpwstr>
  </property>
  <property fmtid="{D5CDD505-2E9C-101B-9397-08002B2CF9AE}" pid="11" name="MediaServiceImageTags">
    <vt:lpwstr/>
  </property>
  <property fmtid="{D5CDD505-2E9C-101B-9397-08002B2CF9AE}" pid="12" name="Line of Service">
    <vt:lpwstr>171;#Business Excellence and Innovation|299b132f-c189-44c3-883d-d52726396dd1;#177;#Digital Enterprise Solutions (DES)|b7d1dd12-8cea-4cde-b909-bbcebaadead1;#20;#ER＆D|9e39a8e5-ea6f-44ee-8464-e256ac1587b1;#169;#Finance (Purchasing)|3a791323-6c40-42bc-a65e-3c</vt:lpwstr>
  </property>
  <property fmtid="{D5CDD505-2E9C-101B-9397-08002B2CF9AE}" pid="13" name="Resource Type">
    <vt:lpwstr>174;#Brand Assets|0bb50529-7adb-40f8-b1c6-cef3bd16b9f0</vt:lpwstr>
  </property>
  <property fmtid="{D5CDD505-2E9C-101B-9397-08002B2CF9AE}" pid="14" name="Theme">
    <vt:lpwstr/>
  </property>
  <property fmtid="{D5CDD505-2E9C-101B-9397-08002B2CF9AE}" pid="15" name="Persona">
    <vt:lpwstr/>
  </property>
  <property fmtid="{D5CDD505-2E9C-101B-9397-08002B2CF9AE}" pid="16" name="Industry">
    <vt:lpwstr>172;#Aerospace ＆ Defense|085aa9fb-af9d-491e-a7d2-e0f8ed0ca83a;#30;#Automotive ＆ Transportation|673ed73c-a3de-4b5a-901f-6c2f45d6cc38;#179;#Digital|08ae739e-8709-41b5-9d91-3559f0784776;#182;#Electronics|3b17ac70-c2d9-41c5-b851-f5c048069a59;#180;#Engineering</vt:lpwstr>
  </property>
</Properties>
</file>